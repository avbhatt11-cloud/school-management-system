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275" r:id="rId5"/>
    <p:sldId id="267" r:id="rId6"/>
    <p:sldId id="283" r:id="rId7"/>
    <p:sldId id="268" r:id="rId8"/>
    <p:sldId id="269" r:id="rId9"/>
    <p:sldId id="270" r:id="rId10"/>
    <p:sldId id="271" r:id="rId11"/>
    <p:sldId id="276" r:id="rId12"/>
    <p:sldId id="274" r:id="rId13"/>
    <p:sldId id="277" r:id="rId14"/>
    <p:sldId id="278" r:id="rId15"/>
    <p:sldId id="279" r:id="rId16"/>
    <p:sldId id="280" r:id="rId17"/>
    <p:sldId id="349" r:id="rId18"/>
    <p:sldId id="348" r:id="rId19"/>
    <p:sldId id="354" r:id="rId20"/>
    <p:sldId id="296" r:id="rId21"/>
    <p:sldId id="336" r:id="rId22"/>
    <p:sldId id="337" r:id="rId23"/>
    <p:sldId id="338" r:id="rId24"/>
    <p:sldId id="288" r:id="rId25"/>
    <p:sldId id="335" r:id="rId26"/>
    <p:sldId id="333" r:id="rId27"/>
    <p:sldId id="310" r:id="rId28"/>
    <p:sldId id="314" r:id="rId29"/>
    <p:sldId id="327" r:id="rId30"/>
    <p:sldId id="360" r:id="rId31"/>
    <p:sldId id="359" r:id="rId32"/>
    <p:sldId id="331" r:id="rId33"/>
    <p:sldId id="330" r:id="rId34"/>
    <p:sldId id="324" r:id="rId35"/>
    <p:sldId id="325" r:id="rId36"/>
    <p:sldId id="329" r:id="rId37"/>
    <p:sldId id="328" r:id="rId38"/>
    <p:sldId id="318" r:id="rId39"/>
    <p:sldId id="317" r:id="rId40"/>
    <p:sldId id="361" r:id="rId41"/>
    <p:sldId id="323" r:id="rId42"/>
    <p:sldId id="321" r:id="rId43"/>
    <p:sldId id="320" r:id="rId44"/>
    <p:sldId id="319" r:id="rId45"/>
    <p:sldId id="313" r:id="rId46"/>
    <p:sldId id="311" r:id="rId47"/>
    <p:sldId id="316" r:id="rId48"/>
    <p:sldId id="315" r:id="rId49"/>
    <p:sldId id="362" r:id="rId50"/>
    <p:sldId id="352" r:id="rId51"/>
    <p:sldId id="353" r:id="rId52"/>
    <p:sldId id="345" r:id="rId53"/>
    <p:sldId id="346" r:id="rId54"/>
    <p:sldId id="347" r:id="rId55"/>
    <p:sldId id="350" r:id="rId56"/>
    <p:sldId id="351" r:id="rId57"/>
    <p:sldId id="343" r:id="rId58"/>
    <p:sldId id="355" r:id="rId59"/>
    <p:sldId id="356" r:id="rId60"/>
    <p:sldId id="357" r:id="rId61"/>
    <p:sldId id="358" r:id="rId62"/>
    <p:sldId id="282" r:id="rId6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F8F8"/>
    <a:srgbClr val="CF9400"/>
    <a:srgbClr val="B55101"/>
    <a:srgbClr val="5D422C"/>
    <a:srgbClr val="E6E6E6"/>
    <a:srgbClr val="7E7858"/>
    <a:srgbClr val="AEA88A"/>
    <a:srgbClr val="192E31"/>
    <a:srgbClr val="FCD1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542" y="125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-5491"/>
    </p:cViewPr>
  </p:sorterViewPr>
  <p:notesViewPr>
    <p:cSldViewPr snapToGrid="0">
      <p:cViewPr varScale="1">
        <p:scale>
          <a:sx n="92" d="100"/>
          <a:sy n="92" d="100"/>
        </p:scale>
        <p:origin x="364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042AFF-A417-474C-8EA5-4E9CC476CC7B}" type="doc">
      <dgm:prSet loTypeId="urn:microsoft.com/office/officeart/2018/2/layout/IconVerticalSolidList#1" loCatId="icon" qsTypeId="urn:microsoft.com/office/officeart/2005/8/quickstyle/simple1#1" qsCatId="simple" csTypeId="urn:microsoft.com/office/officeart/2018/5/colors/Iconchunking_neutralbg_accent0_3#1" csCatId="mainScheme" phldr="1"/>
      <dgm:spPr/>
      <dgm:t>
        <a:bodyPr/>
        <a:lstStyle/>
        <a:p>
          <a:endParaRPr lang="en-US"/>
        </a:p>
      </dgm:t>
    </dgm:pt>
    <dgm:pt modelId="{DF2832CE-225A-4EBC-86BA-0DDD7718D46F}">
      <dgm:prSet/>
      <dgm:spPr/>
      <dgm:t>
        <a:bodyPr/>
        <a:lstStyle/>
        <a:p>
          <a:pPr rtl="0"/>
          <a:r>
            <a:rPr lang="en-US" dirty="0">
              <a:latin typeface="Aptos Narrow"/>
            </a:rPr>
            <a:t>Front-end :-  ASP.NET Core MVC forms, Bootstrap, HTML, CSS, Javascript </a:t>
          </a:r>
        </a:p>
      </dgm:t>
    </dgm:pt>
    <dgm:pt modelId="{9541A4A7-C8FA-4AEA-AEB9-40E1095F1E4A}" type="parTrans" cxnId="{93FB62C7-E7E3-408D-A223-A9417399449A}">
      <dgm:prSet/>
      <dgm:spPr/>
      <dgm:t>
        <a:bodyPr/>
        <a:lstStyle/>
        <a:p>
          <a:endParaRPr lang="en-US"/>
        </a:p>
      </dgm:t>
    </dgm:pt>
    <dgm:pt modelId="{F7364925-929E-4C93-B047-69DDE3F1D140}" type="sibTrans" cxnId="{93FB62C7-E7E3-408D-A223-A941739944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8C8732-A458-418C-BCB4-AE2464E660E8}">
      <dgm:prSet/>
      <dgm:spPr/>
      <dgm:t>
        <a:bodyPr/>
        <a:lstStyle/>
        <a:p>
          <a:pPr rtl="0"/>
          <a:r>
            <a:rPr lang="en-US" dirty="0">
              <a:latin typeface="Aptos Narrow"/>
            </a:rPr>
            <a:t>Back-end :-  C#, SQL Server 16.0.1000.6.                                                                              </a:t>
          </a:r>
        </a:p>
      </dgm:t>
    </dgm:pt>
    <dgm:pt modelId="{85063E11-6EF9-48E8-9C50-7CA6AB7D4ECB}" type="parTrans" cxnId="{B45BFC13-4A68-43C5-8F29-9455A3EB3F60}">
      <dgm:prSet/>
      <dgm:spPr/>
      <dgm:t>
        <a:bodyPr/>
        <a:lstStyle/>
        <a:p>
          <a:endParaRPr lang="en-US"/>
        </a:p>
      </dgm:t>
    </dgm:pt>
    <dgm:pt modelId="{B08EE26B-14F1-4516-AA57-24F19F08030C}" type="sibTrans" cxnId="{B45BFC13-4A68-43C5-8F29-9455A3EB3F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E277BC-E96C-4223-AD70-0CEC084DACAF}">
      <dgm:prSet/>
      <dgm:spPr/>
      <dgm:t>
        <a:bodyPr/>
        <a:lstStyle/>
        <a:p>
          <a:pPr rtl="0"/>
          <a:r>
            <a:rPr lang="en-US" dirty="0">
              <a:latin typeface="Aptos Narrow"/>
            </a:rPr>
            <a:t>IDE :-  Visual Studio 2022</a:t>
          </a:r>
        </a:p>
      </dgm:t>
    </dgm:pt>
    <dgm:pt modelId="{93707B07-553D-405D-BB86-28DF97C80419}" type="parTrans" cxnId="{2E97C0FC-2D7B-480C-83E4-BC61BDA35E24}">
      <dgm:prSet/>
      <dgm:spPr/>
      <dgm:t>
        <a:bodyPr/>
        <a:lstStyle/>
        <a:p>
          <a:endParaRPr lang="en-US"/>
        </a:p>
      </dgm:t>
    </dgm:pt>
    <dgm:pt modelId="{DB0EA1E5-D2C7-4608-A57E-BA53113CE4B4}" type="sibTrans" cxnId="{2E97C0FC-2D7B-480C-83E4-BC61BDA35E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23FC89-D209-4C07-879A-1F20AAA7AC2A}">
      <dgm:prSet/>
      <dgm:spPr/>
      <dgm:t>
        <a:bodyPr/>
        <a:lstStyle/>
        <a:p>
          <a:pPr rtl="0"/>
          <a:r>
            <a:rPr lang="en-US" dirty="0">
              <a:latin typeface="Aptos Narrow"/>
            </a:rPr>
            <a:t>Software Requirement :-  .NET Framework Operating system-windows 11(64 bits) or Above</a:t>
          </a:r>
        </a:p>
      </dgm:t>
    </dgm:pt>
    <dgm:pt modelId="{8798DCBB-E66F-4281-AC57-F9056110E606}" type="parTrans" cxnId="{FCEED0BA-0DF5-489F-9FC3-2D359899B71F}">
      <dgm:prSet/>
      <dgm:spPr/>
      <dgm:t>
        <a:bodyPr/>
        <a:lstStyle/>
        <a:p>
          <a:endParaRPr lang="en-US"/>
        </a:p>
      </dgm:t>
    </dgm:pt>
    <dgm:pt modelId="{98BA67B0-322E-47BC-9239-047BA4350D8C}" type="sibTrans" cxnId="{FCEED0BA-0DF5-489F-9FC3-2D359899B71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9AAC81-8353-4650-9FFD-813B163DB5D3}">
      <dgm:prSet/>
      <dgm:spPr/>
      <dgm:t>
        <a:bodyPr/>
        <a:lstStyle/>
        <a:p>
          <a:pPr rtl="0"/>
          <a:r>
            <a:rPr lang="en-US" b="0" u="none" dirty="0">
              <a:latin typeface="Aptos Narrow"/>
            </a:rPr>
            <a:t>Hardware Requirement</a:t>
          </a:r>
          <a:r>
            <a:rPr lang="en-US" b="0" dirty="0">
              <a:solidFill>
                <a:schemeClr val="tx1"/>
              </a:solidFill>
              <a:latin typeface="Aptos Narrow"/>
            </a:rPr>
            <a:t> </a:t>
          </a:r>
          <a:r>
            <a:rPr lang="en-US" dirty="0">
              <a:latin typeface="Aptos Narrow"/>
            </a:rPr>
            <a:t>:-  Memory : 8 GB  RAM, Processor : core i3, Ryzen 5 or Above </a:t>
          </a:r>
          <a:endParaRPr lang="en-US" dirty="0"/>
        </a:p>
      </dgm:t>
    </dgm:pt>
    <dgm:pt modelId="{78A2F74E-36DA-4085-A538-44ADCC641385}" type="parTrans" cxnId="{E34FB3F6-0995-4F8D-B90B-5BC4CA568157}">
      <dgm:prSet/>
      <dgm:spPr/>
      <dgm:t>
        <a:bodyPr/>
        <a:lstStyle/>
        <a:p>
          <a:endParaRPr lang="en-US"/>
        </a:p>
      </dgm:t>
    </dgm:pt>
    <dgm:pt modelId="{DAFD94AD-840B-4679-A423-AD857CA62999}" type="sibTrans" cxnId="{E34FB3F6-0995-4F8D-B90B-5BC4CA568157}">
      <dgm:prSet/>
      <dgm:spPr/>
      <dgm:t>
        <a:bodyPr/>
        <a:lstStyle/>
        <a:p>
          <a:endParaRPr lang="en-US"/>
        </a:p>
      </dgm:t>
    </dgm:pt>
    <dgm:pt modelId="{5A3AF44A-1B65-4AA2-B0FD-B6A00D27F454}" type="pres">
      <dgm:prSet presAssocID="{B1042AFF-A417-474C-8EA5-4E9CC476CC7B}" presName="root" presStyleCnt="0">
        <dgm:presLayoutVars>
          <dgm:dir/>
          <dgm:resizeHandles val="exact"/>
        </dgm:presLayoutVars>
      </dgm:prSet>
      <dgm:spPr/>
    </dgm:pt>
    <dgm:pt modelId="{EED210FD-D827-4030-9AD6-AC8C9F3CD8ED}" type="pres">
      <dgm:prSet presAssocID="{DF2832CE-225A-4EBC-86BA-0DDD7718D46F}" presName="compNode" presStyleCnt="0"/>
      <dgm:spPr/>
    </dgm:pt>
    <dgm:pt modelId="{C9D2C761-2651-459E-9A4F-9EB083A88363}" type="pres">
      <dgm:prSet presAssocID="{DF2832CE-225A-4EBC-86BA-0DDD7718D46F}" presName="bgRect" presStyleLbl="bgShp" presStyleIdx="0" presStyleCnt="5"/>
      <dgm:spPr/>
    </dgm:pt>
    <dgm:pt modelId="{AA450211-E787-4C35-BAA1-32CC179E1346}" type="pres">
      <dgm:prSet presAssocID="{DF2832CE-225A-4EBC-86BA-0DDD7718D4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5478FC1E-292F-487A-A5B5-C69BA7E6AE1E}" type="pres">
      <dgm:prSet presAssocID="{DF2832CE-225A-4EBC-86BA-0DDD7718D46F}" presName="spaceRect" presStyleCnt="0"/>
      <dgm:spPr/>
    </dgm:pt>
    <dgm:pt modelId="{7FF11570-525D-44EF-A2B8-5C25B2E6B6A8}" type="pres">
      <dgm:prSet presAssocID="{DF2832CE-225A-4EBC-86BA-0DDD7718D46F}" presName="parTx" presStyleLbl="revTx" presStyleIdx="0" presStyleCnt="5">
        <dgm:presLayoutVars>
          <dgm:chMax val="0"/>
          <dgm:chPref val="0"/>
        </dgm:presLayoutVars>
      </dgm:prSet>
      <dgm:spPr/>
    </dgm:pt>
    <dgm:pt modelId="{50EF0F9B-45DE-47FB-918A-D861E7B60F3F}" type="pres">
      <dgm:prSet presAssocID="{F7364925-929E-4C93-B047-69DDE3F1D140}" presName="sibTrans" presStyleCnt="0"/>
      <dgm:spPr/>
    </dgm:pt>
    <dgm:pt modelId="{96C90B4F-1C7C-4B50-A386-84CD4F2F2635}" type="pres">
      <dgm:prSet presAssocID="{808C8732-A458-418C-BCB4-AE2464E660E8}" presName="compNode" presStyleCnt="0"/>
      <dgm:spPr/>
    </dgm:pt>
    <dgm:pt modelId="{19E6F0E7-86D8-44F3-A9B7-F8C8CFE466E1}" type="pres">
      <dgm:prSet presAssocID="{808C8732-A458-418C-BCB4-AE2464E660E8}" presName="bgRect" presStyleLbl="bgShp" presStyleIdx="1" presStyleCnt="5"/>
      <dgm:spPr/>
    </dgm:pt>
    <dgm:pt modelId="{9F4C1494-8A8A-45F5-AAAB-ABD42F821A9A}" type="pres">
      <dgm:prSet presAssocID="{808C8732-A458-418C-BCB4-AE2464E660E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65C70886-9BD3-4FB4-B7DD-DFDE1C87FC1E}" type="pres">
      <dgm:prSet presAssocID="{808C8732-A458-418C-BCB4-AE2464E660E8}" presName="spaceRect" presStyleCnt="0"/>
      <dgm:spPr/>
    </dgm:pt>
    <dgm:pt modelId="{C47E3C87-3072-43B4-BA29-726548B84782}" type="pres">
      <dgm:prSet presAssocID="{808C8732-A458-418C-BCB4-AE2464E660E8}" presName="parTx" presStyleLbl="revTx" presStyleIdx="1" presStyleCnt="5">
        <dgm:presLayoutVars>
          <dgm:chMax val="0"/>
          <dgm:chPref val="0"/>
        </dgm:presLayoutVars>
      </dgm:prSet>
      <dgm:spPr/>
    </dgm:pt>
    <dgm:pt modelId="{A6807090-C347-4248-B10E-343C713C4FE4}" type="pres">
      <dgm:prSet presAssocID="{B08EE26B-14F1-4516-AA57-24F19F08030C}" presName="sibTrans" presStyleCnt="0"/>
      <dgm:spPr/>
    </dgm:pt>
    <dgm:pt modelId="{47F447E4-888B-41B0-9FA5-E34C279B76F9}" type="pres">
      <dgm:prSet presAssocID="{6BE277BC-E96C-4223-AD70-0CEC084DACAF}" presName="compNode" presStyleCnt="0"/>
      <dgm:spPr/>
    </dgm:pt>
    <dgm:pt modelId="{BB1AD7C6-AD36-4E4E-B700-672422A53C89}" type="pres">
      <dgm:prSet presAssocID="{6BE277BC-E96C-4223-AD70-0CEC084DACAF}" presName="bgRect" presStyleLbl="bgShp" presStyleIdx="2" presStyleCnt="5"/>
      <dgm:spPr/>
    </dgm:pt>
    <dgm:pt modelId="{3379EF3D-6D36-4B36-A724-83476A0E0AD9}" type="pres">
      <dgm:prSet presAssocID="{6BE277BC-E96C-4223-AD70-0CEC084DACA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F6612549-8308-4B6F-A7BA-5C2D2718A8FB}" type="pres">
      <dgm:prSet presAssocID="{6BE277BC-E96C-4223-AD70-0CEC084DACAF}" presName="spaceRect" presStyleCnt="0"/>
      <dgm:spPr/>
    </dgm:pt>
    <dgm:pt modelId="{F7E7B41E-3C4C-4564-883D-C240AB4DCF49}" type="pres">
      <dgm:prSet presAssocID="{6BE277BC-E96C-4223-AD70-0CEC084DACAF}" presName="parTx" presStyleLbl="revTx" presStyleIdx="2" presStyleCnt="5">
        <dgm:presLayoutVars>
          <dgm:chMax val="0"/>
          <dgm:chPref val="0"/>
        </dgm:presLayoutVars>
      </dgm:prSet>
      <dgm:spPr/>
    </dgm:pt>
    <dgm:pt modelId="{F57B3628-1247-4579-9756-EA83EE98203D}" type="pres">
      <dgm:prSet presAssocID="{DB0EA1E5-D2C7-4608-A57E-BA53113CE4B4}" presName="sibTrans" presStyleCnt="0"/>
      <dgm:spPr/>
    </dgm:pt>
    <dgm:pt modelId="{CD0AE759-EEBE-4CDC-A31B-5816F590B848}" type="pres">
      <dgm:prSet presAssocID="{8C23FC89-D209-4C07-879A-1F20AAA7AC2A}" presName="compNode" presStyleCnt="0"/>
      <dgm:spPr/>
    </dgm:pt>
    <dgm:pt modelId="{4D1C880A-839C-4882-BD80-12F30CA8F89A}" type="pres">
      <dgm:prSet presAssocID="{8C23FC89-D209-4C07-879A-1F20AAA7AC2A}" presName="bgRect" presStyleLbl="bgShp" presStyleIdx="3" presStyleCnt="5"/>
      <dgm:spPr/>
    </dgm:pt>
    <dgm:pt modelId="{43B192B6-03A6-4C38-B2A4-6A12FAE27E88}" type="pres">
      <dgm:prSet presAssocID="{8C23FC89-D209-4C07-879A-1F20AAA7AC2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7DB65416-AC60-4E52-BCBD-FFE2024280CC}" type="pres">
      <dgm:prSet presAssocID="{8C23FC89-D209-4C07-879A-1F20AAA7AC2A}" presName="spaceRect" presStyleCnt="0"/>
      <dgm:spPr/>
    </dgm:pt>
    <dgm:pt modelId="{E5629A8A-5302-40C3-A7FE-B1460B2F164F}" type="pres">
      <dgm:prSet presAssocID="{8C23FC89-D209-4C07-879A-1F20AAA7AC2A}" presName="parTx" presStyleLbl="revTx" presStyleIdx="3" presStyleCnt="5">
        <dgm:presLayoutVars>
          <dgm:chMax val="0"/>
          <dgm:chPref val="0"/>
        </dgm:presLayoutVars>
      </dgm:prSet>
      <dgm:spPr/>
    </dgm:pt>
    <dgm:pt modelId="{9A084615-B77F-4076-8EE4-65EACC3FED95}" type="pres">
      <dgm:prSet presAssocID="{98BA67B0-322E-47BC-9239-047BA4350D8C}" presName="sibTrans" presStyleCnt="0"/>
      <dgm:spPr/>
    </dgm:pt>
    <dgm:pt modelId="{4EABEBEA-9F00-42F0-8103-93BA91F84F65}" type="pres">
      <dgm:prSet presAssocID="{829AAC81-8353-4650-9FFD-813B163DB5D3}" presName="compNode" presStyleCnt="0"/>
      <dgm:spPr/>
    </dgm:pt>
    <dgm:pt modelId="{9F28252F-95F8-44FC-87F2-C51394E6B737}" type="pres">
      <dgm:prSet presAssocID="{829AAC81-8353-4650-9FFD-813B163DB5D3}" presName="bgRect" presStyleLbl="bgShp" presStyleIdx="4" presStyleCnt="5"/>
      <dgm:spPr/>
    </dgm:pt>
    <dgm:pt modelId="{82CF6EF5-B098-47A3-A198-11278C1FC39F}" type="pres">
      <dgm:prSet presAssocID="{829AAC81-8353-4650-9FFD-813B163DB5D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C78FAFC6-D66F-4AC4-AF23-FD5C70880D58}" type="pres">
      <dgm:prSet presAssocID="{829AAC81-8353-4650-9FFD-813B163DB5D3}" presName="spaceRect" presStyleCnt="0"/>
      <dgm:spPr/>
    </dgm:pt>
    <dgm:pt modelId="{2F9127AA-8C7C-434E-9F70-8E0B8D0B4F80}" type="pres">
      <dgm:prSet presAssocID="{829AAC81-8353-4650-9FFD-813B163DB5D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5BFC13-4A68-43C5-8F29-9455A3EB3F60}" srcId="{B1042AFF-A417-474C-8EA5-4E9CC476CC7B}" destId="{808C8732-A458-418C-BCB4-AE2464E660E8}" srcOrd="1" destOrd="0" parTransId="{85063E11-6EF9-48E8-9C50-7CA6AB7D4ECB}" sibTransId="{B08EE26B-14F1-4516-AA57-24F19F08030C}"/>
    <dgm:cxn modelId="{1C714E2A-7A69-41CD-8659-2BB6DE3EA701}" type="presOf" srcId="{DF2832CE-225A-4EBC-86BA-0DDD7718D46F}" destId="{7FF11570-525D-44EF-A2B8-5C25B2E6B6A8}" srcOrd="0" destOrd="0" presId="urn:microsoft.com/office/officeart/2018/2/layout/IconVerticalSolidList#1"/>
    <dgm:cxn modelId="{2AE698B5-1544-41EC-A811-4E6D7440EB60}" type="presOf" srcId="{829AAC81-8353-4650-9FFD-813B163DB5D3}" destId="{2F9127AA-8C7C-434E-9F70-8E0B8D0B4F80}" srcOrd="0" destOrd="0" presId="urn:microsoft.com/office/officeart/2018/2/layout/IconVerticalSolidList#1"/>
    <dgm:cxn modelId="{FCEED0BA-0DF5-489F-9FC3-2D359899B71F}" srcId="{B1042AFF-A417-474C-8EA5-4E9CC476CC7B}" destId="{8C23FC89-D209-4C07-879A-1F20AAA7AC2A}" srcOrd="3" destOrd="0" parTransId="{8798DCBB-E66F-4281-AC57-F9056110E606}" sibTransId="{98BA67B0-322E-47BC-9239-047BA4350D8C}"/>
    <dgm:cxn modelId="{3FE475C1-65F7-46D4-9935-82B139439B01}" type="presOf" srcId="{6BE277BC-E96C-4223-AD70-0CEC084DACAF}" destId="{F7E7B41E-3C4C-4564-883D-C240AB4DCF49}" srcOrd="0" destOrd="0" presId="urn:microsoft.com/office/officeart/2018/2/layout/IconVerticalSolidList#1"/>
    <dgm:cxn modelId="{93FB62C7-E7E3-408D-A223-A9417399449A}" srcId="{B1042AFF-A417-474C-8EA5-4E9CC476CC7B}" destId="{DF2832CE-225A-4EBC-86BA-0DDD7718D46F}" srcOrd="0" destOrd="0" parTransId="{9541A4A7-C8FA-4AEA-AEB9-40E1095F1E4A}" sibTransId="{F7364925-929E-4C93-B047-69DDE3F1D140}"/>
    <dgm:cxn modelId="{149DFBD9-25A7-4857-9539-CB72E72A92A9}" type="presOf" srcId="{B1042AFF-A417-474C-8EA5-4E9CC476CC7B}" destId="{5A3AF44A-1B65-4AA2-B0FD-B6A00D27F454}" srcOrd="0" destOrd="0" presId="urn:microsoft.com/office/officeart/2018/2/layout/IconVerticalSolidList#1"/>
    <dgm:cxn modelId="{C40B6ADE-04DF-4FBF-8C15-E18EADCF1332}" type="presOf" srcId="{808C8732-A458-418C-BCB4-AE2464E660E8}" destId="{C47E3C87-3072-43B4-BA29-726548B84782}" srcOrd="0" destOrd="0" presId="urn:microsoft.com/office/officeart/2018/2/layout/IconVerticalSolidList#1"/>
    <dgm:cxn modelId="{9ABA53E4-6BEB-43FE-8E21-AFDCB66F0E99}" type="presOf" srcId="{8C23FC89-D209-4C07-879A-1F20AAA7AC2A}" destId="{E5629A8A-5302-40C3-A7FE-B1460B2F164F}" srcOrd="0" destOrd="0" presId="urn:microsoft.com/office/officeart/2018/2/layout/IconVerticalSolidList#1"/>
    <dgm:cxn modelId="{E34FB3F6-0995-4F8D-B90B-5BC4CA568157}" srcId="{B1042AFF-A417-474C-8EA5-4E9CC476CC7B}" destId="{829AAC81-8353-4650-9FFD-813B163DB5D3}" srcOrd="4" destOrd="0" parTransId="{78A2F74E-36DA-4085-A538-44ADCC641385}" sibTransId="{DAFD94AD-840B-4679-A423-AD857CA62999}"/>
    <dgm:cxn modelId="{2E97C0FC-2D7B-480C-83E4-BC61BDA35E24}" srcId="{B1042AFF-A417-474C-8EA5-4E9CC476CC7B}" destId="{6BE277BC-E96C-4223-AD70-0CEC084DACAF}" srcOrd="2" destOrd="0" parTransId="{93707B07-553D-405D-BB86-28DF97C80419}" sibTransId="{DB0EA1E5-D2C7-4608-A57E-BA53113CE4B4}"/>
    <dgm:cxn modelId="{6AA867BB-5E1B-409E-BFE9-3BFD9307F520}" type="presParOf" srcId="{5A3AF44A-1B65-4AA2-B0FD-B6A00D27F454}" destId="{EED210FD-D827-4030-9AD6-AC8C9F3CD8ED}" srcOrd="0" destOrd="0" presId="urn:microsoft.com/office/officeart/2018/2/layout/IconVerticalSolidList#1"/>
    <dgm:cxn modelId="{222EF5B5-56EE-4B4F-9185-6EB28F4CE94D}" type="presParOf" srcId="{EED210FD-D827-4030-9AD6-AC8C9F3CD8ED}" destId="{C9D2C761-2651-459E-9A4F-9EB083A88363}" srcOrd="0" destOrd="0" presId="urn:microsoft.com/office/officeart/2018/2/layout/IconVerticalSolidList#1"/>
    <dgm:cxn modelId="{2894A9B0-7DF1-46D5-A26F-6B31CD63F80C}" type="presParOf" srcId="{EED210FD-D827-4030-9AD6-AC8C9F3CD8ED}" destId="{AA450211-E787-4C35-BAA1-32CC179E1346}" srcOrd="1" destOrd="0" presId="urn:microsoft.com/office/officeart/2018/2/layout/IconVerticalSolidList#1"/>
    <dgm:cxn modelId="{76EFC368-B522-46D7-91F0-112CBC2AB083}" type="presParOf" srcId="{EED210FD-D827-4030-9AD6-AC8C9F3CD8ED}" destId="{5478FC1E-292F-487A-A5B5-C69BA7E6AE1E}" srcOrd="2" destOrd="0" presId="urn:microsoft.com/office/officeart/2018/2/layout/IconVerticalSolidList#1"/>
    <dgm:cxn modelId="{27414CDE-8703-4365-B7D8-F9BADEB965DC}" type="presParOf" srcId="{EED210FD-D827-4030-9AD6-AC8C9F3CD8ED}" destId="{7FF11570-525D-44EF-A2B8-5C25B2E6B6A8}" srcOrd="3" destOrd="0" presId="urn:microsoft.com/office/officeart/2018/2/layout/IconVerticalSolidList#1"/>
    <dgm:cxn modelId="{B89F1503-E3B7-4378-AF79-F82BF0555EF3}" type="presParOf" srcId="{5A3AF44A-1B65-4AA2-B0FD-B6A00D27F454}" destId="{50EF0F9B-45DE-47FB-918A-D861E7B60F3F}" srcOrd="1" destOrd="0" presId="urn:microsoft.com/office/officeart/2018/2/layout/IconVerticalSolidList#1"/>
    <dgm:cxn modelId="{BAD76A46-7BC7-43DF-8AC4-540C28E88D74}" type="presParOf" srcId="{5A3AF44A-1B65-4AA2-B0FD-B6A00D27F454}" destId="{96C90B4F-1C7C-4B50-A386-84CD4F2F2635}" srcOrd="2" destOrd="0" presId="urn:microsoft.com/office/officeart/2018/2/layout/IconVerticalSolidList#1"/>
    <dgm:cxn modelId="{79E47FC4-EDBD-4CC7-917C-A8EC0E8AC4C0}" type="presParOf" srcId="{96C90B4F-1C7C-4B50-A386-84CD4F2F2635}" destId="{19E6F0E7-86D8-44F3-A9B7-F8C8CFE466E1}" srcOrd="0" destOrd="0" presId="urn:microsoft.com/office/officeart/2018/2/layout/IconVerticalSolidList#1"/>
    <dgm:cxn modelId="{49E3B858-F280-467B-919F-71D13FB586DC}" type="presParOf" srcId="{96C90B4F-1C7C-4B50-A386-84CD4F2F2635}" destId="{9F4C1494-8A8A-45F5-AAAB-ABD42F821A9A}" srcOrd="1" destOrd="0" presId="urn:microsoft.com/office/officeart/2018/2/layout/IconVerticalSolidList#1"/>
    <dgm:cxn modelId="{70594827-4B20-4956-A95B-08EB9B47B699}" type="presParOf" srcId="{96C90B4F-1C7C-4B50-A386-84CD4F2F2635}" destId="{65C70886-9BD3-4FB4-B7DD-DFDE1C87FC1E}" srcOrd="2" destOrd="0" presId="urn:microsoft.com/office/officeart/2018/2/layout/IconVerticalSolidList#1"/>
    <dgm:cxn modelId="{A05AFA67-8B35-4770-924A-993FBF28AE7F}" type="presParOf" srcId="{96C90B4F-1C7C-4B50-A386-84CD4F2F2635}" destId="{C47E3C87-3072-43B4-BA29-726548B84782}" srcOrd="3" destOrd="0" presId="urn:microsoft.com/office/officeart/2018/2/layout/IconVerticalSolidList#1"/>
    <dgm:cxn modelId="{9CA942DD-CA7B-44DA-8FA6-FA8B92AA8EDC}" type="presParOf" srcId="{5A3AF44A-1B65-4AA2-B0FD-B6A00D27F454}" destId="{A6807090-C347-4248-B10E-343C713C4FE4}" srcOrd="3" destOrd="0" presId="urn:microsoft.com/office/officeart/2018/2/layout/IconVerticalSolidList#1"/>
    <dgm:cxn modelId="{5431E050-E2FC-4348-8D7A-B2B5469ABF08}" type="presParOf" srcId="{5A3AF44A-1B65-4AA2-B0FD-B6A00D27F454}" destId="{47F447E4-888B-41B0-9FA5-E34C279B76F9}" srcOrd="4" destOrd="0" presId="urn:microsoft.com/office/officeart/2018/2/layout/IconVerticalSolidList#1"/>
    <dgm:cxn modelId="{AB6EBC3E-BDDE-441E-8F6B-A389BEE49F4F}" type="presParOf" srcId="{47F447E4-888B-41B0-9FA5-E34C279B76F9}" destId="{BB1AD7C6-AD36-4E4E-B700-672422A53C89}" srcOrd="0" destOrd="0" presId="urn:microsoft.com/office/officeart/2018/2/layout/IconVerticalSolidList#1"/>
    <dgm:cxn modelId="{2A5CF850-D445-475B-98E6-8C329CF7A98A}" type="presParOf" srcId="{47F447E4-888B-41B0-9FA5-E34C279B76F9}" destId="{3379EF3D-6D36-4B36-A724-83476A0E0AD9}" srcOrd="1" destOrd="0" presId="urn:microsoft.com/office/officeart/2018/2/layout/IconVerticalSolidList#1"/>
    <dgm:cxn modelId="{C453D453-CD19-4CCF-B22F-3AB69FFC25D2}" type="presParOf" srcId="{47F447E4-888B-41B0-9FA5-E34C279B76F9}" destId="{F6612549-8308-4B6F-A7BA-5C2D2718A8FB}" srcOrd="2" destOrd="0" presId="urn:microsoft.com/office/officeart/2018/2/layout/IconVerticalSolidList#1"/>
    <dgm:cxn modelId="{AE0EE39C-373E-4061-B280-4A47842F84DC}" type="presParOf" srcId="{47F447E4-888B-41B0-9FA5-E34C279B76F9}" destId="{F7E7B41E-3C4C-4564-883D-C240AB4DCF49}" srcOrd="3" destOrd="0" presId="urn:microsoft.com/office/officeart/2018/2/layout/IconVerticalSolidList#1"/>
    <dgm:cxn modelId="{324DD336-ECEA-40DD-84DF-F2F2AEFAC13F}" type="presParOf" srcId="{5A3AF44A-1B65-4AA2-B0FD-B6A00D27F454}" destId="{F57B3628-1247-4579-9756-EA83EE98203D}" srcOrd="5" destOrd="0" presId="urn:microsoft.com/office/officeart/2018/2/layout/IconVerticalSolidList#1"/>
    <dgm:cxn modelId="{F24CD932-7E1F-42EA-81BD-07C80833E0C1}" type="presParOf" srcId="{5A3AF44A-1B65-4AA2-B0FD-B6A00D27F454}" destId="{CD0AE759-EEBE-4CDC-A31B-5816F590B848}" srcOrd="6" destOrd="0" presId="urn:microsoft.com/office/officeart/2018/2/layout/IconVerticalSolidList#1"/>
    <dgm:cxn modelId="{2D155272-5EAD-4235-85D5-9F13632BD007}" type="presParOf" srcId="{CD0AE759-EEBE-4CDC-A31B-5816F590B848}" destId="{4D1C880A-839C-4882-BD80-12F30CA8F89A}" srcOrd="0" destOrd="0" presId="urn:microsoft.com/office/officeart/2018/2/layout/IconVerticalSolidList#1"/>
    <dgm:cxn modelId="{9A997132-A14A-4BBD-A644-77BB8756343A}" type="presParOf" srcId="{CD0AE759-EEBE-4CDC-A31B-5816F590B848}" destId="{43B192B6-03A6-4C38-B2A4-6A12FAE27E88}" srcOrd="1" destOrd="0" presId="urn:microsoft.com/office/officeart/2018/2/layout/IconVerticalSolidList#1"/>
    <dgm:cxn modelId="{4EE06476-3FC0-4021-B194-A3C5851C081A}" type="presParOf" srcId="{CD0AE759-EEBE-4CDC-A31B-5816F590B848}" destId="{7DB65416-AC60-4E52-BCBD-FFE2024280CC}" srcOrd="2" destOrd="0" presId="urn:microsoft.com/office/officeart/2018/2/layout/IconVerticalSolidList#1"/>
    <dgm:cxn modelId="{9C443600-37A4-4049-8F32-BCCDB0C28712}" type="presParOf" srcId="{CD0AE759-EEBE-4CDC-A31B-5816F590B848}" destId="{E5629A8A-5302-40C3-A7FE-B1460B2F164F}" srcOrd="3" destOrd="0" presId="urn:microsoft.com/office/officeart/2018/2/layout/IconVerticalSolidList#1"/>
    <dgm:cxn modelId="{64B861B7-BA95-4824-B4D8-4DDAE4197F8A}" type="presParOf" srcId="{5A3AF44A-1B65-4AA2-B0FD-B6A00D27F454}" destId="{9A084615-B77F-4076-8EE4-65EACC3FED95}" srcOrd="7" destOrd="0" presId="urn:microsoft.com/office/officeart/2018/2/layout/IconVerticalSolidList#1"/>
    <dgm:cxn modelId="{F8F49889-15A0-4FC7-BA65-B78692FD5DBA}" type="presParOf" srcId="{5A3AF44A-1B65-4AA2-B0FD-B6A00D27F454}" destId="{4EABEBEA-9F00-42F0-8103-93BA91F84F65}" srcOrd="8" destOrd="0" presId="urn:microsoft.com/office/officeart/2018/2/layout/IconVerticalSolidList#1"/>
    <dgm:cxn modelId="{C5C28948-7739-40A3-8E2E-72E934917C75}" type="presParOf" srcId="{4EABEBEA-9F00-42F0-8103-93BA91F84F65}" destId="{9F28252F-95F8-44FC-87F2-C51394E6B737}" srcOrd="0" destOrd="0" presId="urn:microsoft.com/office/officeart/2018/2/layout/IconVerticalSolidList#1"/>
    <dgm:cxn modelId="{B67ADBBA-9E8D-40A8-A146-83CE727B1D76}" type="presParOf" srcId="{4EABEBEA-9F00-42F0-8103-93BA91F84F65}" destId="{82CF6EF5-B098-47A3-A198-11278C1FC39F}" srcOrd="1" destOrd="0" presId="urn:microsoft.com/office/officeart/2018/2/layout/IconVerticalSolidList#1"/>
    <dgm:cxn modelId="{FE07D8E5-6EC6-414D-883F-E0EABA8E0417}" type="presParOf" srcId="{4EABEBEA-9F00-42F0-8103-93BA91F84F65}" destId="{C78FAFC6-D66F-4AC4-AF23-FD5C70880D58}" srcOrd="2" destOrd="0" presId="urn:microsoft.com/office/officeart/2018/2/layout/IconVerticalSolidList#1"/>
    <dgm:cxn modelId="{F8047888-9814-4FA7-99B4-2D9C5E5F9074}" type="presParOf" srcId="{4EABEBEA-9F00-42F0-8103-93BA91F84F65}" destId="{2F9127AA-8C7C-434E-9F70-8E0B8D0B4F80}" srcOrd="3" destOrd="0" presId="urn:microsoft.com/office/officeart/2018/2/layout/IconVerticalSolid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D2C761-2651-459E-9A4F-9EB083A88363}">
      <dsp:nvSpPr>
        <dsp:cNvPr id="0" name=""/>
        <dsp:cNvSpPr/>
      </dsp:nvSpPr>
      <dsp:spPr>
        <a:xfrm>
          <a:off x="0" y="4895"/>
          <a:ext cx="8807316" cy="10428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50211-E787-4C35-BAA1-32CC179E1346}">
      <dsp:nvSpPr>
        <dsp:cNvPr id="0" name=""/>
        <dsp:cNvSpPr/>
      </dsp:nvSpPr>
      <dsp:spPr>
        <a:xfrm>
          <a:off x="315451" y="239529"/>
          <a:ext cx="573548" cy="5735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11570-525D-44EF-A2B8-5C25B2E6B6A8}">
      <dsp:nvSpPr>
        <dsp:cNvPr id="0" name=""/>
        <dsp:cNvSpPr/>
      </dsp:nvSpPr>
      <dsp:spPr bwMode="white">
        <a:xfrm>
          <a:off x="1204452" y="4895"/>
          <a:ext cx="7602863" cy="1042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65" tIns="110365" rIns="110365" bIns="11036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Narrow"/>
            </a:rPr>
            <a:t>Front-end :-  ASP.NET Core MVC forms, Bootstrap, HTML, CSS, Javascript </a:t>
          </a:r>
        </a:p>
      </dsp:txBody>
      <dsp:txXfrm>
        <a:off x="1204452" y="4895"/>
        <a:ext cx="7602863" cy="1042815"/>
      </dsp:txXfrm>
    </dsp:sp>
    <dsp:sp modelId="{19E6F0E7-86D8-44F3-A9B7-F8C8CFE466E1}">
      <dsp:nvSpPr>
        <dsp:cNvPr id="0" name=""/>
        <dsp:cNvSpPr/>
      </dsp:nvSpPr>
      <dsp:spPr>
        <a:xfrm>
          <a:off x="0" y="1308415"/>
          <a:ext cx="8807316" cy="10428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C1494-8A8A-45F5-AAAB-ABD42F821A9A}">
      <dsp:nvSpPr>
        <dsp:cNvPr id="0" name=""/>
        <dsp:cNvSpPr/>
      </dsp:nvSpPr>
      <dsp:spPr>
        <a:xfrm>
          <a:off x="315451" y="1543049"/>
          <a:ext cx="573548" cy="5735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E3C87-3072-43B4-BA29-726548B84782}">
      <dsp:nvSpPr>
        <dsp:cNvPr id="0" name=""/>
        <dsp:cNvSpPr/>
      </dsp:nvSpPr>
      <dsp:spPr bwMode="white">
        <a:xfrm>
          <a:off x="1204452" y="1308415"/>
          <a:ext cx="7602863" cy="1042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65" tIns="110365" rIns="110365" bIns="11036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Narrow"/>
            </a:rPr>
            <a:t>Back-end :-  C#, SQL Server 16.0.1000.6.                                                                              </a:t>
          </a:r>
        </a:p>
      </dsp:txBody>
      <dsp:txXfrm>
        <a:off x="1204452" y="1308415"/>
        <a:ext cx="7602863" cy="1042815"/>
      </dsp:txXfrm>
    </dsp:sp>
    <dsp:sp modelId="{BB1AD7C6-AD36-4E4E-B700-672422A53C89}">
      <dsp:nvSpPr>
        <dsp:cNvPr id="0" name=""/>
        <dsp:cNvSpPr/>
      </dsp:nvSpPr>
      <dsp:spPr>
        <a:xfrm>
          <a:off x="0" y="2611935"/>
          <a:ext cx="8807316" cy="10428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9EF3D-6D36-4B36-A724-83476A0E0AD9}">
      <dsp:nvSpPr>
        <dsp:cNvPr id="0" name=""/>
        <dsp:cNvSpPr/>
      </dsp:nvSpPr>
      <dsp:spPr>
        <a:xfrm>
          <a:off x="315451" y="2846569"/>
          <a:ext cx="573548" cy="5735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7B41E-3C4C-4564-883D-C240AB4DCF49}">
      <dsp:nvSpPr>
        <dsp:cNvPr id="0" name=""/>
        <dsp:cNvSpPr/>
      </dsp:nvSpPr>
      <dsp:spPr bwMode="white">
        <a:xfrm>
          <a:off x="1204452" y="2611935"/>
          <a:ext cx="7602863" cy="1042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65" tIns="110365" rIns="110365" bIns="11036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Narrow"/>
            </a:rPr>
            <a:t>IDE :-  Visual Studio 2022</a:t>
          </a:r>
        </a:p>
      </dsp:txBody>
      <dsp:txXfrm>
        <a:off x="1204452" y="2611935"/>
        <a:ext cx="7602863" cy="1042815"/>
      </dsp:txXfrm>
    </dsp:sp>
    <dsp:sp modelId="{4D1C880A-839C-4882-BD80-12F30CA8F89A}">
      <dsp:nvSpPr>
        <dsp:cNvPr id="0" name=""/>
        <dsp:cNvSpPr/>
      </dsp:nvSpPr>
      <dsp:spPr>
        <a:xfrm>
          <a:off x="0" y="3915455"/>
          <a:ext cx="8807316" cy="10428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192B6-03A6-4C38-B2A4-6A12FAE27E88}">
      <dsp:nvSpPr>
        <dsp:cNvPr id="0" name=""/>
        <dsp:cNvSpPr/>
      </dsp:nvSpPr>
      <dsp:spPr>
        <a:xfrm>
          <a:off x="315451" y="4150088"/>
          <a:ext cx="573548" cy="5735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29A8A-5302-40C3-A7FE-B1460B2F164F}">
      <dsp:nvSpPr>
        <dsp:cNvPr id="0" name=""/>
        <dsp:cNvSpPr/>
      </dsp:nvSpPr>
      <dsp:spPr bwMode="white">
        <a:xfrm>
          <a:off x="1204452" y="3915455"/>
          <a:ext cx="7602863" cy="1042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65" tIns="110365" rIns="110365" bIns="11036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Narrow"/>
            </a:rPr>
            <a:t>Software Requirement :-  .NET Framework Operating system-windows 11(64 bits) or Above</a:t>
          </a:r>
        </a:p>
      </dsp:txBody>
      <dsp:txXfrm>
        <a:off x="1204452" y="3915455"/>
        <a:ext cx="7602863" cy="1042815"/>
      </dsp:txXfrm>
    </dsp:sp>
    <dsp:sp modelId="{9F28252F-95F8-44FC-87F2-C51394E6B737}">
      <dsp:nvSpPr>
        <dsp:cNvPr id="0" name=""/>
        <dsp:cNvSpPr/>
      </dsp:nvSpPr>
      <dsp:spPr>
        <a:xfrm>
          <a:off x="0" y="5218975"/>
          <a:ext cx="8807316" cy="104281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F6EF5-B098-47A3-A198-11278C1FC39F}">
      <dsp:nvSpPr>
        <dsp:cNvPr id="0" name=""/>
        <dsp:cNvSpPr/>
      </dsp:nvSpPr>
      <dsp:spPr>
        <a:xfrm>
          <a:off x="315451" y="5453608"/>
          <a:ext cx="573548" cy="5735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9127AA-8C7C-434E-9F70-8E0B8D0B4F80}">
      <dsp:nvSpPr>
        <dsp:cNvPr id="0" name=""/>
        <dsp:cNvSpPr/>
      </dsp:nvSpPr>
      <dsp:spPr bwMode="white">
        <a:xfrm>
          <a:off x="1204452" y="5218975"/>
          <a:ext cx="7602863" cy="1042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65" tIns="110365" rIns="110365" bIns="110365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u="none" kern="1200" dirty="0">
              <a:latin typeface="Aptos Narrow"/>
            </a:rPr>
            <a:t>Hardware Requirement</a:t>
          </a:r>
          <a:r>
            <a:rPr lang="en-US" sz="1900" b="0" kern="1200" dirty="0">
              <a:solidFill>
                <a:schemeClr val="tx1"/>
              </a:solidFill>
              <a:latin typeface="Aptos Narrow"/>
            </a:rPr>
            <a:t> </a:t>
          </a:r>
          <a:r>
            <a:rPr lang="en-US" sz="1900" kern="1200" dirty="0">
              <a:latin typeface="Aptos Narrow"/>
            </a:rPr>
            <a:t>:-  Memory : 8 GB  RAM, Processor : core i3, Ryzen 5 or Above </a:t>
          </a:r>
          <a:endParaRPr lang="en-US" sz="1900" kern="1200" dirty="0"/>
        </a:p>
      </dsp:txBody>
      <dsp:txXfrm>
        <a:off x="1204452" y="5218975"/>
        <a:ext cx="7602863" cy="1042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#1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CE2F-FEE4-4167-94A2-CE2B60E60431}" type="datetime1">
              <a:rPr lang="en-GB" smtClean="0"/>
              <a:t>09/09/2025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74D1B-A22E-4695-9CFA-5C4F1594D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2CD4A-195E-4FC0-9FAE-6556E1CF22DD}" type="datetime1">
              <a:rPr lang="en-GB" smtClean="0"/>
              <a:t>09/09/2025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06FE53-9F7C-8640-9A9C-886948BFFA5E}" type="slidenum">
              <a:rPr lang="en-GB" noProof="0" smtClean="0"/>
              <a:t>‹#›</a:t>
            </a:fld>
            <a:endParaRPr lang="en-GB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470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8986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noProof="0" smtClean="0"/>
              <a:t>47</a:t>
            </a:fld>
            <a:endParaRPr lang="en-GB" noProof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106FE53-9F7C-8640-9A9C-886948BFFA5E}" type="slidenum">
              <a:rPr lang="en-GB" smtClean="0"/>
              <a:t>59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 userDrawn="1"/>
        </p:nvSpPr>
        <p:spPr>
          <a:xfrm>
            <a:off x="5284957" y="1964194"/>
            <a:ext cx="5748489" cy="312063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84956" y="2990088"/>
            <a:ext cx="5748489" cy="1047371"/>
          </a:xfrm>
        </p:spPr>
        <p:txBody>
          <a:bodyPr rtlCol="0">
            <a:noAutofit/>
          </a:bodyPr>
          <a:lstStyle>
            <a:lvl1pPr algn="ctr">
              <a:lnSpc>
                <a:spcPct val="150000"/>
              </a:lnSpc>
              <a:defRPr sz="2400" cap="all" spc="6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7937913" y="5971416"/>
            <a:ext cx="170916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7832373" y="928116"/>
            <a:ext cx="19202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760489" cy="6858000"/>
          </a:xfrm>
          <a:custGeom>
            <a:avLst/>
            <a:gdLst>
              <a:gd name="connsiteX0" fmla="*/ 0 w 8760489"/>
              <a:gd name="connsiteY0" fmla="*/ 5148840 h 6858000"/>
              <a:gd name="connsiteX1" fmla="*/ 8760489 w 8760489"/>
              <a:gd name="connsiteY1" fmla="*/ 5148840 h 6858000"/>
              <a:gd name="connsiteX2" fmla="*/ 8760489 w 8760489"/>
              <a:gd name="connsiteY2" fmla="*/ 6858000 h 6858000"/>
              <a:gd name="connsiteX3" fmla="*/ 0 w 8760489"/>
              <a:gd name="connsiteY3" fmla="*/ 6858000 h 6858000"/>
              <a:gd name="connsiteX4" fmla="*/ 0 w 8760489"/>
              <a:gd name="connsiteY4" fmla="*/ 1964194 h 6858000"/>
              <a:gd name="connsiteX5" fmla="*/ 5284957 w 8760489"/>
              <a:gd name="connsiteY5" fmla="*/ 1964194 h 6858000"/>
              <a:gd name="connsiteX6" fmla="*/ 5284957 w 8760489"/>
              <a:gd name="connsiteY6" fmla="*/ 5084832 h 6858000"/>
              <a:gd name="connsiteX7" fmla="*/ 0 w 8760489"/>
              <a:gd name="connsiteY7" fmla="*/ 5084832 h 6858000"/>
              <a:gd name="connsiteX8" fmla="*/ 0 w 8760489"/>
              <a:gd name="connsiteY8" fmla="*/ 0 h 6858000"/>
              <a:gd name="connsiteX9" fmla="*/ 8760489 w 8760489"/>
              <a:gd name="connsiteY9" fmla="*/ 0 h 6858000"/>
              <a:gd name="connsiteX10" fmla="*/ 8760489 w 8760489"/>
              <a:gd name="connsiteY10" fmla="*/ 1900186 h 6858000"/>
              <a:gd name="connsiteX11" fmla="*/ 0 w 8760489"/>
              <a:gd name="connsiteY11" fmla="*/ 19001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0489" h="6858000">
                <a:moveTo>
                  <a:pt x="0" y="5148840"/>
                </a:moveTo>
                <a:lnTo>
                  <a:pt x="8760489" y="5148840"/>
                </a:lnTo>
                <a:lnTo>
                  <a:pt x="8760489" y="6858000"/>
                </a:lnTo>
                <a:lnTo>
                  <a:pt x="0" y="6858000"/>
                </a:lnTo>
                <a:close/>
                <a:moveTo>
                  <a:pt x="0" y="1964194"/>
                </a:moveTo>
                <a:lnTo>
                  <a:pt x="5284957" y="1964194"/>
                </a:lnTo>
                <a:lnTo>
                  <a:pt x="5284957" y="5084832"/>
                </a:lnTo>
                <a:lnTo>
                  <a:pt x="0" y="5084832"/>
                </a:lnTo>
                <a:close/>
                <a:moveTo>
                  <a:pt x="0" y="0"/>
                </a:moveTo>
                <a:lnTo>
                  <a:pt x="8760489" y="0"/>
                </a:lnTo>
                <a:lnTo>
                  <a:pt x="8760489" y="1900186"/>
                </a:lnTo>
                <a:lnTo>
                  <a:pt x="0" y="1900186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4"/>
          </p:nvPr>
        </p:nvSpPr>
        <p:spPr>
          <a:xfrm>
            <a:off x="5285232" y="1892808"/>
            <a:ext cx="5751576" cy="1051560"/>
          </a:xfrm>
        </p:spPr>
        <p:txBody>
          <a:bodyPr rtlCol="0" anchor="b">
            <a:normAutofit/>
          </a:bodyPr>
          <a:lstStyle>
            <a:lvl1pPr marL="0" indent="0" algn="ctr">
              <a:buNone/>
              <a:defRPr sz="1400" cap="all" spc="6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0" name="Text Placeholder 28"/>
          <p:cNvSpPr>
            <a:spLocks noGrp="1"/>
          </p:cNvSpPr>
          <p:nvPr>
            <p:ph type="body" sz="quarter" idx="15"/>
          </p:nvPr>
        </p:nvSpPr>
        <p:spPr>
          <a:xfrm>
            <a:off x="5285232" y="4096512"/>
            <a:ext cx="5751576" cy="1051560"/>
          </a:xfrm>
        </p:spPr>
        <p:txBody>
          <a:bodyPr rtlCol="0" anchor="t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all" spc="6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0" y="5084832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4" name="Rectangle 33"/>
          <p:cNvSpPr/>
          <p:nvPr userDrawn="1"/>
        </p:nvSpPr>
        <p:spPr>
          <a:xfrm>
            <a:off x="0" y="1900186"/>
            <a:ext cx="121999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mn 3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3023" y="1476915"/>
            <a:ext cx="2548964" cy="132556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defRPr sz="1400" cap="all" spc="600" baseline="0">
                <a:solidFill>
                  <a:schemeClr val="accent6">
                    <a:lumMod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2" name="Picture Placeholder 18"/>
          <p:cNvSpPr>
            <a:spLocks noGrp="1"/>
          </p:cNvSpPr>
          <p:nvPr>
            <p:ph type="pic" sz="quarter" idx="16"/>
          </p:nvPr>
        </p:nvSpPr>
        <p:spPr>
          <a:xfrm>
            <a:off x="-6757" y="4445149"/>
            <a:ext cx="3574178" cy="241285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3631429" y="0"/>
            <a:ext cx="2896867" cy="438114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4111539" y="4924619"/>
            <a:ext cx="2020888" cy="1604963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accent6">
                    <a:lumMod val="25000"/>
                  </a:schemeClr>
                </a:solidFill>
                <a:latin typeface="+mn-lt"/>
              </a:defRPr>
            </a:lvl1pPr>
            <a:lvl2pPr marL="4572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2pPr>
            <a:lvl3pPr marL="9144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15"/>
          </p:nvPr>
        </p:nvSpPr>
        <p:spPr>
          <a:xfrm>
            <a:off x="6583680" y="2475204"/>
            <a:ext cx="2862385" cy="43827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9509760" y="0"/>
            <a:ext cx="2682240" cy="438072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2FE3B-F777-4996-8DA2-729ED1335405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Rectangle 3"/>
          <p:cNvSpPr/>
          <p:nvPr userDrawn="1"/>
        </p:nvSpPr>
        <p:spPr>
          <a:xfrm>
            <a:off x="0" y="4381141"/>
            <a:ext cx="6583680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559048" y="2411196"/>
            <a:ext cx="2926080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9489642" y="4381421"/>
            <a:ext cx="2702358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170425" y="3402895"/>
            <a:ext cx="6858000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3133446" y="3396995"/>
            <a:ext cx="6858000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6049069" y="3393755"/>
            <a:ext cx="6858000" cy="64008"/>
          </a:xfrm>
          <a:prstGeom prst="rect">
            <a:avLst/>
          </a:prstGeom>
          <a:solidFill>
            <a:schemeClr val="accent6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b="1" noProof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3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87327" y="3793638"/>
            <a:ext cx="2551932" cy="132556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defRPr sz="140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537209" cy="68580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4892842" y="303468"/>
            <a:ext cx="2999874" cy="1429080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2pPr>
            <a:lvl3pPr marL="9144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4601218" y="2083054"/>
            <a:ext cx="3549749" cy="477494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9"/>
          </p:nvPr>
        </p:nvSpPr>
        <p:spPr>
          <a:xfrm>
            <a:off x="8214976" y="0"/>
            <a:ext cx="3977024" cy="201904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23030A-A350-4F4D-9504-3D21EC3A5C47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Rectangle 5"/>
          <p:cNvSpPr/>
          <p:nvPr userDrawn="1"/>
        </p:nvSpPr>
        <p:spPr>
          <a:xfrm>
            <a:off x="4571998" y="2019046"/>
            <a:ext cx="7620002" cy="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4753971" y="3396996"/>
            <a:ext cx="6858000" cy="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1140213" y="3396996"/>
            <a:ext cx="6858000" cy="6400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4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13847" cy="3414713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7087" y="4279396"/>
            <a:ext cx="1797202" cy="1847080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defRPr sz="1400" spc="600">
                <a:solidFill>
                  <a:schemeClr val="accent4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3227742" y="815619"/>
            <a:ext cx="3117210" cy="1854429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2pPr>
            <a:lvl3pPr marL="9144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1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2577857" y="3477567"/>
            <a:ext cx="4425241" cy="338043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7067109" y="0"/>
            <a:ext cx="5124892" cy="342350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20"/>
          </p:nvPr>
        </p:nvSpPr>
        <p:spPr>
          <a:xfrm>
            <a:off x="7067108" y="3477566"/>
            <a:ext cx="5124892" cy="3380434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F931F8-874D-4370-8EEC-4D4771DA83B1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Rectangle 5"/>
          <p:cNvSpPr/>
          <p:nvPr userDrawn="1"/>
        </p:nvSpPr>
        <p:spPr>
          <a:xfrm>
            <a:off x="-5623" y="3413558"/>
            <a:ext cx="1220724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3606103" y="3396996"/>
            <a:ext cx="6858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-883148" y="3396996"/>
            <a:ext cx="6858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4 pic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-2010" y="1045009"/>
            <a:ext cx="5160419" cy="287121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99878" y="4684196"/>
            <a:ext cx="2438722" cy="132556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defRPr sz="1400" cap="all" spc="600" baseline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2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5212062" y="2287"/>
            <a:ext cx="4489704" cy="189551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5654545" y="2368931"/>
            <a:ext cx="3584575" cy="1117600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5212062" y="3980263"/>
            <a:ext cx="4489704" cy="287933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20"/>
          </p:nvPr>
        </p:nvSpPr>
        <p:spPr>
          <a:xfrm>
            <a:off x="9762228" y="1045009"/>
            <a:ext cx="2429772" cy="287121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28029C-0C8D-4BD8-9958-BFFE47D38D87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Rectangle 5"/>
          <p:cNvSpPr/>
          <p:nvPr userDrawn="1"/>
        </p:nvSpPr>
        <p:spPr>
          <a:xfrm>
            <a:off x="-16" y="981001"/>
            <a:ext cx="521208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300673" y="3396996"/>
            <a:ext cx="685800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/>
          <p:cNvSpPr/>
          <p:nvPr userDrawn="1"/>
        </p:nvSpPr>
        <p:spPr>
          <a:xfrm rot="16200000">
            <a:off x="1753054" y="3396996"/>
            <a:ext cx="685800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-1" y="3916255"/>
            <a:ext cx="12192001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5176877" y="1897805"/>
            <a:ext cx="457200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9721653" y="981001"/>
            <a:ext cx="2468880" cy="64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umn 2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0096" y="4706022"/>
            <a:ext cx="3047014" cy="104507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defRPr sz="1400" cap="all" spc="600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580096" y="1255096"/>
            <a:ext cx="3047014" cy="1650328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4251021" y="0"/>
            <a:ext cx="5454548" cy="68580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5"/>
          </p:nvPr>
        </p:nvSpPr>
        <p:spPr>
          <a:xfrm>
            <a:off x="9769577" y="1628841"/>
            <a:ext cx="2422423" cy="5229159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6"/>
          </p:nvPr>
        </p:nvSpPr>
        <p:spPr>
          <a:xfrm>
            <a:off x="575334" y="5964318"/>
            <a:ext cx="3047014" cy="365125"/>
          </a:xfrm>
        </p:spPr>
        <p:txBody>
          <a:bodyPr rtlCol="0" anchor="ctr">
            <a:noAutofit/>
          </a:bodyPr>
          <a:lstStyle>
            <a:lvl1pPr marL="0" indent="0">
              <a:lnSpc>
                <a:spcPct val="150000"/>
              </a:lnSpc>
              <a:buNone/>
              <a:defRPr sz="900" cap="all" spc="400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3325-8EC3-44E3-9D22-1CCA28E0F8E1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Rectangle 5"/>
          <p:cNvSpPr/>
          <p:nvPr userDrawn="1"/>
        </p:nvSpPr>
        <p:spPr>
          <a:xfrm>
            <a:off x="1296" y="4055559"/>
            <a:ext cx="4206240" cy="6400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308573" y="3396996"/>
            <a:ext cx="6858000" cy="6400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790016" y="3396996"/>
            <a:ext cx="6858000" cy="6400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Rectangle 9"/>
          <p:cNvSpPr/>
          <p:nvPr userDrawn="1"/>
        </p:nvSpPr>
        <p:spPr>
          <a:xfrm>
            <a:off x="9705568" y="1564833"/>
            <a:ext cx="2486431" cy="6400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1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rot="16200000">
            <a:off x="28022" y="3396997"/>
            <a:ext cx="6858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Rectangle 18"/>
          <p:cNvSpPr/>
          <p:nvPr userDrawn="1"/>
        </p:nvSpPr>
        <p:spPr>
          <a:xfrm>
            <a:off x="6982135" y="-2"/>
            <a:ext cx="5209864" cy="18927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rgbClr val="192E31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 rot="16200000">
            <a:off x="28022" y="3396997"/>
            <a:ext cx="6858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/>
          <p:cNvSpPr/>
          <p:nvPr userDrawn="1"/>
        </p:nvSpPr>
        <p:spPr>
          <a:xfrm>
            <a:off x="11016" y="5086694"/>
            <a:ext cx="12180983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2" name="Rectangle 21"/>
          <p:cNvSpPr/>
          <p:nvPr userDrawn="1"/>
        </p:nvSpPr>
        <p:spPr>
          <a:xfrm rot="16200000">
            <a:off x="3533222" y="3396996"/>
            <a:ext cx="6858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/>
          <p:cNvSpPr/>
          <p:nvPr userDrawn="1"/>
        </p:nvSpPr>
        <p:spPr>
          <a:xfrm>
            <a:off x="7772" y="1892768"/>
            <a:ext cx="1218422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Rectangle 23"/>
          <p:cNvSpPr/>
          <p:nvPr userDrawn="1"/>
        </p:nvSpPr>
        <p:spPr>
          <a:xfrm>
            <a:off x="1233646" y="1956775"/>
            <a:ext cx="5696571" cy="31299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rgbClr val="192E3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73817" y="2355741"/>
            <a:ext cx="4881967" cy="2355743"/>
          </a:xfrm>
        </p:spPr>
        <p:txBody>
          <a:bodyPr rtlCol="0">
            <a:noAutofit/>
          </a:bodyPr>
          <a:lstStyle>
            <a:lvl1pPr algn="ctr">
              <a:lnSpc>
                <a:spcPct val="150000"/>
              </a:lnSpc>
              <a:defRPr sz="1400" cap="all" spc="600" baseline="0">
                <a:solidFill>
                  <a:schemeClr val="bg2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3489027" y="0"/>
            <a:ext cx="8702973" cy="6858000"/>
          </a:xfrm>
          <a:custGeom>
            <a:avLst/>
            <a:gdLst>
              <a:gd name="connsiteX0" fmla="*/ 0 w 8702973"/>
              <a:gd name="connsiteY0" fmla="*/ 5150702 h 6858000"/>
              <a:gd name="connsiteX1" fmla="*/ 3441191 w 8702973"/>
              <a:gd name="connsiteY1" fmla="*/ 5150702 h 6858000"/>
              <a:gd name="connsiteX2" fmla="*/ 3441191 w 8702973"/>
              <a:gd name="connsiteY2" fmla="*/ 6858000 h 6858000"/>
              <a:gd name="connsiteX3" fmla="*/ 0 w 8702973"/>
              <a:gd name="connsiteY3" fmla="*/ 6858000 h 6858000"/>
              <a:gd name="connsiteX4" fmla="*/ 3505199 w 8702973"/>
              <a:gd name="connsiteY4" fmla="*/ 1956776 h 6858000"/>
              <a:gd name="connsiteX5" fmla="*/ 8702973 w 8702973"/>
              <a:gd name="connsiteY5" fmla="*/ 1956776 h 6858000"/>
              <a:gd name="connsiteX6" fmla="*/ 8702973 w 8702973"/>
              <a:gd name="connsiteY6" fmla="*/ 6858000 h 6858000"/>
              <a:gd name="connsiteX7" fmla="*/ 3505199 w 8702973"/>
              <a:gd name="connsiteY7" fmla="*/ 6858000 h 6858000"/>
              <a:gd name="connsiteX8" fmla="*/ 3505199 w 8702973"/>
              <a:gd name="connsiteY8" fmla="*/ 5150702 h 6858000"/>
              <a:gd name="connsiteX9" fmla="*/ 8702972 w 8702973"/>
              <a:gd name="connsiteY9" fmla="*/ 5150702 h 6858000"/>
              <a:gd name="connsiteX10" fmla="*/ 8702972 w 8702973"/>
              <a:gd name="connsiteY10" fmla="*/ 5086694 h 6858000"/>
              <a:gd name="connsiteX11" fmla="*/ 3505199 w 8702973"/>
              <a:gd name="connsiteY11" fmla="*/ 5086694 h 6858000"/>
              <a:gd name="connsiteX12" fmla="*/ 3441190 w 8702973"/>
              <a:gd name="connsiteY12" fmla="*/ 1956776 h 6858000"/>
              <a:gd name="connsiteX13" fmla="*/ 3441191 w 8702973"/>
              <a:gd name="connsiteY13" fmla="*/ 1956776 h 6858000"/>
              <a:gd name="connsiteX14" fmla="*/ 3441191 w 8702973"/>
              <a:gd name="connsiteY14" fmla="*/ 5086694 h 6858000"/>
              <a:gd name="connsiteX15" fmla="*/ 3441190 w 8702973"/>
              <a:gd name="connsiteY15" fmla="*/ 5086694 h 6858000"/>
              <a:gd name="connsiteX16" fmla="*/ 8702972 w 8702973"/>
              <a:gd name="connsiteY16" fmla="*/ 0 h 6858000"/>
              <a:gd name="connsiteX17" fmla="*/ 8702973 w 8702973"/>
              <a:gd name="connsiteY17" fmla="*/ 0 h 6858000"/>
              <a:gd name="connsiteX18" fmla="*/ 8702973 w 8702973"/>
              <a:gd name="connsiteY18" fmla="*/ 1892768 h 6858000"/>
              <a:gd name="connsiteX19" fmla="*/ 3505199 w 8702973"/>
              <a:gd name="connsiteY19" fmla="*/ 1892768 h 6858000"/>
              <a:gd name="connsiteX20" fmla="*/ 3505199 w 8702973"/>
              <a:gd name="connsiteY20" fmla="*/ 1892767 h 6858000"/>
              <a:gd name="connsiteX21" fmla="*/ 8702972 w 8702973"/>
              <a:gd name="connsiteY21" fmla="*/ 1892767 h 6858000"/>
              <a:gd name="connsiteX22" fmla="*/ 0 w 8702973"/>
              <a:gd name="connsiteY22" fmla="*/ 0 h 6858000"/>
              <a:gd name="connsiteX23" fmla="*/ 3441191 w 8702973"/>
              <a:gd name="connsiteY23" fmla="*/ 0 h 6858000"/>
              <a:gd name="connsiteX24" fmla="*/ 3441191 w 8702973"/>
              <a:gd name="connsiteY24" fmla="*/ 1892768 h 6858000"/>
              <a:gd name="connsiteX25" fmla="*/ 0 w 8702973"/>
              <a:gd name="connsiteY25" fmla="*/ 18927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702973" h="6858000">
                <a:moveTo>
                  <a:pt x="0" y="5150702"/>
                </a:moveTo>
                <a:lnTo>
                  <a:pt x="3441191" y="5150702"/>
                </a:lnTo>
                <a:lnTo>
                  <a:pt x="3441191" y="6858000"/>
                </a:lnTo>
                <a:lnTo>
                  <a:pt x="0" y="6858000"/>
                </a:lnTo>
                <a:close/>
                <a:moveTo>
                  <a:pt x="3505199" y="1956776"/>
                </a:moveTo>
                <a:lnTo>
                  <a:pt x="8702973" y="1956776"/>
                </a:lnTo>
                <a:lnTo>
                  <a:pt x="8702973" y="6858000"/>
                </a:lnTo>
                <a:lnTo>
                  <a:pt x="3505199" y="6858000"/>
                </a:lnTo>
                <a:lnTo>
                  <a:pt x="3505199" y="5150702"/>
                </a:lnTo>
                <a:lnTo>
                  <a:pt x="8702972" y="5150702"/>
                </a:lnTo>
                <a:lnTo>
                  <a:pt x="8702972" y="5086694"/>
                </a:lnTo>
                <a:lnTo>
                  <a:pt x="3505199" y="5086694"/>
                </a:lnTo>
                <a:close/>
                <a:moveTo>
                  <a:pt x="3441190" y="1956776"/>
                </a:moveTo>
                <a:lnTo>
                  <a:pt x="3441191" y="1956776"/>
                </a:lnTo>
                <a:lnTo>
                  <a:pt x="3441191" y="5086694"/>
                </a:lnTo>
                <a:lnTo>
                  <a:pt x="3441190" y="5086694"/>
                </a:lnTo>
                <a:close/>
                <a:moveTo>
                  <a:pt x="8702972" y="0"/>
                </a:moveTo>
                <a:lnTo>
                  <a:pt x="8702973" y="0"/>
                </a:lnTo>
                <a:lnTo>
                  <a:pt x="8702973" y="1892768"/>
                </a:lnTo>
                <a:lnTo>
                  <a:pt x="3505199" y="1892768"/>
                </a:lnTo>
                <a:lnTo>
                  <a:pt x="3505199" y="1892767"/>
                </a:lnTo>
                <a:lnTo>
                  <a:pt x="8702972" y="1892767"/>
                </a:lnTo>
                <a:close/>
                <a:moveTo>
                  <a:pt x="0" y="0"/>
                </a:moveTo>
                <a:lnTo>
                  <a:pt x="3441191" y="0"/>
                </a:lnTo>
                <a:lnTo>
                  <a:pt x="3441191" y="1892768"/>
                </a:lnTo>
                <a:lnTo>
                  <a:pt x="0" y="189276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7455774" y="197460"/>
            <a:ext cx="4403994" cy="1650328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900" cap="all" spc="100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294538-3C97-4BB1-B3EA-84DC277D8254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t>9/9/2025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181538C-3882-4415-A07C-097F382CAFD0}" type="datetime1">
              <a:rPr lang="en-GB" noProof="0" smtClean="0"/>
              <a:t>09/09/2025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D2A44BA-2920-471F-B3BD-665B5ACB556E}" type="slidenum">
              <a:rPr lang="en-GB" noProof="0" smtClean="0"/>
              <a:t>‹#›</a:t>
            </a:fld>
            <a:endParaRPr lang="en-GB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754227" y="3699199"/>
            <a:ext cx="6797139" cy="516241"/>
          </a:xfrm>
        </p:spPr>
        <p:txBody>
          <a:bodyPr rtlCol="0"/>
          <a:lstStyle/>
          <a:p>
            <a:r>
              <a:rPr lang="en-GB" dirty="0">
                <a:latin typeface="Franklin Gothic Medium" panose="020B0603020102020204"/>
              </a:rPr>
              <a:t>SHRI KIRITBHAI D. PATEL (DEVGADH) UMIYA B.C.A. COLLEGE</a:t>
            </a:r>
            <a:r>
              <a:rPr lang="en-GB" dirty="0">
                <a:solidFill>
                  <a:srgbClr val="000000"/>
                </a:solidFill>
                <a:latin typeface="Franklin Gothic Medium" panose="020B0603020102020204"/>
              </a:rPr>
              <a:t> </a:t>
            </a:r>
            <a:endParaRPr lang="en-US" dirty="0"/>
          </a:p>
          <a:p>
            <a:endParaRPr lang="en-GB" dirty="0"/>
          </a:p>
        </p:txBody>
      </p:sp>
      <p:pic>
        <p:nvPicPr>
          <p:cNvPr id="10" name="Picture Placeholder 11" descr="Three students in graduation cap and gowns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/>
          <a:srcRect l="96" r="96"/>
          <a:stretch>
            <a:fillRect/>
          </a:stretch>
        </p:blipFill>
        <p:spPr/>
      </p:pic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5277009" y="1405060"/>
            <a:ext cx="5751576" cy="1051560"/>
          </a:xfrm>
        </p:spPr>
        <p:txBody>
          <a:bodyPr rtlCol="0"/>
          <a:lstStyle/>
          <a:p>
            <a:r>
              <a:rPr lang="en-GB" u="sng" dirty="0"/>
              <a:t>Welcome to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4429760"/>
            <a:ext cx="12192000" cy="2435066"/>
          </a:xfrm>
          <a:custGeom>
            <a:avLst/>
            <a:gdLst>
              <a:gd name="connsiteX0" fmla="*/ 1479835 w 12192000"/>
              <a:gd name="connsiteY0" fmla="*/ 0 h 2693565"/>
              <a:gd name="connsiteX1" fmla="*/ 1511804 w 12192000"/>
              <a:gd name="connsiteY1" fmla="*/ 3644 h 2693565"/>
              <a:gd name="connsiteX2" fmla="*/ 1540872 w 12192000"/>
              <a:gd name="connsiteY2" fmla="*/ 15524 h 2693565"/>
              <a:gd name="connsiteX3" fmla="*/ 1540229 w 12192000"/>
              <a:gd name="connsiteY3" fmla="*/ 18447 h 2693565"/>
              <a:gd name="connsiteX4" fmla="*/ 1544831 w 12192000"/>
              <a:gd name="connsiteY4" fmla="*/ 20367 h 2693565"/>
              <a:gd name="connsiteX5" fmla="*/ 1549414 w 12192000"/>
              <a:gd name="connsiteY5" fmla="*/ 19016 h 2693565"/>
              <a:gd name="connsiteX6" fmla="*/ 1554920 w 12192000"/>
              <a:gd name="connsiteY6" fmla="*/ 21266 h 2693565"/>
              <a:gd name="connsiteX7" fmla="*/ 1570090 w 12192000"/>
              <a:gd name="connsiteY7" fmla="*/ 26625 h 2693565"/>
              <a:gd name="connsiteX8" fmla="*/ 1574449 w 12192000"/>
              <a:gd name="connsiteY8" fmla="*/ 33255 h 2693565"/>
              <a:gd name="connsiteX9" fmla="*/ 1634129 w 12192000"/>
              <a:gd name="connsiteY9" fmla="*/ 52786 h 2693565"/>
              <a:gd name="connsiteX10" fmla="*/ 1653408 w 12192000"/>
              <a:gd name="connsiteY10" fmla="*/ 50933 h 2693565"/>
              <a:gd name="connsiteX11" fmla="*/ 1673821 w 12192000"/>
              <a:gd name="connsiteY11" fmla="*/ 63320 h 2693565"/>
              <a:gd name="connsiteX12" fmla="*/ 1735578 w 12192000"/>
              <a:gd name="connsiteY12" fmla="*/ 74197 h 2693565"/>
              <a:gd name="connsiteX13" fmla="*/ 1803240 w 12192000"/>
              <a:gd name="connsiteY13" fmla="*/ 93803 h 2693565"/>
              <a:gd name="connsiteX14" fmla="*/ 1850407 w 12192000"/>
              <a:gd name="connsiteY14" fmla="*/ 112482 h 2693565"/>
              <a:gd name="connsiteX15" fmla="*/ 1981598 w 12192000"/>
              <a:gd name="connsiteY15" fmla="*/ 136278 h 2693565"/>
              <a:gd name="connsiteX16" fmla="*/ 2203718 w 12192000"/>
              <a:gd name="connsiteY16" fmla="*/ 165797 h 2693565"/>
              <a:gd name="connsiteX17" fmla="*/ 2249831 w 12192000"/>
              <a:gd name="connsiteY17" fmla="*/ 174273 h 2693565"/>
              <a:gd name="connsiteX18" fmla="*/ 2284800 w 12192000"/>
              <a:gd name="connsiteY18" fmla="*/ 190263 h 2693565"/>
              <a:gd name="connsiteX19" fmla="*/ 2288840 w 12192000"/>
              <a:gd name="connsiteY19" fmla="*/ 201561 h 2693565"/>
              <a:gd name="connsiteX20" fmla="*/ 2313454 w 12192000"/>
              <a:gd name="connsiteY20" fmla="*/ 207617 h 2693565"/>
              <a:gd name="connsiteX21" fmla="*/ 2319021 w 12192000"/>
              <a:gd name="connsiteY21" fmla="*/ 211049 h 2693565"/>
              <a:gd name="connsiteX22" fmla="*/ 2351943 w 12192000"/>
              <a:gd name="connsiteY22" fmla="*/ 228899 h 2693565"/>
              <a:gd name="connsiteX23" fmla="*/ 2446476 w 12192000"/>
              <a:gd name="connsiteY23" fmla="*/ 221823 h 2693565"/>
              <a:gd name="connsiteX24" fmla="*/ 2514466 w 12192000"/>
              <a:gd name="connsiteY24" fmla="*/ 225768 h 2693565"/>
              <a:gd name="connsiteX25" fmla="*/ 2519045 w 12192000"/>
              <a:gd name="connsiteY25" fmla="*/ 229167 h 2693565"/>
              <a:gd name="connsiteX26" fmla="*/ 2521518 w 12192000"/>
              <a:gd name="connsiteY26" fmla="*/ 236740 h 2693565"/>
              <a:gd name="connsiteX27" fmla="*/ 2532948 w 12192000"/>
              <a:gd name="connsiteY27" fmla="*/ 240920 h 2693565"/>
              <a:gd name="connsiteX28" fmla="*/ 2542831 w 12192000"/>
              <a:gd name="connsiteY28" fmla="*/ 250292 h 2693565"/>
              <a:gd name="connsiteX29" fmla="*/ 2951466 w 12192000"/>
              <a:gd name="connsiteY29" fmla="*/ 331735 h 2693565"/>
              <a:gd name="connsiteX30" fmla="*/ 3145677 w 12192000"/>
              <a:gd name="connsiteY30" fmla="*/ 312283 h 2693565"/>
              <a:gd name="connsiteX31" fmla="*/ 3221782 w 12192000"/>
              <a:gd name="connsiteY31" fmla="*/ 315740 h 2693565"/>
              <a:gd name="connsiteX32" fmla="*/ 3230913 w 12192000"/>
              <a:gd name="connsiteY32" fmla="*/ 323864 h 2693565"/>
              <a:gd name="connsiteX33" fmla="*/ 3343537 w 12192000"/>
              <a:gd name="connsiteY33" fmla="*/ 298906 h 2693565"/>
              <a:gd name="connsiteX34" fmla="*/ 3493591 w 12192000"/>
              <a:gd name="connsiteY34" fmla="*/ 322860 h 2693565"/>
              <a:gd name="connsiteX35" fmla="*/ 3604486 w 12192000"/>
              <a:gd name="connsiteY35" fmla="*/ 350634 h 2693565"/>
              <a:gd name="connsiteX36" fmla="*/ 3667668 w 12192000"/>
              <a:gd name="connsiteY36" fmla="*/ 362018 h 2693565"/>
              <a:gd name="connsiteX37" fmla="*/ 3712536 w 12192000"/>
              <a:gd name="connsiteY37" fmla="*/ 374952 h 2693565"/>
              <a:gd name="connsiteX38" fmla="*/ 3832709 w 12192000"/>
              <a:gd name="connsiteY38" fmla="*/ 382853 h 2693565"/>
              <a:gd name="connsiteX39" fmla="*/ 4034400 w 12192000"/>
              <a:gd name="connsiteY39" fmla="*/ 385496 h 2693565"/>
              <a:gd name="connsiteX40" fmla="*/ 4176121 w 12192000"/>
              <a:gd name="connsiteY40" fmla="*/ 430521 h 2693565"/>
              <a:gd name="connsiteX41" fmla="*/ 4258735 w 12192000"/>
              <a:gd name="connsiteY41" fmla="*/ 412077 h 2693565"/>
              <a:gd name="connsiteX42" fmla="*/ 4348797 w 12192000"/>
              <a:gd name="connsiteY42" fmla="*/ 428832 h 2693565"/>
              <a:gd name="connsiteX43" fmla="*/ 4707799 w 12192000"/>
              <a:gd name="connsiteY43" fmla="*/ 430789 h 2693565"/>
              <a:gd name="connsiteX44" fmla="*/ 4939895 w 12192000"/>
              <a:gd name="connsiteY44" fmla="*/ 425286 h 2693565"/>
              <a:gd name="connsiteX45" fmla="*/ 4972179 w 12192000"/>
              <a:gd name="connsiteY45" fmla="*/ 421596 h 2693565"/>
              <a:gd name="connsiteX46" fmla="*/ 4972746 w 12192000"/>
              <a:gd name="connsiteY46" fmla="*/ 418665 h 2693565"/>
              <a:gd name="connsiteX47" fmla="*/ 4977873 w 12192000"/>
              <a:gd name="connsiteY47" fmla="*/ 418043 h 2693565"/>
              <a:gd name="connsiteX48" fmla="*/ 4981666 w 12192000"/>
              <a:gd name="connsiteY48" fmla="*/ 420512 h 2693565"/>
              <a:gd name="connsiteX49" fmla="*/ 4987781 w 12192000"/>
              <a:gd name="connsiteY49" fmla="*/ 419813 h 2693565"/>
              <a:gd name="connsiteX50" fmla="*/ 5004292 w 12192000"/>
              <a:gd name="connsiteY50" fmla="*/ 418684 h 2693565"/>
              <a:gd name="connsiteX51" fmla="*/ 5011080 w 12192000"/>
              <a:gd name="connsiteY51" fmla="*/ 413543 h 2693565"/>
              <a:gd name="connsiteX52" fmla="*/ 5092908 w 12192000"/>
              <a:gd name="connsiteY52" fmla="*/ 417334 h 2693565"/>
              <a:gd name="connsiteX53" fmla="*/ 5117205 w 12192000"/>
              <a:gd name="connsiteY53" fmla="*/ 410915 h 2693565"/>
              <a:gd name="connsiteX54" fmla="*/ 5180020 w 12192000"/>
              <a:gd name="connsiteY54" fmla="*/ 416669 h 2693565"/>
              <a:gd name="connsiteX55" fmla="*/ 5251931 w 12192000"/>
              <a:gd name="connsiteY55" fmla="*/ 415698 h 2693565"/>
              <a:gd name="connsiteX56" fmla="*/ 5304075 w 12192000"/>
              <a:gd name="connsiteY56" fmla="*/ 410278 h 2693565"/>
              <a:gd name="connsiteX57" fmla="*/ 5437791 w 12192000"/>
              <a:gd name="connsiteY57" fmla="*/ 421851 h 2693565"/>
              <a:gd name="connsiteX58" fmla="*/ 5659855 w 12192000"/>
              <a:gd name="connsiteY58" fmla="*/ 451638 h 2693565"/>
              <a:gd name="connsiteX59" fmla="*/ 5706898 w 12192000"/>
              <a:gd name="connsiteY59" fmla="*/ 455600 h 2693565"/>
              <a:gd name="connsiteX60" fmla="*/ 5754782 w 12192000"/>
              <a:gd name="connsiteY60" fmla="*/ 439912 h 2693565"/>
              <a:gd name="connsiteX61" fmla="*/ 5780510 w 12192000"/>
              <a:gd name="connsiteY61" fmla="*/ 440576 h 2693565"/>
              <a:gd name="connsiteX62" fmla="*/ 5787158 w 12192000"/>
              <a:gd name="connsiteY62" fmla="*/ 438777 h 2693565"/>
              <a:gd name="connsiteX63" fmla="*/ 5825490 w 12192000"/>
              <a:gd name="connsiteY63" fmla="*/ 430438 h 2693565"/>
              <a:gd name="connsiteX64" fmla="*/ 5912104 w 12192000"/>
              <a:gd name="connsiteY64" fmla="*/ 461700 h 2693565"/>
              <a:gd name="connsiteX65" fmla="*/ 5978031 w 12192000"/>
              <a:gd name="connsiteY65" fmla="*/ 475635 h 2693565"/>
              <a:gd name="connsiteX66" fmla="*/ 5983729 w 12192000"/>
              <a:gd name="connsiteY66" fmla="*/ 473608 h 2693565"/>
              <a:gd name="connsiteX67" fmla="*/ 5989115 w 12192000"/>
              <a:gd name="connsiteY67" fmla="*/ 467085 h 2693565"/>
              <a:gd name="connsiteX68" fmla="*/ 6001610 w 12192000"/>
              <a:gd name="connsiteY68" fmla="*/ 466101 h 2693565"/>
              <a:gd name="connsiteX69" fmla="*/ 6014731 w 12192000"/>
              <a:gd name="connsiteY69" fmla="*/ 459798 h 2693565"/>
              <a:gd name="connsiteX70" fmla="*/ 6409381 w 12192000"/>
              <a:gd name="connsiteY70" fmla="*/ 515501 h 2693565"/>
              <a:gd name="connsiteX71" fmla="*/ 6487437 w 12192000"/>
              <a:gd name="connsiteY71" fmla="*/ 553647 h 2693565"/>
              <a:gd name="connsiteX72" fmla="*/ 6610142 w 12192000"/>
              <a:gd name="connsiteY72" fmla="*/ 557790 h 2693565"/>
              <a:gd name="connsiteX73" fmla="*/ 6683551 w 12192000"/>
              <a:gd name="connsiteY73" fmla="*/ 574296 h 2693565"/>
              <a:gd name="connsiteX74" fmla="*/ 6695459 w 12192000"/>
              <a:gd name="connsiteY74" fmla="*/ 568981 h 2693565"/>
              <a:gd name="connsiteX75" fmla="*/ 6792010 w 12192000"/>
              <a:gd name="connsiteY75" fmla="*/ 621866 h 2693565"/>
              <a:gd name="connsiteX76" fmla="*/ 6943635 w 12192000"/>
              <a:gd name="connsiteY76" fmla="*/ 638192 h 2693565"/>
              <a:gd name="connsiteX77" fmla="*/ 7059745 w 12192000"/>
              <a:gd name="connsiteY77" fmla="*/ 640725 h 2693565"/>
              <a:gd name="connsiteX78" fmla="*/ 7124112 w 12192000"/>
              <a:gd name="connsiteY78" fmla="*/ 646371 h 2693565"/>
              <a:gd name="connsiteX79" fmla="*/ 7171770 w 12192000"/>
              <a:gd name="connsiteY79" fmla="*/ 645791 h 2693565"/>
              <a:gd name="connsiteX80" fmla="*/ 7288670 w 12192000"/>
              <a:gd name="connsiteY80" fmla="*/ 669540 h 2693565"/>
              <a:gd name="connsiteX81" fmla="*/ 7480598 w 12192000"/>
              <a:gd name="connsiteY81" fmla="*/ 719452 h 2693565"/>
              <a:gd name="connsiteX82" fmla="*/ 7703580 w 12192000"/>
              <a:gd name="connsiteY82" fmla="*/ 752595 h 2693565"/>
              <a:gd name="connsiteX83" fmla="*/ 7795544 w 12192000"/>
              <a:gd name="connsiteY83" fmla="*/ 760142 h 2693565"/>
              <a:gd name="connsiteX84" fmla="*/ 8234397 w 12192000"/>
              <a:gd name="connsiteY84" fmla="*/ 817628 h 2693565"/>
              <a:gd name="connsiteX85" fmla="*/ 8335061 w 12192000"/>
              <a:gd name="connsiteY85" fmla="*/ 849146 h 2693565"/>
              <a:gd name="connsiteX86" fmla="*/ 8537578 w 12192000"/>
              <a:gd name="connsiteY86" fmla="*/ 956663 h 2693565"/>
              <a:gd name="connsiteX87" fmla="*/ 8796979 w 12192000"/>
              <a:gd name="connsiteY87" fmla="*/ 1002770 h 2693565"/>
              <a:gd name="connsiteX88" fmla="*/ 8813274 w 12192000"/>
              <a:gd name="connsiteY88" fmla="*/ 1021683 h 2693565"/>
              <a:gd name="connsiteX89" fmla="*/ 8817811 w 12192000"/>
              <a:gd name="connsiteY89" fmla="*/ 1024375 h 2693565"/>
              <a:gd name="connsiteX90" fmla="*/ 8819508 w 12192000"/>
              <a:gd name="connsiteY90" fmla="*/ 1023536 h 2693565"/>
              <a:gd name="connsiteX91" fmla="*/ 8844321 w 12192000"/>
              <a:gd name="connsiteY91" fmla="*/ 1022121 h 2693565"/>
              <a:gd name="connsiteX92" fmla="*/ 8901176 w 12192000"/>
              <a:gd name="connsiteY92" fmla="*/ 999714 h 2693565"/>
              <a:gd name="connsiteX93" fmla="*/ 8970456 w 12192000"/>
              <a:gd name="connsiteY93" fmla="*/ 971358 h 2693565"/>
              <a:gd name="connsiteX94" fmla="*/ 9021279 w 12192000"/>
              <a:gd name="connsiteY94" fmla="*/ 968334 h 2693565"/>
              <a:gd name="connsiteX95" fmla="*/ 9144634 w 12192000"/>
              <a:gd name="connsiteY95" fmla="*/ 945164 h 2693565"/>
              <a:gd name="connsiteX96" fmla="*/ 9224215 w 12192000"/>
              <a:gd name="connsiteY96" fmla="*/ 935769 h 2693565"/>
              <a:gd name="connsiteX97" fmla="*/ 9226449 w 12192000"/>
              <a:gd name="connsiteY97" fmla="*/ 935197 h 2693565"/>
              <a:gd name="connsiteX98" fmla="*/ 9242615 w 12192000"/>
              <a:gd name="connsiteY98" fmla="*/ 940365 h 2693565"/>
              <a:gd name="connsiteX99" fmla="*/ 9241484 w 12192000"/>
              <a:gd name="connsiteY99" fmla="*/ 947917 h 2693565"/>
              <a:gd name="connsiteX100" fmla="*/ 9255340 w 12192000"/>
              <a:gd name="connsiteY100" fmla="*/ 954591 h 2693565"/>
              <a:gd name="connsiteX101" fmla="*/ 9284189 w 12192000"/>
              <a:gd name="connsiteY101" fmla="*/ 954041 h 2693565"/>
              <a:gd name="connsiteX102" fmla="*/ 9294504 w 12192000"/>
              <a:gd name="connsiteY102" fmla="*/ 958215 h 2693565"/>
              <a:gd name="connsiteX103" fmla="*/ 9298497 w 12192000"/>
              <a:gd name="connsiteY103" fmla="*/ 958155 h 2693565"/>
              <a:gd name="connsiteX104" fmla="*/ 9307861 w 12192000"/>
              <a:gd name="connsiteY104" fmla="*/ 958940 h 2693565"/>
              <a:gd name="connsiteX105" fmla="*/ 9307085 w 12192000"/>
              <a:gd name="connsiteY105" fmla="*/ 954092 h 2693565"/>
              <a:gd name="connsiteX106" fmla="*/ 9319074 w 12192000"/>
              <a:gd name="connsiteY106" fmla="*/ 946047 h 2693565"/>
              <a:gd name="connsiteX107" fmla="*/ 9372632 w 12192000"/>
              <a:gd name="connsiteY107" fmla="*/ 953006 h 2693565"/>
              <a:gd name="connsiteX108" fmla="*/ 9375071 w 12192000"/>
              <a:gd name="connsiteY108" fmla="*/ 958595 h 2693565"/>
              <a:gd name="connsiteX109" fmla="*/ 9381767 w 12192000"/>
              <a:gd name="connsiteY109" fmla="*/ 959998 h 2693565"/>
              <a:gd name="connsiteX110" fmla="*/ 9387324 w 12192000"/>
              <a:gd name="connsiteY110" fmla="*/ 955424 h 2693565"/>
              <a:gd name="connsiteX111" fmla="*/ 9478921 w 12192000"/>
              <a:gd name="connsiteY111" fmla="*/ 950802 h 2693565"/>
              <a:gd name="connsiteX112" fmla="*/ 9600789 w 12192000"/>
              <a:gd name="connsiteY112" fmla="*/ 953342 h 2693565"/>
              <a:gd name="connsiteX113" fmla="*/ 9685744 w 12192000"/>
              <a:gd name="connsiteY113" fmla="*/ 982941 h 2693565"/>
              <a:gd name="connsiteX114" fmla="*/ 9694172 w 12192000"/>
              <a:gd name="connsiteY114" fmla="*/ 978796 h 2693565"/>
              <a:gd name="connsiteX115" fmla="*/ 9754661 w 12192000"/>
              <a:gd name="connsiteY115" fmla="*/ 985691 h 2693565"/>
              <a:gd name="connsiteX116" fmla="*/ 9961620 w 12192000"/>
              <a:gd name="connsiteY116" fmla="*/ 1043270 h 2693565"/>
              <a:gd name="connsiteX117" fmla="*/ 10079965 w 12192000"/>
              <a:gd name="connsiteY117" fmla="*/ 1055820 h 2693565"/>
              <a:gd name="connsiteX118" fmla="*/ 10122766 w 12192000"/>
              <a:gd name="connsiteY118" fmla="*/ 1054885 h 2693565"/>
              <a:gd name="connsiteX119" fmla="*/ 10194425 w 12192000"/>
              <a:gd name="connsiteY119" fmla="*/ 1053652 h 2693565"/>
              <a:gd name="connsiteX120" fmla="*/ 10249948 w 12192000"/>
              <a:gd name="connsiteY120" fmla="*/ 1039456 h 2693565"/>
              <a:gd name="connsiteX121" fmla="*/ 10309089 w 12192000"/>
              <a:gd name="connsiteY121" fmla="*/ 1043685 h 2693565"/>
              <a:gd name="connsiteX122" fmla="*/ 10320289 w 12192000"/>
              <a:gd name="connsiteY122" fmla="*/ 1061835 h 2693565"/>
              <a:gd name="connsiteX123" fmla="*/ 10384377 w 12192000"/>
              <a:gd name="connsiteY123" fmla="*/ 1060786 h 2693565"/>
              <a:gd name="connsiteX124" fmla="*/ 10481874 w 12192000"/>
              <a:gd name="connsiteY124" fmla="*/ 1057315 h 2693565"/>
              <a:gd name="connsiteX125" fmla="*/ 10537450 w 12192000"/>
              <a:gd name="connsiteY125" fmla="*/ 1059745 h 2693565"/>
              <a:gd name="connsiteX126" fmla="*/ 10689967 w 12192000"/>
              <a:gd name="connsiteY126" fmla="*/ 1061568 h 2693565"/>
              <a:gd name="connsiteX127" fmla="*/ 10843272 w 12192000"/>
              <a:gd name="connsiteY127" fmla="*/ 1059725 h 2693565"/>
              <a:gd name="connsiteX128" fmla="*/ 10937143 w 12192000"/>
              <a:gd name="connsiteY128" fmla="*/ 1037919 h 2693565"/>
              <a:gd name="connsiteX129" fmla="*/ 11062831 w 12192000"/>
              <a:gd name="connsiteY129" fmla="*/ 1038640 h 2693565"/>
              <a:gd name="connsiteX130" fmla="*/ 11084314 w 12192000"/>
              <a:gd name="connsiteY130" fmla="*/ 1035726 h 2693565"/>
              <a:gd name="connsiteX131" fmla="*/ 11112761 w 12192000"/>
              <a:gd name="connsiteY131" fmla="*/ 1041304 h 2693565"/>
              <a:gd name="connsiteX132" fmla="*/ 11226650 w 12192000"/>
              <a:gd name="connsiteY132" fmla="*/ 1064615 h 2693565"/>
              <a:gd name="connsiteX133" fmla="*/ 11315138 w 12192000"/>
              <a:gd name="connsiteY133" fmla="*/ 1091562 h 2693565"/>
              <a:gd name="connsiteX134" fmla="*/ 11430149 w 12192000"/>
              <a:gd name="connsiteY134" fmla="*/ 1089068 h 2693565"/>
              <a:gd name="connsiteX135" fmla="*/ 11498691 w 12192000"/>
              <a:gd name="connsiteY135" fmla="*/ 1099602 h 2693565"/>
              <a:gd name="connsiteX136" fmla="*/ 11608544 w 12192000"/>
              <a:gd name="connsiteY136" fmla="*/ 1135250 h 2693565"/>
              <a:gd name="connsiteX137" fmla="*/ 11758635 w 12192000"/>
              <a:gd name="connsiteY137" fmla="*/ 1141533 h 2693565"/>
              <a:gd name="connsiteX138" fmla="*/ 11792628 w 12192000"/>
              <a:gd name="connsiteY138" fmla="*/ 1118443 h 2693565"/>
              <a:gd name="connsiteX139" fmla="*/ 11835851 w 12192000"/>
              <a:gd name="connsiteY139" fmla="*/ 1106547 h 2693565"/>
              <a:gd name="connsiteX140" fmla="*/ 11848808 w 12192000"/>
              <a:gd name="connsiteY140" fmla="*/ 1144622 h 2693565"/>
              <a:gd name="connsiteX141" fmla="*/ 11974416 w 12192000"/>
              <a:gd name="connsiteY141" fmla="*/ 1183759 h 2693565"/>
              <a:gd name="connsiteX142" fmla="*/ 12037690 w 12192000"/>
              <a:gd name="connsiteY142" fmla="*/ 1199182 h 2693565"/>
              <a:gd name="connsiteX143" fmla="*/ 12137350 w 12192000"/>
              <a:gd name="connsiteY143" fmla="*/ 1214847 h 2693565"/>
              <a:gd name="connsiteX144" fmla="*/ 12167506 w 12192000"/>
              <a:gd name="connsiteY144" fmla="*/ 1221091 h 2693565"/>
              <a:gd name="connsiteX145" fmla="*/ 12192000 w 12192000"/>
              <a:gd name="connsiteY145" fmla="*/ 1225437 h 2693565"/>
              <a:gd name="connsiteX146" fmla="*/ 12192000 w 12192000"/>
              <a:gd name="connsiteY146" fmla="*/ 2693565 h 2693565"/>
              <a:gd name="connsiteX147" fmla="*/ 0 w 12192000"/>
              <a:gd name="connsiteY147" fmla="*/ 2693565 h 2693565"/>
              <a:gd name="connsiteX148" fmla="*/ 0 w 12192000"/>
              <a:gd name="connsiteY148" fmla="*/ 305932 h 2693565"/>
              <a:gd name="connsiteX149" fmla="*/ 7453 w 12192000"/>
              <a:gd name="connsiteY149" fmla="*/ 309471 h 2693565"/>
              <a:gd name="connsiteX150" fmla="*/ 56573 w 12192000"/>
              <a:gd name="connsiteY150" fmla="*/ 335374 h 2693565"/>
              <a:gd name="connsiteX151" fmla="*/ 184586 w 12192000"/>
              <a:gd name="connsiteY151" fmla="*/ 353266 h 2693565"/>
              <a:gd name="connsiteX152" fmla="*/ 235650 w 12192000"/>
              <a:gd name="connsiteY152" fmla="*/ 342210 h 2693565"/>
              <a:gd name="connsiteX153" fmla="*/ 333156 w 12192000"/>
              <a:gd name="connsiteY153" fmla="*/ 324339 h 2693565"/>
              <a:gd name="connsiteX154" fmla="*/ 414362 w 12192000"/>
              <a:gd name="connsiteY154" fmla="*/ 275773 h 2693565"/>
              <a:gd name="connsiteX155" fmla="*/ 509613 w 12192000"/>
              <a:gd name="connsiteY155" fmla="*/ 242197 h 2693565"/>
              <a:gd name="connsiteX156" fmla="*/ 521640 w 12192000"/>
              <a:gd name="connsiteY156" fmla="*/ 245434 h 2693565"/>
              <a:gd name="connsiteX157" fmla="*/ 575469 w 12192000"/>
              <a:gd name="connsiteY157" fmla="*/ 224434 h 2693565"/>
              <a:gd name="connsiteX158" fmla="*/ 727704 w 12192000"/>
              <a:gd name="connsiteY158" fmla="*/ 167150 h 2693565"/>
              <a:gd name="connsiteX159" fmla="*/ 835654 w 12192000"/>
              <a:gd name="connsiteY159" fmla="*/ 71601 h 2693565"/>
              <a:gd name="connsiteX160" fmla="*/ 878896 w 12192000"/>
              <a:gd name="connsiteY160" fmla="*/ 63761 h 2693565"/>
              <a:gd name="connsiteX161" fmla="*/ 951001 w 12192000"/>
              <a:gd name="connsiteY161" fmla="*/ 50233 h 2693565"/>
              <a:gd name="connsiteX162" fmla="*/ 965408 w 12192000"/>
              <a:gd name="connsiteY162" fmla="*/ 55880 h 2693565"/>
              <a:gd name="connsiteX163" fmla="*/ 971791 w 12192000"/>
              <a:gd name="connsiteY163" fmla="*/ 54603 h 2693565"/>
              <a:gd name="connsiteX164" fmla="*/ 972435 w 12192000"/>
              <a:gd name="connsiteY164" fmla="*/ 54961 h 2693565"/>
              <a:gd name="connsiteX165" fmla="*/ 973799 w 12192000"/>
              <a:gd name="connsiteY165" fmla="*/ 54202 h 2693565"/>
              <a:gd name="connsiteX166" fmla="*/ 987946 w 12192000"/>
              <a:gd name="connsiteY166" fmla="*/ 51373 h 2693565"/>
              <a:gd name="connsiteX167" fmla="*/ 1018608 w 12192000"/>
              <a:gd name="connsiteY167" fmla="*/ 55733 h 2693565"/>
              <a:gd name="connsiteX168" fmla="*/ 1037218 w 12192000"/>
              <a:gd name="connsiteY168" fmla="*/ 55219 h 2693565"/>
              <a:gd name="connsiteX169" fmla="*/ 1055961 w 12192000"/>
              <a:gd name="connsiteY169" fmla="*/ 39838 h 2693565"/>
              <a:gd name="connsiteX170" fmla="*/ 1068713 w 12192000"/>
              <a:gd name="connsiteY170" fmla="*/ 38669 h 2693565"/>
              <a:gd name="connsiteX171" fmla="*/ 1071331 w 12192000"/>
              <a:gd name="connsiteY171" fmla="*/ 36555 h 2693565"/>
              <a:gd name="connsiteX172" fmla="*/ 1078748 w 12192000"/>
              <a:gd name="connsiteY172" fmla="*/ 32518 h 2693565"/>
              <a:gd name="connsiteX173" fmla="*/ 1071510 w 12192000"/>
              <a:gd name="connsiteY173" fmla="*/ 28114 h 2693565"/>
              <a:gd name="connsiteX174" fmla="*/ 1158018 w 12192000"/>
              <a:gd name="connsiteY174" fmla="*/ 14155 h 2693565"/>
              <a:gd name="connsiteX175" fmla="*/ 1231493 w 12192000"/>
              <a:gd name="connsiteY175" fmla="*/ 2246 h 2693565"/>
              <a:gd name="connsiteX176" fmla="*/ 1355072 w 12192000"/>
              <a:gd name="connsiteY176" fmla="*/ 31208 h 2693565"/>
              <a:gd name="connsiteX177" fmla="*/ 1479835 w 12192000"/>
              <a:gd name="connsiteY177" fmla="*/ 0 h 2693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192000" h="2693565">
                <a:moveTo>
                  <a:pt x="1479835" y="0"/>
                </a:moveTo>
                <a:lnTo>
                  <a:pt x="1511804" y="3644"/>
                </a:lnTo>
                <a:lnTo>
                  <a:pt x="1540872" y="15524"/>
                </a:lnTo>
                <a:lnTo>
                  <a:pt x="1540229" y="18447"/>
                </a:lnTo>
                <a:cubicBezTo>
                  <a:pt x="1540641" y="20467"/>
                  <a:pt x="1542255" y="20832"/>
                  <a:pt x="1544831" y="20367"/>
                </a:cubicBezTo>
                <a:lnTo>
                  <a:pt x="1549414" y="19016"/>
                </a:lnTo>
                <a:lnTo>
                  <a:pt x="1554920" y="21266"/>
                </a:lnTo>
                <a:lnTo>
                  <a:pt x="1570090" y="26625"/>
                </a:lnTo>
                <a:lnTo>
                  <a:pt x="1574449" y="33255"/>
                </a:lnTo>
                <a:cubicBezTo>
                  <a:pt x="1588372" y="44475"/>
                  <a:pt x="1624928" y="36962"/>
                  <a:pt x="1634129" y="52786"/>
                </a:cubicBezTo>
                <a:lnTo>
                  <a:pt x="1653408" y="50933"/>
                </a:lnTo>
                <a:lnTo>
                  <a:pt x="1673821" y="63320"/>
                </a:lnTo>
                <a:cubicBezTo>
                  <a:pt x="1692776" y="73767"/>
                  <a:pt x="1712758" y="80831"/>
                  <a:pt x="1735578" y="74197"/>
                </a:cubicBezTo>
                <a:cubicBezTo>
                  <a:pt x="1725769" y="94019"/>
                  <a:pt x="1790078" y="74373"/>
                  <a:pt x="1803240" y="93803"/>
                </a:cubicBezTo>
                <a:cubicBezTo>
                  <a:pt x="1811054" y="109566"/>
                  <a:pt x="1832389" y="107278"/>
                  <a:pt x="1850407" y="112482"/>
                </a:cubicBezTo>
                <a:cubicBezTo>
                  <a:pt x="1866338" y="128260"/>
                  <a:pt x="1953255" y="139774"/>
                  <a:pt x="1981598" y="136278"/>
                </a:cubicBezTo>
                <a:cubicBezTo>
                  <a:pt x="2059030" y="116852"/>
                  <a:pt x="2141385" y="179647"/>
                  <a:pt x="2203718" y="165797"/>
                </a:cubicBezTo>
                <a:cubicBezTo>
                  <a:pt x="2221190" y="166649"/>
                  <a:pt x="2236289" y="169766"/>
                  <a:pt x="2249831" y="174273"/>
                </a:cubicBezTo>
                <a:lnTo>
                  <a:pt x="2284800" y="190263"/>
                </a:lnTo>
                <a:lnTo>
                  <a:pt x="2288840" y="201561"/>
                </a:lnTo>
                <a:lnTo>
                  <a:pt x="2313454" y="207617"/>
                </a:lnTo>
                <a:lnTo>
                  <a:pt x="2319021" y="211049"/>
                </a:lnTo>
                <a:cubicBezTo>
                  <a:pt x="2329636" y="217639"/>
                  <a:pt x="2340334" y="223880"/>
                  <a:pt x="2351943" y="228899"/>
                </a:cubicBezTo>
                <a:cubicBezTo>
                  <a:pt x="2369139" y="185217"/>
                  <a:pt x="2453517" y="264393"/>
                  <a:pt x="2446476" y="221823"/>
                </a:cubicBezTo>
                <a:cubicBezTo>
                  <a:pt x="2496555" y="236811"/>
                  <a:pt x="2495450" y="214816"/>
                  <a:pt x="2514466" y="225768"/>
                </a:cubicBezTo>
                <a:lnTo>
                  <a:pt x="2519045" y="229167"/>
                </a:lnTo>
                <a:lnTo>
                  <a:pt x="2521518" y="236740"/>
                </a:lnTo>
                <a:lnTo>
                  <a:pt x="2532948" y="240920"/>
                </a:lnTo>
                <a:lnTo>
                  <a:pt x="2542831" y="250292"/>
                </a:lnTo>
                <a:cubicBezTo>
                  <a:pt x="2670524" y="253866"/>
                  <a:pt x="2831439" y="351801"/>
                  <a:pt x="2951466" y="331735"/>
                </a:cubicBezTo>
                <a:lnTo>
                  <a:pt x="3145677" y="312283"/>
                </a:lnTo>
                <a:cubicBezTo>
                  <a:pt x="3166736" y="299982"/>
                  <a:pt x="3200809" y="301529"/>
                  <a:pt x="3221782" y="315740"/>
                </a:cubicBezTo>
                <a:cubicBezTo>
                  <a:pt x="3225389" y="318185"/>
                  <a:pt x="3228464" y="320921"/>
                  <a:pt x="3230913" y="323864"/>
                </a:cubicBezTo>
                <a:cubicBezTo>
                  <a:pt x="3292781" y="295375"/>
                  <a:pt x="3311084" y="320413"/>
                  <a:pt x="3343537" y="298906"/>
                </a:cubicBezTo>
                <a:cubicBezTo>
                  <a:pt x="3418860" y="303711"/>
                  <a:pt x="3463951" y="341454"/>
                  <a:pt x="3493591" y="322860"/>
                </a:cubicBezTo>
                <a:cubicBezTo>
                  <a:pt x="3529011" y="332105"/>
                  <a:pt x="3566223" y="369362"/>
                  <a:pt x="3604486" y="350634"/>
                </a:cubicBezTo>
                <a:cubicBezTo>
                  <a:pt x="3599050" y="371574"/>
                  <a:pt x="3652814" y="344238"/>
                  <a:pt x="3667668" y="362018"/>
                </a:cubicBezTo>
                <a:cubicBezTo>
                  <a:pt x="3677181" y="376788"/>
                  <a:pt x="3695715" y="371937"/>
                  <a:pt x="3712536" y="374952"/>
                </a:cubicBezTo>
                <a:cubicBezTo>
                  <a:pt x="3729245" y="388755"/>
                  <a:pt x="3808162" y="389754"/>
                  <a:pt x="3832709" y="382853"/>
                </a:cubicBezTo>
                <a:cubicBezTo>
                  <a:pt x="3898137" y="354155"/>
                  <a:pt x="3981432" y="406816"/>
                  <a:pt x="4034400" y="385496"/>
                </a:cubicBezTo>
                <a:cubicBezTo>
                  <a:pt x="4096895" y="380474"/>
                  <a:pt x="4131671" y="416106"/>
                  <a:pt x="4176121" y="430521"/>
                </a:cubicBezTo>
                <a:cubicBezTo>
                  <a:pt x="4184188" y="384912"/>
                  <a:pt x="4271961" y="453654"/>
                  <a:pt x="4258735" y="412077"/>
                </a:cubicBezTo>
                <a:cubicBezTo>
                  <a:pt x="4321188" y="423941"/>
                  <a:pt x="4292211" y="381252"/>
                  <a:pt x="4348797" y="428832"/>
                </a:cubicBezTo>
                <a:cubicBezTo>
                  <a:pt x="4462546" y="417000"/>
                  <a:pt x="4604724" y="465257"/>
                  <a:pt x="4707799" y="430789"/>
                </a:cubicBezTo>
                <a:lnTo>
                  <a:pt x="4939895" y="425286"/>
                </a:lnTo>
                <a:lnTo>
                  <a:pt x="4972179" y="421596"/>
                </a:lnTo>
                <a:cubicBezTo>
                  <a:pt x="4972369" y="420619"/>
                  <a:pt x="4972557" y="419642"/>
                  <a:pt x="4972746" y="418665"/>
                </a:cubicBezTo>
                <a:cubicBezTo>
                  <a:pt x="4973950" y="416860"/>
                  <a:pt x="4975622" y="416934"/>
                  <a:pt x="4977873" y="418043"/>
                </a:cubicBezTo>
                <a:lnTo>
                  <a:pt x="4981666" y="420512"/>
                </a:lnTo>
                <a:lnTo>
                  <a:pt x="4987781" y="419813"/>
                </a:lnTo>
                <a:lnTo>
                  <a:pt x="5004292" y="418684"/>
                </a:lnTo>
                <a:lnTo>
                  <a:pt x="5011080" y="413543"/>
                </a:lnTo>
                <a:lnTo>
                  <a:pt x="5092908" y="417334"/>
                </a:lnTo>
                <a:lnTo>
                  <a:pt x="5117205" y="410915"/>
                </a:lnTo>
                <a:cubicBezTo>
                  <a:pt x="5139341" y="405953"/>
                  <a:pt x="5161092" y="404460"/>
                  <a:pt x="5180020" y="416669"/>
                </a:cubicBezTo>
                <a:cubicBezTo>
                  <a:pt x="5178705" y="395362"/>
                  <a:pt x="5231666" y="430665"/>
                  <a:pt x="5251931" y="415698"/>
                </a:cubicBezTo>
                <a:cubicBezTo>
                  <a:pt x="5265663" y="402811"/>
                  <a:pt x="5284931" y="410521"/>
                  <a:pt x="5304075" y="410278"/>
                </a:cubicBezTo>
                <a:cubicBezTo>
                  <a:pt x="5325492" y="399487"/>
                  <a:pt x="5412373" y="411177"/>
                  <a:pt x="5437791" y="421851"/>
                </a:cubicBezTo>
                <a:cubicBezTo>
                  <a:pt x="5503260" y="460357"/>
                  <a:pt x="5606433" y="422332"/>
                  <a:pt x="5659855" y="451638"/>
                </a:cubicBezTo>
                <a:cubicBezTo>
                  <a:pt x="5676731" y="455370"/>
                  <a:pt x="5692271" y="456345"/>
                  <a:pt x="5706898" y="455600"/>
                </a:cubicBezTo>
                <a:lnTo>
                  <a:pt x="5754782" y="439912"/>
                </a:lnTo>
                <a:lnTo>
                  <a:pt x="5780510" y="440576"/>
                </a:lnTo>
                <a:lnTo>
                  <a:pt x="5787158" y="438777"/>
                </a:lnTo>
                <a:cubicBezTo>
                  <a:pt x="5799851" y="435298"/>
                  <a:pt x="5812485" y="432173"/>
                  <a:pt x="5825490" y="430438"/>
                </a:cubicBezTo>
                <a:cubicBezTo>
                  <a:pt x="5824203" y="476245"/>
                  <a:pt x="5935878" y="423245"/>
                  <a:pt x="5912104" y="461700"/>
                </a:cubicBezTo>
                <a:cubicBezTo>
                  <a:pt x="5965520" y="460532"/>
                  <a:pt x="5955632" y="481057"/>
                  <a:pt x="5978031" y="475635"/>
                </a:cubicBezTo>
                <a:lnTo>
                  <a:pt x="5983729" y="473608"/>
                </a:lnTo>
                <a:lnTo>
                  <a:pt x="5989115" y="467085"/>
                </a:lnTo>
                <a:lnTo>
                  <a:pt x="6001610" y="466101"/>
                </a:lnTo>
                <a:lnTo>
                  <a:pt x="6014731" y="459798"/>
                </a:lnTo>
                <a:cubicBezTo>
                  <a:pt x="6137008" y="489599"/>
                  <a:pt x="6303861" y="465321"/>
                  <a:pt x="6409381" y="515501"/>
                </a:cubicBezTo>
                <a:lnTo>
                  <a:pt x="6487437" y="553647"/>
                </a:lnTo>
                <a:cubicBezTo>
                  <a:pt x="6528113" y="569393"/>
                  <a:pt x="6571143" y="527170"/>
                  <a:pt x="6610142" y="557790"/>
                </a:cubicBezTo>
                <a:cubicBezTo>
                  <a:pt x="6625126" y="574906"/>
                  <a:pt x="6657993" y="582294"/>
                  <a:pt x="6683551" y="574296"/>
                </a:cubicBezTo>
                <a:cubicBezTo>
                  <a:pt x="6687949" y="572920"/>
                  <a:pt x="6691959" y="571129"/>
                  <a:pt x="6695459" y="568981"/>
                </a:cubicBezTo>
                <a:cubicBezTo>
                  <a:pt x="6742555" y="612018"/>
                  <a:pt x="6769939" y="593080"/>
                  <a:pt x="6792010" y="621866"/>
                </a:cubicBezTo>
                <a:cubicBezTo>
                  <a:pt x="6865220" y="636894"/>
                  <a:pt x="6923060" y="612894"/>
                  <a:pt x="6943635" y="638192"/>
                </a:cubicBezTo>
                <a:cubicBezTo>
                  <a:pt x="6980872" y="638645"/>
                  <a:pt x="7031062" y="613058"/>
                  <a:pt x="7059745" y="640725"/>
                </a:cubicBezTo>
                <a:cubicBezTo>
                  <a:pt x="7063016" y="619497"/>
                  <a:pt x="7102907" y="659336"/>
                  <a:pt x="7124112" y="646371"/>
                </a:cubicBezTo>
                <a:cubicBezTo>
                  <a:pt x="7139051" y="634866"/>
                  <a:pt x="7154640" y="644272"/>
                  <a:pt x="7171770" y="645791"/>
                </a:cubicBezTo>
                <a:cubicBezTo>
                  <a:pt x="7193129" y="637070"/>
                  <a:pt x="7268212" y="656632"/>
                  <a:pt x="7288670" y="669540"/>
                </a:cubicBezTo>
                <a:cubicBezTo>
                  <a:pt x="7339052" y="713700"/>
                  <a:pt x="7439044" y="685512"/>
                  <a:pt x="7480598" y="719452"/>
                </a:cubicBezTo>
                <a:cubicBezTo>
                  <a:pt x="7549749" y="733295"/>
                  <a:pt x="7651088" y="745813"/>
                  <a:pt x="7703580" y="752595"/>
                </a:cubicBezTo>
                <a:cubicBezTo>
                  <a:pt x="7767450" y="757595"/>
                  <a:pt x="7722870" y="790464"/>
                  <a:pt x="7795544" y="760142"/>
                </a:cubicBezTo>
                <a:cubicBezTo>
                  <a:pt x="7898433" y="800898"/>
                  <a:pt x="8150708" y="758225"/>
                  <a:pt x="8234397" y="817628"/>
                </a:cubicBezTo>
                <a:cubicBezTo>
                  <a:pt x="8324317" y="832462"/>
                  <a:pt x="8268141" y="831633"/>
                  <a:pt x="8335061" y="849146"/>
                </a:cubicBezTo>
                <a:cubicBezTo>
                  <a:pt x="8342399" y="903105"/>
                  <a:pt x="8500207" y="925631"/>
                  <a:pt x="8537578" y="956663"/>
                </a:cubicBezTo>
                <a:cubicBezTo>
                  <a:pt x="8631361" y="970564"/>
                  <a:pt x="8701947" y="1017329"/>
                  <a:pt x="8796979" y="1002770"/>
                </a:cubicBezTo>
                <a:cubicBezTo>
                  <a:pt x="8800805" y="1010082"/>
                  <a:pt x="8806424" y="1016287"/>
                  <a:pt x="8813274" y="1021683"/>
                </a:cubicBezTo>
                <a:lnTo>
                  <a:pt x="8817811" y="1024375"/>
                </a:lnTo>
                <a:lnTo>
                  <a:pt x="8819508" y="1023536"/>
                </a:lnTo>
                <a:cubicBezTo>
                  <a:pt x="8825917" y="1021803"/>
                  <a:pt x="8833699" y="1021195"/>
                  <a:pt x="8844321" y="1022121"/>
                </a:cubicBezTo>
                <a:cubicBezTo>
                  <a:pt x="8849047" y="973708"/>
                  <a:pt x="8866578" y="1007760"/>
                  <a:pt x="8901176" y="999714"/>
                </a:cubicBezTo>
                <a:cubicBezTo>
                  <a:pt x="8931141" y="995841"/>
                  <a:pt x="8945799" y="979520"/>
                  <a:pt x="8970456" y="971358"/>
                </a:cubicBezTo>
                <a:cubicBezTo>
                  <a:pt x="8990473" y="966128"/>
                  <a:pt x="8994851" y="980867"/>
                  <a:pt x="9021279" y="968334"/>
                </a:cubicBezTo>
                <a:cubicBezTo>
                  <a:pt x="9068612" y="982595"/>
                  <a:pt x="9107817" y="950499"/>
                  <a:pt x="9144634" y="945164"/>
                </a:cubicBezTo>
                <a:cubicBezTo>
                  <a:pt x="9156291" y="946681"/>
                  <a:pt x="9191524" y="942385"/>
                  <a:pt x="9224215" y="935769"/>
                </a:cubicBezTo>
                <a:lnTo>
                  <a:pt x="9226449" y="935197"/>
                </a:lnTo>
                <a:lnTo>
                  <a:pt x="9242615" y="940365"/>
                </a:lnTo>
                <a:cubicBezTo>
                  <a:pt x="9246547" y="942524"/>
                  <a:pt x="9247167" y="944945"/>
                  <a:pt x="9241484" y="947917"/>
                </a:cubicBezTo>
                <a:cubicBezTo>
                  <a:pt x="9245969" y="951992"/>
                  <a:pt x="9250611" y="953857"/>
                  <a:pt x="9255340" y="954591"/>
                </a:cubicBezTo>
                <a:cubicBezTo>
                  <a:pt x="9264796" y="956057"/>
                  <a:pt x="9274598" y="952996"/>
                  <a:pt x="9284189" y="954041"/>
                </a:cubicBezTo>
                <a:lnTo>
                  <a:pt x="9294504" y="958215"/>
                </a:lnTo>
                <a:lnTo>
                  <a:pt x="9298497" y="958155"/>
                </a:lnTo>
                <a:lnTo>
                  <a:pt x="9307861" y="958940"/>
                </a:lnTo>
                <a:lnTo>
                  <a:pt x="9307085" y="954092"/>
                </a:lnTo>
                <a:cubicBezTo>
                  <a:pt x="9305463" y="949397"/>
                  <a:pt x="9304383" y="944306"/>
                  <a:pt x="9319074" y="946047"/>
                </a:cubicBezTo>
                <a:cubicBezTo>
                  <a:pt x="9349305" y="951935"/>
                  <a:pt x="9361374" y="933135"/>
                  <a:pt x="9372632" y="953006"/>
                </a:cubicBezTo>
                <a:lnTo>
                  <a:pt x="9375071" y="958595"/>
                </a:lnTo>
                <a:lnTo>
                  <a:pt x="9381767" y="959998"/>
                </a:lnTo>
                <a:cubicBezTo>
                  <a:pt x="9385419" y="960114"/>
                  <a:pt x="9387600" y="958963"/>
                  <a:pt x="9387324" y="955424"/>
                </a:cubicBezTo>
                <a:cubicBezTo>
                  <a:pt x="9414634" y="972091"/>
                  <a:pt x="9449605" y="952522"/>
                  <a:pt x="9478921" y="950802"/>
                </a:cubicBezTo>
                <a:cubicBezTo>
                  <a:pt x="9499452" y="966349"/>
                  <a:pt x="9540712" y="947412"/>
                  <a:pt x="9600789" y="953342"/>
                </a:cubicBezTo>
                <a:cubicBezTo>
                  <a:pt x="9623099" y="971104"/>
                  <a:pt x="9641319" y="957149"/>
                  <a:pt x="9685744" y="982941"/>
                </a:cubicBezTo>
                <a:cubicBezTo>
                  <a:pt x="9688118" y="981338"/>
                  <a:pt x="9690956" y="979942"/>
                  <a:pt x="9694172" y="978796"/>
                </a:cubicBezTo>
                <a:cubicBezTo>
                  <a:pt x="9712854" y="972144"/>
                  <a:pt x="9739938" y="975230"/>
                  <a:pt x="9754661" y="985691"/>
                </a:cubicBezTo>
                <a:cubicBezTo>
                  <a:pt x="9826496" y="1021800"/>
                  <a:pt x="9896819" y="1029553"/>
                  <a:pt x="9961620" y="1043270"/>
                </a:cubicBezTo>
                <a:cubicBezTo>
                  <a:pt x="10035471" y="1055817"/>
                  <a:pt x="9991652" y="1018987"/>
                  <a:pt x="10079965" y="1055820"/>
                </a:cubicBezTo>
                <a:cubicBezTo>
                  <a:pt x="10091885" y="1046409"/>
                  <a:pt x="10103779" y="1047350"/>
                  <a:pt x="10122766" y="1054885"/>
                </a:cubicBezTo>
                <a:cubicBezTo>
                  <a:pt x="10158792" y="1060185"/>
                  <a:pt x="10160710" y="1033074"/>
                  <a:pt x="10194425" y="1053652"/>
                </a:cubicBezTo>
                <a:cubicBezTo>
                  <a:pt x="10190401" y="1038468"/>
                  <a:pt x="10264044" y="1056450"/>
                  <a:pt x="10249948" y="1039456"/>
                </a:cubicBezTo>
                <a:cubicBezTo>
                  <a:pt x="10275818" y="1029226"/>
                  <a:pt x="10283688" y="1052223"/>
                  <a:pt x="10309089" y="1043685"/>
                </a:cubicBezTo>
                <a:cubicBezTo>
                  <a:pt x="10335955" y="1044245"/>
                  <a:pt x="10291248" y="1057215"/>
                  <a:pt x="10320289" y="1061835"/>
                </a:cubicBezTo>
                <a:cubicBezTo>
                  <a:pt x="10355953" y="1064839"/>
                  <a:pt x="10351274" y="1091207"/>
                  <a:pt x="10384377" y="1060786"/>
                </a:cubicBezTo>
                <a:cubicBezTo>
                  <a:pt x="10420069" y="1073328"/>
                  <a:pt x="10429874" y="1059045"/>
                  <a:pt x="10481874" y="1057315"/>
                </a:cubicBezTo>
                <a:cubicBezTo>
                  <a:pt x="10501680" y="1068177"/>
                  <a:pt x="10519421" y="1065993"/>
                  <a:pt x="10537450" y="1059745"/>
                </a:cubicBezTo>
                <a:cubicBezTo>
                  <a:pt x="10586493" y="1067520"/>
                  <a:pt x="10633607" y="1060262"/>
                  <a:pt x="10689967" y="1061568"/>
                </a:cubicBezTo>
                <a:cubicBezTo>
                  <a:pt x="10748426" y="1077920"/>
                  <a:pt x="10783057" y="1058234"/>
                  <a:pt x="10843272" y="1059725"/>
                </a:cubicBezTo>
                <a:cubicBezTo>
                  <a:pt x="10898437" y="1087831"/>
                  <a:pt x="10887290" y="1031628"/>
                  <a:pt x="10937143" y="1037919"/>
                </a:cubicBezTo>
                <a:cubicBezTo>
                  <a:pt x="11015338" y="1066127"/>
                  <a:pt x="10938076" y="1019729"/>
                  <a:pt x="11062831" y="1038640"/>
                </a:cubicBezTo>
                <a:cubicBezTo>
                  <a:pt x="11069397" y="1042745"/>
                  <a:pt x="11085203" y="1040603"/>
                  <a:pt x="11084314" y="1035726"/>
                </a:cubicBezTo>
                <a:cubicBezTo>
                  <a:pt x="11092072" y="1037916"/>
                  <a:pt x="11109774" y="1048720"/>
                  <a:pt x="11112761" y="1041304"/>
                </a:cubicBezTo>
                <a:cubicBezTo>
                  <a:pt x="11152966" y="1044024"/>
                  <a:pt x="11192190" y="1052052"/>
                  <a:pt x="11226650" y="1064615"/>
                </a:cubicBezTo>
                <a:cubicBezTo>
                  <a:pt x="11305689" y="1058552"/>
                  <a:pt x="11258784" y="1090166"/>
                  <a:pt x="11315138" y="1091562"/>
                </a:cubicBezTo>
                <a:cubicBezTo>
                  <a:pt x="11361985" y="1080652"/>
                  <a:pt x="11377018" y="1094351"/>
                  <a:pt x="11430149" y="1089068"/>
                </a:cubicBezTo>
                <a:cubicBezTo>
                  <a:pt x="11444825" y="1115277"/>
                  <a:pt x="11479264" y="1090856"/>
                  <a:pt x="11498691" y="1099602"/>
                </a:cubicBezTo>
                <a:cubicBezTo>
                  <a:pt x="11534287" y="1073718"/>
                  <a:pt x="11574772" y="1132835"/>
                  <a:pt x="11608544" y="1135250"/>
                </a:cubicBezTo>
                <a:cubicBezTo>
                  <a:pt x="11665899" y="1134901"/>
                  <a:pt x="11730579" y="1110553"/>
                  <a:pt x="11758635" y="1141533"/>
                </a:cubicBezTo>
                <a:cubicBezTo>
                  <a:pt x="11764015" y="1130111"/>
                  <a:pt x="11760429" y="1113687"/>
                  <a:pt x="11792628" y="1118443"/>
                </a:cubicBezTo>
                <a:cubicBezTo>
                  <a:pt x="11806166" y="1113506"/>
                  <a:pt x="11810246" y="1095634"/>
                  <a:pt x="11835851" y="1106547"/>
                </a:cubicBezTo>
                <a:cubicBezTo>
                  <a:pt x="11801664" y="1119996"/>
                  <a:pt x="11855557" y="1126304"/>
                  <a:pt x="11848808" y="1144622"/>
                </a:cubicBezTo>
                <a:cubicBezTo>
                  <a:pt x="11888209" y="1159428"/>
                  <a:pt x="11982396" y="1150542"/>
                  <a:pt x="11974416" y="1183759"/>
                </a:cubicBezTo>
                <a:cubicBezTo>
                  <a:pt x="11984558" y="1204467"/>
                  <a:pt x="12039206" y="1177765"/>
                  <a:pt x="12037690" y="1199182"/>
                </a:cubicBezTo>
                <a:cubicBezTo>
                  <a:pt x="12061583" y="1187085"/>
                  <a:pt x="12100041" y="1212725"/>
                  <a:pt x="12137350" y="1214847"/>
                </a:cubicBezTo>
                <a:cubicBezTo>
                  <a:pt x="12143663" y="1225017"/>
                  <a:pt x="12152270" y="1225179"/>
                  <a:pt x="12167506" y="1221091"/>
                </a:cubicBezTo>
                <a:lnTo>
                  <a:pt x="12192000" y="1225437"/>
                </a:lnTo>
                <a:lnTo>
                  <a:pt x="12192000" y="2693565"/>
                </a:lnTo>
                <a:lnTo>
                  <a:pt x="0" y="2693565"/>
                </a:lnTo>
                <a:lnTo>
                  <a:pt x="0" y="305932"/>
                </a:lnTo>
                <a:lnTo>
                  <a:pt x="7453" y="309471"/>
                </a:lnTo>
                <a:cubicBezTo>
                  <a:pt x="23896" y="319081"/>
                  <a:pt x="38977" y="328472"/>
                  <a:pt x="56573" y="335374"/>
                </a:cubicBezTo>
                <a:cubicBezTo>
                  <a:pt x="69155" y="358380"/>
                  <a:pt x="163342" y="348134"/>
                  <a:pt x="184586" y="353266"/>
                </a:cubicBezTo>
                <a:cubicBezTo>
                  <a:pt x="214121" y="345491"/>
                  <a:pt x="204765" y="347033"/>
                  <a:pt x="235650" y="342210"/>
                </a:cubicBezTo>
                <a:cubicBezTo>
                  <a:pt x="247937" y="316367"/>
                  <a:pt x="302580" y="328405"/>
                  <a:pt x="333156" y="324339"/>
                </a:cubicBezTo>
                <a:cubicBezTo>
                  <a:pt x="339717" y="301268"/>
                  <a:pt x="360087" y="295523"/>
                  <a:pt x="414362" y="275773"/>
                </a:cubicBezTo>
                <a:cubicBezTo>
                  <a:pt x="420721" y="249657"/>
                  <a:pt x="488456" y="282645"/>
                  <a:pt x="509613" y="242197"/>
                </a:cubicBezTo>
                <a:cubicBezTo>
                  <a:pt x="513387" y="243636"/>
                  <a:pt x="517437" y="244726"/>
                  <a:pt x="521640" y="245434"/>
                </a:cubicBezTo>
                <a:cubicBezTo>
                  <a:pt x="546049" y="249549"/>
                  <a:pt x="570152" y="240147"/>
                  <a:pt x="575469" y="224434"/>
                </a:cubicBezTo>
                <a:cubicBezTo>
                  <a:pt x="614641" y="165790"/>
                  <a:pt x="675649" y="197289"/>
                  <a:pt x="727704" y="167150"/>
                </a:cubicBezTo>
                <a:cubicBezTo>
                  <a:pt x="789763" y="136526"/>
                  <a:pt x="780796" y="134575"/>
                  <a:pt x="835654" y="71601"/>
                </a:cubicBezTo>
                <a:cubicBezTo>
                  <a:pt x="855810" y="80465"/>
                  <a:pt x="866761" y="76836"/>
                  <a:pt x="878896" y="63761"/>
                </a:cubicBezTo>
                <a:cubicBezTo>
                  <a:pt x="909898" y="49812"/>
                  <a:pt x="935837" y="82137"/>
                  <a:pt x="951001" y="50233"/>
                </a:cubicBezTo>
                <a:cubicBezTo>
                  <a:pt x="953370" y="55026"/>
                  <a:pt x="958711" y="56299"/>
                  <a:pt x="965408" y="55880"/>
                </a:cubicBezTo>
                <a:lnTo>
                  <a:pt x="971791" y="54603"/>
                </a:lnTo>
                <a:lnTo>
                  <a:pt x="972435" y="54961"/>
                </a:lnTo>
                <a:lnTo>
                  <a:pt x="973799" y="54202"/>
                </a:lnTo>
                <a:lnTo>
                  <a:pt x="987946" y="51373"/>
                </a:lnTo>
                <a:cubicBezTo>
                  <a:pt x="1003526" y="47416"/>
                  <a:pt x="1018060" y="43999"/>
                  <a:pt x="1018608" y="55733"/>
                </a:cubicBezTo>
                <a:cubicBezTo>
                  <a:pt x="1027284" y="57464"/>
                  <a:pt x="1033006" y="56925"/>
                  <a:pt x="1037218" y="55219"/>
                </a:cubicBezTo>
                <a:cubicBezTo>
                  <a:pt x="1045641" y="51809"/>
                  <a:pt x="1048029" y="43734"/>
                  <a:pt x="1055961" y="39838"/>
                </a:cubicBezTo>
                <a:lnTo>
                  <a:pt x="1068713" y="38669"/>
                </a:lnTo>
                <a:lnTo>
                  <a:pt x="1071331" y="36555"/>
                </a:lnTo>
                <a:lnTo>
                  <a:pt x="1078748" y="32518"/>
                </a:lnTo>
                <a:lnTo>
                  <a:pt x="1071510" y="28114"/>
                </a:lnTo>
                <a:cubicBezTo>
                  <a:pt x="1063911" y="24295"/>
                  <a:pt x="1145676" y="19987"/>
                  <a:pt x="1158018" y="14155"/>
                </a:cubicBezTo>
                <a:lnTo>
                  <a:pt x="1231493" y="2246"/>
                </a:lnTo>
                <a:lnTo>
                  <a:pt x="1355072" y="31208"/>
                </a:lnTo>
                <a:cubicBezTo>
                  <a:pt x="1384547" y="167"/>
                  <a:pt x="1449853" y="16313"/>
                  <a:pt x="1479835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0285" y="5115846"/>
            <a:ext cx="9201644" cy="70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SCHOOL MANAGEMENT SYSTEM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610285" y="5890683"/>
            <a:ext cx="9201644" cy="365125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6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Asp.neT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7" name="Freeform: Shap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5277223" y="-1"/>
            <a:ext cx="6914777" cy="64332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-1" fmla="*/ 6884912 w 6884912"/>
              <a:gd name="connsiteY0-2" fmla="*/ 0 h 1161397"/>
              <a:gd name="connsiteX1-3" fmla="*/ 6884912 w 6884912"/>
              <a:gd name="connsiteY1-4" fmla="*/ 1161397 h 1161397"/>
              <a:gd name="connsiteX2-5" fmla="*/ 0 w 6884912"/>
              <a:gd name="connsiteY2-6" fmla="*/ 1161397 h 1161397"/>
              <a:gd name="connsiteX3-7" fmla="*/ 27135 w 6884912"/>
              <a:gd name="connsiteY3-8" fmla="*/ 1147460 h 1161397"/>
              <a:gd name="connsiteX4-9" fmla="*/ 115388 w 6884912"/>
              <a:gd name="connsiteY4-10" fmla="*/ 1159043 h 1161397"/>
              <a:gd name="connsiteX5-11" fmla="*/ 119094 w 6884912"/>
              <a:gd name="connsiteY5-12" fmla="*/ 1148463 h 1161397"/>
              <a:gd name="connsiteX6-13" fmla="*/ 171824 w 6884912"/>
              <a:gd name="connsiteY6-14" fmla="*/ 1133224 h 1161397"/>
              <a:gd name="connsiteX7-15" fmla="*/ 376455 w 6884912"/>
              <a:gd name="connsiteY7-16" fmla="*/ 1137381 h 1161397"/>
              <a:gd name="connsiteX8-17" fmla="*/ 478946 w 6884912"/>
              <a:gd name="connsiteY8-18" fmla="*/ 1106011 h 1161397"/>
              <a:gd name="connsiteX9-19" fmla="*/ 512111 w 6884912"/>
              <a:gd name="connsiteY9-20" fmla="*/ 1085599 h 1161397"/>
              <a:gd name="connsiteX10-21" fmla="*/ 567875 w 6884912"/>
              <a:gd name="connsiteY10-22" fmla="*/ 1051976 h 1161397"/>
              <a:gd name="connsiteX11-23" fmla="*/ 601644 w 6884912"/>
              <a:gd name="connsiteY11-24" fmla="*/ 1003997 h 1161397"/>
              <a:gd name="connsiteX12-25" fmla="*/ 651408 w 6884912"/>
              <a:gd name="connsiteY12-26" fmla="*/ 984938 h 1161397"/>
              <a:gd name="connsiteX13-27" fmla="*/ 673197 w 6884912"/>
              <a:gd name="connsiteY13-28" fmla="*/ 1010060 h 1161397"/>
              <a:gd name="connsiteX14-29" fmla="*/ 723108 w 6884912"/>
              <a:gd name="connsiteY14-30" fmla="*/ 980081 h 1161397"/>
              <a:gd name="connsiteX15-31" fmla="*/ 797699 w 6884912"/>
              <a:gd name="connsiteY15-32" fmla="*/ 931362 h 1161397"/>
              <a:gd name="connsiteX16-33" fmla="*/ 843359 w 6884912"/>
              <a:gd name="connsiteY16-34" fmla="*/ 910894 h 1161397"/>
              <a:gd name="connsiteX17-35" fmla="*/ 965215 w 6884912"/>
              <a:gd name="connsiteY17-36" fmla="*/ 846701 h 1161397"/>
              <a:gd name="connsiteX18-37" fmla="*/ 1085080 w 6884912"/>
              <a:gd name="connsiteY18-38" fmla="*/ 776086 h 1161397"/>
              <a:gd name="connsiteX19-39" fmla="*/ 1131224 w 6884912"/>
              <a:gd name="connsiteY19-40" fmla="*/ 706160 h 1161397"/>
              <a:gd name="connsiteX20-41" fmla="*/ 1138051 w 6884912"/>
              <a:gd name="connsiteY20-42" fmla="*/ 702034 h 1161397"/>
              <a:gd name="connsiteX21-43" fmla="*/ 1158800 w 6884912"/>
              <a:gd name="connsiteY21-44" fmla="*/ 700004 h 1161397"/>
              <a:gd name="connsiteX22-45" fmla="*/ 1166947 w 6884912"/>
              <a:gd name="connsiteY22-46" fmla="*/ 700762 h 1161397"/>
              <a:gd name="connsiteX23-47" fmla="*/ 1178135 w 6884912"/>
              <a:gd name="connsiteY23-48" fmla="*/ 698631 h 1161397"/>
              <a:gd name="connsiteX24-49" fmla="*/ 1178301 w 6884912"/>
              <a:gd name="connsiteY24-50" fmla="*/ 698094 h 1161397"/>
              <a:gd name="connsiteX25-51" fmla="*/ 1188995 w 6884912"/>
              <a:gd name="connsiteY25-52" fmla="*/ 697048 h 1161397"/>
              <a:gd name="connsiteX26-53" fmla="*/ 1242716 w 6884912"/>
              <a:gd name="connsiteY26-54" fmla="*/ 698052 h 1161397"/>
              <a:gd name="connsiteX27-55" fmla="*/ 1299977 w 6884912"/>
              <a:gd name="connsiteY27-56" fmla="*/ 639196 h 1161397"/>
              <a:gd name="connsiteX28-57" fmla="*/ 1326190 w 6884912"/>
              <a:gd name="connsiteY28-58" fmla="*/ 625955 h 1161397"/>
              <a:gd name="connsiteX29-59" fmla="*/ 1339600 w 6884912"/>
              <a:gd name="connsiteY29-60" fmla="*/ 616295 h 1161397"/>
              <a:gd name="connsiteX30-61" fmla="*/ 1340054 w 6884912"/>
              <a:gd name="connsiteY30-62" fmla="*/ 614022 h 1161397"/>
              <a:gd name="connsiteX31-63" fmla="*/ 1391606 w 6884912"/>
              <a:gd name="connsiteY31-64" fmla="*/ 615229 h 1161397"/>
              <a:gd name="connsiteX32-65" fmla="*/ 1397565 w 6884912"/>
              <a:gd name="connsiteY32-66" fmla="*/ 611490 h 1161397"/>
              <a:gd name="connsiteX33-67" fmla="*/ 1432302 w 6884912"/>
              <a:gd name="connsiteY33-68" fmla="*/ 617267 h 1161397"/>
              <a:gd name="connsiteX34-69" fmla="*/ 1449644 w 6884912"/>
              <a:gd name="connsiteY34-70" fmla="*/ 617591 h 1161397"/>
              <a:gd name="connsiteX35-71" fmla="*/ 1455793 w 6884912"/>
              <a:gd name="connsiteY35-72" fmla="*/ 623174 h 1161397"/>
              <a:gd name="connsiteX36-73" fmla="*/ 1480758 w 6884912"/>
              <a:gd name="connsiteY36-74" fmla="*/ 620863 h 1161397"/>
              <a:gd name="connsiteX37-75" fmla="*/ 1483154 w 6884912"/>
              <a:gd name="connsiteY37-76" fmla="*/ 618527 h 1161397"/>
              <a:gd name="connsiteX38-77" fmla="*/ 1505495 w 6884912"/>
              <a:gd name="connsiteY38-78" fmla="*/ 624325 h 1161397"/>
              <a:gd name="connsiteX39-79" fmla="*/ 1526340 w 6884912"/>
              <a:gd name="connsiteY39-80" fmla="*/ 638496 h 1161397"/>
              <a:gd name="connsiteX40-81" fmla="*/ 1731986 w 6884912"/>
              <a:gd name="connsiteY40-82" fmla="*/ 589682 h 1161397"/>
              <a:gd name="connsiteX41-83" fmla="*/ 1927935 w 6884912"/>
              <a:gd name="connsiteY41-84" fmla="*/ 628540 h 1161397"/>
              <a:gd name="connsiteX42-85" fmla="*/ 2066980 w 6884912"/>
              <a:gd name="connsiteY42-86" fmla="*/ 550413 h 1161397"/>
              <a:gd name="connsiteX43-87" fmla="*/ 2352236 w 6884912"/>
              <a:gd name="connsiteY43-88" fmla="*/ 519602 h 1161397"/>
              <a:gd name="connsiteX44-89" fmla="*/ 2420791 w 6884912"/>
              <a:gd name="connsiteY44-90" fmla="*/ 492826 h 1161397"/>
              <a:gd name="connsiteX45-91" fmla="*/ 2489932 w 6884912"/>
              <a:gd name="connsiteY45-92" fmla="*/ 507864 h 1161397"/>
              <a:gd name="connsiteX46-93" fmla="*/ 2512917 w 6884912"/>
              <a:gd name="connsiteY46-94" fmla="*/ 489127 h 1161397"/>
              <a:gd name="connsiteX47-95" fmla="*/ 2516783 w 6884912"/>
              <a:gd name="connsiteY47-96" fmla="*/ 485473 h 1161397"/>
              <a:gd name="connsiteX48-97" fmla="*/ 2534360 w 6884912"/>
              <a:gd name="connsiteY48-98" fmla="*/ 480064 h 1161397"/>
              <a:gd name="connsiteX49-99" fmla="*/ 2536691 w 6884912"/>
              <a:gd name="connsiteY49-100" fmla="*/ 467018 h 1161397"/>
              <a:gd name="connsiteX50-101" fmla="*/ 2561265 w 6884912"/>
              <a:gd name="connsiteY50-102" fmla="*/ 450623 h 1161397"/>
              <a:gd name="connsiteX51-103" fmla="*/ 2594349 w 6884912"/>
              <a:gd name="connsiteY51-104" fmla="*/ 443884 h 1161397"/>
              <a:gd name="connsiteX52-105" fmla="*/ 2754324 w 6884912"/>
              <a:gd name="connsiteY52-106" fmla="*/ 424766 h 1161397"/>
              <a:gd name="connsiteX53-107" fmla="*/ 2848470 w 6884912"/>
              <a:gd name="connsiteY53-108" fmla="*/ 405966 h 1161397"/>
              <a:gd name="connsiteX54-109" fmla="*/ 2881772 w 6884912"/>
              <a:gd name="connsiteY54-110" fmla="*/ 387260 h 1161397"/>
              <a:gd name="connsiteX55-111" fmla="*/ 2929932 w 6884912"/>
              <a:gd name="connsiteY55-112" fmla="*/ 368912 h 1161397"/>
              <a:gd name="connsiteX56-113" fmla="*/ 3013020 w 6884912"/>
              <a:gd name="connsiteY56-114" fmla="*/ 327578 h 1161397"/>
              <a:gd name="connsiteX57-115" fmla="*/ 3127968 w 6884912"/>
              <a:gd name="connsiteY57-116" fmla="*/ 287613 h 1161397"/>
              <a:gd name="connsiteX58-117" fmla="*/ 3222191 w 6884912"/>
              <a:gd name="connsiteY58-118" fmla="*/ 307887 h 1161397"/>
              <a:gd name="connsiteX59-119" fmla="*/ 3227953 w 6884912"/>
              <a:gd name="connsiteY59-120" fmla="*/ 297650 h 1161397"/>
              <a:gd name="connsiteX60-121" fmla="*/ 3287859 w 6884912"/>
              <a:gd name="connsiteY60-122" fmla="*/ 287558 h 1161397"/>
              <a:gd name="connsiteX61-123" fmla="*/ 3510042 w 6884912"/>
              <a:gd name="connsiteY61-124" fmla="*/ 311820 h 1161397"/>
              <a:gd name="connsiteX62-125" fmla="*/ 3626773 w 6884912"/>
              <a:gd name="connsiteY62-126" fmla="*/ 290452 h 1161397"/>
              <a:gd name="connsiteX63-127" fmla="*/ 3666217 w 6884912"/>
              <a:gd name="connsiteY63-128" fmla="*/ 273255 h 1161397"/>
              <a:gd name="connsiteX64-129" fmla="*/ 3732427 w 6884912"/>
              <a:gd name="connsiteY64-130" fmla="*/ 245039 h 1161397"/>
              <a:gd name="connsiteX65-131" fmla="*/ 3777022 w 6884912"/>
              <a:gd name="connsiteY65-132" fmla="*/ 200276 h 1161397"/>
              <a:gd name="connsiteX66-133" fmla="*/ 3791246 w 6884912"/>
              <a:gd name="connsiteY66-134" fmla="*/ 189996 h 1161397"/>
              <a:gd name="connsiteX67-135" fmla="*/ 3819864 w 6884912"/>
              <a:gd name="connsiteY67-136" fmla="*/ 194605 h 1161397"/>
              <a:gd name="connsiteX68-137" fmla="*/ 3830398 w 6884912"/>
              <a:gd name="connsiteY68-138" fmla="*/ 188383 h 1161397"/>
              <a:gd name="connsiteX69-139" fmla="*/ 3834360 w 6884912"/>
              <a:gd name="connsiteY69-140" fmla="*/ 188992 h 1161397"/>
              <a:gd name="connsiteX70-141" fmla="*/ 3843715 w 6884912"/>
              <a:gd name="connsiteY70-142" fmla="*/ 188752 h 1161397"/>
              <a:gd name="connsiteX71-143" fmla="*/ 3842609 w 6884912"/>
              <a:gd name="connsiteY71-144" fmla="*/ 197386 h 1161397"/>
              <a:gd name="connsiteX72-145" fmla="*/ 3853961 w 6884912"/>
              <a:gd name="connsiteY72-146" fmla="*/ 213380 h 1161397"/>
              <a:gd name="connsiteX73-147" fmla="*/ 3907640 w 6884912"/>
              <a:gd name="connsiteY73-148" fmla="*/ 207568 h 1161397"/>
              <a:gd name="connsiteX74-149" fmla="*/ 3910449 w 6884912"/>
              <a:gd name="connsiteY74-150" fmla="*/ 197808 h 1161397"/>
              <a:gd name="connsiteX75-151" fmla="*/ 3917197 w 6884912"/>
              <a:gd name="connsiteY75-152" fmla="*/ 196121 h 1161397"/>
              <a:gd name="connsiteX76-153" fmla="*/ 3922400 w 6884912"/>
              <a:gd name="connsiteY76-154" fmla="*/ 205056 h 1161397"/>
              <a:gd name="connsiteX77-155" fmla="*/ 4013061 w 6884912"/>
              <a:gd name="connsiteY77-156" fmla="*/ 224874 h 1161397"/>
              <a:gd name="connsiteX78-157" fmla="*/ 4134285 w 6884912"/>
              <a:gd name="connsiteY78-158" fmla="*/ 235592 h 1161397"/>
              <a:gd name="connsiteX79-159" fmla="*/ 4220717 w 6884912"/>
              <a:gd name="connsiteY79-160" fmla="*/ 192946 h 1161397"/>
              <a:gd name="connsiteX80-161" fmla="*/ 4228802 w 6884912"/>
              <a:gd name="connsiteY80-162" fmla="*/ 201468 h 1161397"/>
              <a:gd name="connsiteX81-163" fmla="*/ 4289361 w 6884912"/>
              <a:gd name="connsiteY81-164" fmla="*/ 196642 h 1161397"/>
              <a:gd name="connsiteX82-165" fmla="*/ 4498913 w 6884912"/>
              <a:gd name="connsiteY82-166" fmla="*/ 118915 h 1161397"/>
              <a:gd name="connsiteX83-167" fmla="*/ 4617330 w 6884912"/>
              <a:gd name="connsiteY83-168" fmla="*/ 111163 h 1161397"/>
              <a:gd name="connsiteX84-169" fmla="*/ 4659778 w 6884912"/>
              <a:gd name="connsiteY84-170" fmla="*/ 118219 h 1161397"/>
              <a:gd name="connsiteX85-171" fmla="*/ 4730870 w 6884912"/>
              <a:gd name="connsiteY85-172" fmla="*/ 129432 h 1161397"/>
              <a:gd name="connsiteX86-173" fmla="*/ 4785037 w 6884912"/>
              <a:gd name="connsiteY86-174" fmla="*/ 161964 h 1161397"/>
              <a:gd name="connsiteX87-175" fmla="*/ 4844073 w 6884912"/>
              <a:gd name="connsiteY87-176" fmla="*/ 161768 h 1161397"/>
              <a:gd name="connsiteX88-177" fmla="*/ 4856454 w 6884912"/>
              <a:gd name="connsiteY88-178" fmla="*/ 130488 h 1161397"/>
              <a:gd name="connsiteX89-179" fmla="*/ 4920038 w 6884912"/>
              <a:gd name="connsiteY89-180" fmla="*/ 140418 h 1161397"/>
              <a:gd name="connsiteX90-181" fmla="*/ 5016639 w 6884912"/>
              <a:gd name="connsiteY90-182" fmla="*/ 158905 h 1161397"/>
              <a:gd name="connsiteX91-183" fmla="*/ 5072009 w 6884912"/>
              <a:gd name="connsiteY91-184" fmla="*/ 161502 h 1161397"/>
              <a:gd name="connsiteX92-185" fmla="*/ 5223626 w 6884912"/>
              <a:gd name="connsiteY92-186" fmla="*/ 177356 h 1161397"/>
              <a:gd name="connsiteX93-187" fmla="*/ 5375773 w 6884912"/>
              <a:gd name="connsiteY93-188" fmla="*/ 199913 h 1161397"/>
              <a:gd name="connsiteX94-189" fmla="*/ 5467502 w 6884912"/>
              <a:gd name="connsiteY94-190" fmla="*/ 250963 h 1161397"/>
              <a:gd name="connsiteX95-191" fmla="*/ 5592395 w 6884912"/>
              <a:gd name="connsiteY95-192" fmla="*/ 265434 h 1161397"/>
              <a:gd name="connsiteX96-193" fmla="*/ 5613532 w 6884912"/>
              <a:gd name="connsiteY96-194" fmla="*/ 273379 h 1161397"/>
              <a:gd name="connsiteX97-195" fmla="*/ 5642173 w 6884912"/>
              <a:gd name="connsiteY97-196" fmla="*/ 266904 h 1161397"/>
              <a:gd name="connsiteX98-197" fmla="*/ 5756910 w 6884912"/>
              <a:gd name="connsiteY98-198" fmla="*/ 239211 h 1161397"/>
              <a:gd name="connsiteX99-199" fmla="*/ 5846667 w 6884912"/>
              <a:gd name="connsiteY99-200" fmla="*/ 201786 h 1161397"/>
              <a:gd name="connsiteX100-201" fmla="*/ 5960732 w 6884912"/>
              <a:gd name="connsiteY100-202" fmla="*/ 220708 h 1161397"/>
              <a:gd name="connsiteX101-203" fmla="*/ 6029542 w 6884912"/>
              <a:gd name="connsiteY101-204" fmla="*/ 210339 h 1161397"/>
              <a:gd name="connsiteX102-205" fmla="*/ 6141123 w 6884912"/>
              <a:gd name="connsiteY102-206" fmla="*/ 159923 h 1161397"/>
              <a:gd name="connsiteX103-207" fmla="*/ 6290640 w 6884912"/>
              <a:gd name="connsiteY103-208" fmla="*/ 167441 h 1161397"/>
              <a:gd name="connsiteX104-209" fmla="*/ 6322806 w 6884912"/>
              <a:gd name="connsiteY104-210" fmla="*/ 213293 h 1161397"/>
              <a:gd name="connsiteX105-211" fmla="*/ 6364914 w 6884912"/>
              <a:gd name="connsiteY105-212" fmla="*/ 240140 h 1161397"/>
              <a:gd name="connsiteX106-213" fmla="*/ 6380420 w 6884912"/>
              <a:gd name="connsiteY106-214" fmla="*/ 173195 h 1161397"/>
              <a:gd name="connsiteX107-215" fmla="*/ 6507891 w 6884912"/>
              <a:gd name="connsiteY107-216" fmla="*/ 118474 h 1161397"/>
              <a:gd name="connsiteX108-217" fmla="*/ 6571807 w 6884912"/>
              <a:gd name="connsiteY108-218" fmla="*/ 98636 h 1161397"/>
              <a:gd name="connsiteX109-219" fmla="*/ 6671880 w 6884912"/>
              <a:gd name="connsiteY109-220" fmla="*/ 82931 h 1161397"/>
              <a:gd name="connsiteX110-221" fmla="*/ 6702266 w 6884912"/>
              <a:gd name="connsiteY110-222" fmla="*/ 75470 h 1161397"/>
              <a:gd name="connsiteX111-223" fmla="*/ 6845802 w 6884912"/>
              <a:gd name="connsiteY111-224" fmla="*/ 24496 h 1161397"/>
              <a:gd name="connsiteX112-225" fmla="*/ 6884912 w 6884912"/>
              <a:gd name="connsiteY112-226" fmla="*/ 0 h 1161397"/>
              <a:gd name="connsiteX0-227" fmla="*/ 6884912 w 6884912"/>
              <a:gd name="connsiteY0-228" fmla="*/ 0 h 1161397"/>
              <a:gd name="connsiteX1-229" fmla="*/ 6884912 w 6884912"/>
              <a:gd name="connsiteY1-230" fmla="*/ 1161397 h 1161397"/>
              <a:gd name="connsiteX2-231" fmla="*/ 0 w 6884912"/>
              <a:gd name="connsiteY2-232" fmla="*/ 1161397 h 1161397"/>
              <a:gd name="connsiteX3-233" fmla="*/ 27135 w 6884912"/>
              <a:gd name="connsiteY3-234" fmla="*/ 1147460 h 1161397"/>
              <a:gd name="connsiteX4-235" fmla="*/ 115388 w 6884912"/>
              <a:gd name="connsiteY4-236" fmla="*/ 1159043 h 1161397"/>
              <a:gd name="connsiteX5-237" fmla="*/ 119094 w 6884912"/>
              <a:gd name="connsiteY5-238" fmla="*/ 1148463 h 1161397"/>
              <a:gd name="connsiteX6-239" fmla="*/ 171824 w 6884912"/>
              <a:gd name="connsiteY6-240" fmla="*/ 1133224 h 1161397"/>
              <a:gd name="connsiteX7-241" fmla="*/ 376455 w 6884912"/>
              <a:gd name="connsiteY7-242" fmla="*/ 1137381 h 1161397"/>
              <a:gd name="connsiteX8-243" fmla="*/ 478946 w 6884912"/>
              <a:gd name="connsiteY8-244" fmla="*/ 1106011 h 1161397"/>
              <a:gd name="connsiteX9-245" fmla="*/ 512111 w 6884912"/>
              <a:gd name="connsiteY9-246" fmla="*/ 1085599 h 1161397"/>
              <a:gd name="connsiteX10-247" fmla="*/ 567875 w 6884912"/>
              <a:gd name="connsiteY10-248" fmla="*/ 1051976 h 1161397"/>
              <a:gd name="connsiteX11-249" fmla="*/ 601644 w 6884912"/>
              <a:gd name="connsiteY11-250" fmla="*/ 1003997 h 1161397"/>
              <a:gd name="connsiteX12-251" fmla="*/ 651408 w 6884912"/>
              <a:gd name="connsiteY12-252" fmla="*/ 984938 h 1161397"/>
              <a:gd name="connsiteX13-253" fmla="*/ 673197 w 6884912"/>
              <a:gd name="connsiteY13-254" fmla="*/ 1010060 h 1161397"/>
              <a:gd name="connsiteX14-255" fmla="*/ 723108 w 6884912"/>
              <a:gd name="connsiteY14-256" fmla="*/ 980081 h 1161397"/>
              <a:gd name="connsiteX15-257" fmla="*/ 797699 w 6884912"/>
              <a:gd name="connsiteY15-258" fmla="*/ 931362 h 1161397"/>
              <a:gd name="connsiteX16-259" fmla="*/ 843359 w 6884912"/>
              <a:gd name="connsiteY16-260" fmla="*/ 910894 h 1161397"/>
              <a:gd name="connsiteX17-261" fmla="*/ 965215 w 6884912"/>
              <a:gd name="connsiteY17-262" fmla="*/ 846701 h 1161397"/>
              <a:gd name="connsiteX18-263" fmla="*/ 1085080 w 6884912"/>
              <a:gd name="connsiteY18-264" fmla="*/ 776086 h 1161397"/>
              <a:gd name="connsiteX19-265" fmla="*/ 1131224 w 6884912"/>
              <a:gd name="connsiteY19-266" fmla="*/ 706160 h 1161397"/>
              <a:gd name="connsiteX20-267" fmla="*/ 1138051 w 6884912"/>
              <a:gd name="connsiteY20-268" fmla="*/ 702034 h 1161397"/>
              <a:gd name="connsiteX21-269" fmla="*/ 1158800 w 6884912"/>
              <a:gd name="connsiteY21-270" fmla="*/ 700004 h 1161397"/>
              <a:gd name="connsiteX22-271" fmla="*/ 1166947 w 6884912"/>
              <a:gd name="connsiteY22-272" fmla="*/ 700762 h 1161397"/>
              <a:gd name="connsiteX23-273" fmla="*/ 1178135 w 6884912"/>
              <a:gd name="connsiteY23-274" fmla="*/ 698631 h 1161397"/>
              <a:gd name="connsiteX24-275" fmla="*/ 1178301 w 6884912"/>
              <a:gd name="connsiteY24-276" fmla="*/ 698094 h 1161397"/>
              <a:gd name="connsiteX25-277" fmla="*/ 1188995 w 6884912"/>
              <a:gd name="connsiteY25-278" fmla="*/ 697048 h 1161397"/>
              <a:gd name="connsiteX26-279" fmla="*/ 1242716 w 6884912"/>
              <a:gd name="connsiteY26-280" fmla="*/ 698052 h 1161397"/>
              <a:gd name="connsiteX27-281" fmla="*/ 1299977 w 6884912"/>
              <a:gd name="connsiteY27-282" fmla="*/ 639196 h 1161397"/>
              <a:gd name="connsiteX28-283" fmla="*/ 1326190 w 6884912"/>
              <a:gd name="connsiteY28-284" fmla="*/ 625955 h 1161397"/>
              <a:gd name="connsiteX29-285" fmla="*/ 1339600 w 6884912"/>
              <a:gd name="connsiteY29-286" fmla="*/ 616295 h 1161397"/>
              <a:gd name="connsiteX30-287" fmla="*/ 1340054 w 6884912"/>
              <a:gd name="connsiteY30-288" fmla="*/ 614022 h 1161397"/>
              <a:gd name="connsiteX31-289" fmla="*/ 1391606 w 6884912"/>
              <a:gd name="connsiteY31-290" fmla="*/ 615229 h 1161397"/>
              <a:gd name="connsiteX32-291" fmla="*/ 1397565 w 6884912"/>
              <a:gd name="connsiteY32-292" fmla="*/ 611490 h 1161397"/>
              <a:gd name="connsiteX33-293" fmla="*/ 1432302 w 6884912"/>
              <a:gd name="connsiteY33-294" fmla="*/ 617267 h 1161397"/>
              <a:gd name="connsiteX34-295" fmla="*/ 1449644 w 6884912"/>
              <a:gd name="connsiteY34-296" fmla="*/ 617591 h 1161397"/>
              <a:gd name="connsiteX35-297" fmla="*/ 1455793 w 6884912"/>
              <a:gd name="connsiteY35-298" fmla="*/ 623174 h 1161397"/>
              <a:gd name="connsiteX36-299" fmla="*/ 1480758 w 6884912"/>
              <a:gd name="connsiteY36-300" fmla="*/ 620863 h 1161397"/>
              <a:gd name="connsiteX37-301" fmla="*/ 1483154 w 6884912"/>
              <a:gd name="connsiteY37-302" fmla="*/ 618527 h 1161397"/>
              <a:gd name="connsiteX38-303" fmla="*/ 1505495 w 6884912"/>
              <a:gd name="connsiteY38-304" fmla="*/ 624325 h 1161397"/>
              <a:gd name="connsiteX39-305" fmla="*/ 1526340 w 6884912"/>
              <a:gd name="connsiteY39-306" fmla="*/ 638496 h 1161397"/>
              <a:gd name="connsiteX40-307" fmla="*/ 1731986 w 6884912"/>
              <a:gd name="connsiteY40-308" fmla="*/ 589682 h 1161397"/>
              <a:gd name="connsiteX41-309" fmla="*/ 1927935 w 6884912"/>
              <a:gd name="connsiteY41-310" fmla="*/ 622808 h 1161397"/>
              <a:gd name="connsiteX42-311" fmla="*/ 2066980 w 6884912"/>
              <a:gd name="connsiteY42-312" fmla="*/ 550413 h 1161397"/>
              <a:gd name="connsiteX43-313" fmla="*/ 2352236 w 6884912"/>
              <a:gd name="connsiteY43-314" fmla="*/ 519602 h 1161397"/>
              <a:gd name="connsiteX44-315" fmla="*/ 2420791 w 6884912"/>
              <a:gd name="connsiteY44-316" fmla="*/ 492826 h 1161397"/>
              <a:gd name="connsiteX45-317" fmla="*/ 2489932 w 6884912"/>
              <a:gd name="connsiteY45-318" fmla="*/ 507864 h 1161397"/>
              <a:gd name="connsiteX46-319" fmla="*/ 2512917 w 6884912"/>
              <a:gd name="connsiteY46-320" fmla="*/ 489127 h 1161397"/>
              <a:gd name="connsiteX47-321" fmla="*/ 2516783 w 6884912"/>
              <a:gd name="connsiteY47-322" fmla="*/ 485473 h 1161397"/>
              <a:gd name="connsiteX48-323" fmla="*/ 2534360 w 6884912"/>
              <a:gd name="connsiteY48-324" fmla="*/ 480064 h 1161397"/>
              <a:gd name="connsiteX49-325" fmla="*/ 2536691 w 6884912"/>
              <a:gd name="connsiteY49-326" fmla="*/ 467018 h 1161397"/>
              <a:gd name="connsiteX50-327" fmla="*/ 2561265 w 6884912"/>
              <a:gd name="connsiteY50-328" fmla="*/ 450623 h 1161397"/>
              <a:gd name="connsiteX51-329" fmla="*/ 2594349 w 6884912"/>
              <a:gd name="connsiteY51-330" fmla="*/ 443884 h 1161397"/>
              <a:gd name="connsiteX52-331" fmla="*/ 2754324 w 6884912"/>
              <a:gd name="connsiteY52-332" fmla="*/ 424766 h 1161397"/>
              <a:gd name="connsiteX53-333" fmla="*/ 2848470 w 6884912"/>
              <a:gd name="connsiteY53-334" fmla="*/ 405966 h 1161397"/>
              <a:gd name="connsiteX54-335" fmla="*/ 2881772 w 6884912"/>
              <a:gd name="connsiteY54-336" fmla="*/ 387260 h 1161397"/>
              <a:gd name="connsiteX55-337" fmla="*/ 2929932 w 6884912"/>
              <a:gd name="connsiteY55-338" fmla="*/ 368912 h 1161397"/>
              <a:gd name="connsiteX56-339" fmla="*/ 3013020 w 6884912"/>
              <a:gd name="connsiteY56-340" fmla="*/ 327578 h 1161397"/>
              <a:gd name="connsiteX57-341" fmla="*/ 3127968 w 6884912"/>
              <a:gd name="connsiteY57-342" fmla="*/ 287613 h 1161397"/>
              <a:gd name="connsiteX58-343" fmla="*/ 3222191 w 6884912"/>
              <a:gd name="connsiteY58-344" fmla="*/ 307887 h 1161397"/>
              <a:gd name="connsiteX59-345" fmla="*/ 3227953 w 6884912"/>
              <a:gd name="connsiteY59-346" fmla="*/ 297650 h 1161397"/>
              <a:gd name="connsiteX60-347" fmla="*/ 3287859 w 6884912"/>
              <a:gd name="connsiteY60-348" fmla="*/ 287558 h 1161397"/>
              <a:gd name="connsiteX61-349" fmla="*/ 3510042 w 6884912"/>
              <a:gd name="connsiteY61-350" fmla="*/ 311820 h 1161397"/>
              <a:gd name="connsiteX62-351" fmla="*/ 3626773 w 6884912"/>
              <a:gd name="connsiteY62-352" fmla="*/ 290452 h 1161397"/>
              <a:gd name="connsiteX63-353" fmla="*/ 3666217 w 6884912"/>
              <a:gd name="connsiteY63-354" fmla="*/ 273255 h 1161397"/>
              <a:gd name="connsiteX64-355" fmla="*/ 3732427 w 6884912"/>
              <a:gd name="connsiteY64-356" fmla="*/ 245039 h 1161397"/>
              <a:gd name="connsiteX65-357" fmla="*/ 3777022 w 6884912"/>
              <a:gd name="connsiteY65-358" fmla="*/ 200276 h 1161397"/>
              <a:gd name="connsiteX66-359" fmla="*/ 3791246 w 6884912"/>
              <a:gd name="connsiteY66-360" fmla="*/ 189996 h 1161397"/>
              <a:gd name="connsiteX67-361" fmla="*/ 3819864 w 6884912"/>
              <a:gd name="connsiteY67-362" fmla="*/ 194605 h 1161397"/>
              <a:gd name="connsiteX68-363" fmla="*/ 3830398 w 6884912"/>
              <a:gd name="connsiteY68-364" fmla="*/ 188383 h 1161397"/>
              <a:gd name="connsiteX69-365" fmla="*/ 3834360 w 6884912"/>
              <a:gd name="connsiteY69-366" fmla="*/ 188992 h 1161397"/>
              <a:gd name="connsiteX70-367" fmla="*/ 3843715 w 6884912"/>
              <a:gd name="connsiteY70-368" fmla="*/ 188752 h 1161397"/>
              <a:gd name="connsiteX71-369" fmla="*/ 3842609 w 6884912"/>
              <a:gd name="connsiteY71-370" fmla="*/ 197386 h 1161397"/>
              <a:gd name="connsiteX72-371" fmla="*/ 3853961 w 6884912"/>
              <a:gd name="connsiteY72-372" fmla="*/ 213380 h 1161397"/>
              <a:gd name="connsiteX73-373" fmla="*/ 3907640 w 6884912"/>
              <a:gd name="connsiteY73-374" fmla="*/ 207568 h 1161397"/>
              <a:gd name="connsiteX74-375" fmla="*/ 3910449 w 6884912"/>
              <a:gd name="connsiteY74-376" fmla="*/ 197808 h 1161397"/>
              <a:gd name="connsiteX75-377" fmla="*/ 3917197 w 6884912"/>
              <a:gd name="connsiteY75-378" fmla="*/ 196121 h 1161397"/>
              <a:gd name="connsiteX76-379" fmla="*/ 3922400 w 6884912"/>
              <a:gd name="connsiteY76-380" fmla="*/ 205056 h 1161397"/>
              <a:gd name="connsiteX77-381" fmla="*/ 4013061 w 6884912"/>
              <a:gd name="connsiteY77-382" fmla="*/ 224874 h 1161397"/>
              <a:gd name="connsiteX78-383" fmla="*/ 4134285 w 6884912"/>
              <a:gd name="connsiteY78-384" fmla="*/ 235592 h 1161397"/>
              <a:gd name="connsiteX79-385" fmla="*/ 4220717 w 6884912"/>
              <a:gd name="connsiteY79-386" fmla="*/ 192946 h 1161397"/>
              <a:gd name="connsiteX80-387" fmla="*/ 4228802 w 6884912"/>
              <a:gd name="connsiteY80-388" fmla="*/ 201468 h 1161397"/>
              <a:gd name="connsiteX81-389" fmla="*/ 4289361 w 6884912"/>
              <a:gd name="connsiteY81-390" fmla="*/ 196642 h 1161397"/>
              <a:gd name="connsiteX82-391" fmla="*/ 4498913 w 6884912"/>
              <a:gd name="connsiteY82-392" fmla="*/ 118915 h 1161397"/>
              <a:gd name="connsiteX83-393" fmla="*/ 4617330 w 6884912"/>
              <a:gd name="connsiteY83-394" fmla="*/ 111163 h 1161397"/>
              <a:gd name="connsiteX84-395" fmla="*/ 4659778 w 6884912"/>
              <a:gd name="connsiteY84-396" fmla="*/ 118219 h 1161397"/>
              <a:gd name="connsiteX85-397" fmla="*/ 4730870 w 6884912"/>
              <a:gd name="connsiteY85-398" fmla="*/ 129432 h 1161397"/>
              <a:gd name="connsiteX86-399" fmla="*/ 4785037 w 6884912"/>
              <a:gd name="connsiteY86-400" fmla="*/ 161964 h 1161397"/>
              <a:gd name="connsiteX87-401" fmla="*/ 4844073 w 6884912"/>
              <a:gd name="connsiteY87-402" fmla="*/ 161768 h 1161397"/>
              <a:gd name="connsiteX88-403" fmla="*/ 4856454 w 6884912"/>
              <a:gd name="connsiteY88-404" fmla="*/ 130488 h 1161397"/>
              <a:gd name="connsiteX89-405" fmla="*/ 4920038 w 6884912"/>
              <a:gd name="connsiteY89-406" fmla="*/ 140418 h 1161397"/>
              <a:gd name="connsiteX90-407" fmla="*/ 5016639 w 6884912"/>
              <a:gd name="connsiteY90-408" fmla="*/ 158905 h 1161397"/>
              <a:gd name="connsiteX91-409" fmla="*/ 5072009 w 6884912"/>
              <a:gd name="connsiteY91-410" fmla="*/ 161502 h 1161397"/>
              <a:gd name="connsiteX92-411" fmla="*/ 5223626 w 6884912"/>
              <a:gd name="connsiteY92-412" fmla="*/ 177356 h 1161397"/>
              <a:gd name="connsiteX93-413" fmla="*/ 5375773 w 6884912"/>
              <a:gd name="connsiteY93-414" fmla="*/ 199913 h 1161397"/>
              <a:gd name="connsiteX94-415" fmla="*/ 5467502 w 6884912"/>
              <a:gd name="connsiteY94-416" fmla="*/ 250963 h 1161397"/>
              <a:gd name="connsiteX95-417" fmla="*/ 5592395 w 6884912"/>
              <a:gd name="connsiteY95-418" fmla="*/ 265434 h 1161397"/>
              <a:gd name="connsiteX96-419" fmla="*/ 5613532 w 6884912"/>
              <a:gd name="connsiteY96-420" fmla="*/ 273379 h 1161397"/>
              <a:gd name="connsiteX97-421" fmla="*/ 5642173 w 6884912"/>
              <a:gd name="connsiteY97-422" fmla="*/ 266904 h 1161397"/>
              <a:gd name="connsiteX98-423" fmla="*/ 5756910 w 6884912"/>
              <a:gd name="connsiteY98-424" fmla="*/ 239211 h 1161397"/>
              <a:gd name="connsiteX99-425" fmla="*/ 5846667 w 6884912"/>
              <a:gd name="connsiteY99-426" fmla="*/ 201786 h 1161397"/>
              <a:gd name="connsiteX100-427" fmla="*/ 5960732 w 6884912"/>
              <a:gd name="connsiteY100-428" fmla="*/ 220708 h 1161397"/>
              <a:gd name="connsiteX101-429" fmla="*/ 6029542 w 6884912"/>
              <a:gd name="connsiteY101-430" fmla="*/ 210339 h 1161397"/>
              <a:gd name="connsiteX102-431" fmla="*/ 6141123 w 6884912"/>
              <a:gd name="connsiteY102-432" fmla="*/ 159923 h 1161397"/>
              <a:gd name="connsiteX103-433" fmla="*/ 6290640 w 6884912"/>
              <a:gd name="connsiteY103-434" fmla="*/ 167441 h 1161397"/>
              <a:gd name="connsiteX104-435" fmla="*/ 6322806 w 6884912"/>
              <a:gd name="connsiteY104-436" fmla="*/ 213293 h 1161397"/>
              <a:gd name="connsiteX105-437" fmla="*/ 6364914 w 6884912"/>
              <a:gd name="connsiteY105-438" fmla="*/ 240140 h 1161397"/>
              <a:gd name="connsiteX106-439" fmla="*/ 6380420 w 6884912"/>
              <a:gd name="connsiteY106-440" fmla="*/ 173195 h 1161397"/>
              <a:gd name="connsiteX107-441" fmla="*/ 6507891 w 6884912"/>
              <a:gd name="connsiteY107-442" fmla="*/ 118474 h 1161397"/>
              <a:gd name="connsiteX108-443" fmla="*/ 6571807 w 6884912"/>
              <a:gd name="connsiteY108-444" fmla="*/ 98636 h 1161397"/>
              <a:gd name="connsiteX109-445" fmla="*/ 6671880 w 6884912"/>
              <a:gd name="connsiteY109-446" fmla="*/ 82931 h 1161397"/>
              <a:gd name="connsiteX110-447" fmla="*/ 6702266 w 6884912"/>
              <a:gd name="connsiteY110-448" fmla="*/ 75470 h 1161397"/>
              <a:gd name="connsiteX111-449" fmla="*/ 6845802 w 6884912"/>
              <a:gd name="connsiteY111-450" fmla="*/ 24496 h 1161397"/>
              <a:gd name="connsiteX112-451" fmla="*/ 6884912 w 6884912"/>
              <a:gd name="connsiteY112-452" fmla="*/ 0 h 1161397"/>
              <a:gd name="connsiteX0-453" fmla="*/ 6884912 w 6884912"/>
              <a:gd name="connsiteY0-454" fmla="*/ 0 h 1161397"/>
              <a:gd name="connsiteX1-455" fmla="*/ 6884912 w 6884912"/>
              <a:gd name="connsiteY1-456" fmla="*/ 1161397 h 1161397"/>
              <a:gd name="connsiteX2-457" fmla="*/ 0 w 6884912"/>
              <a:gd name="connsiteY2-458" fmla="*/ 1161397 h 1161397"/>
              <a:gd name="connsiteX3-459" fmla="*/ 27135 w 6884912"/>
              <a:gd name="connsiteY3-460" fmla="*/ 1147460 h 1161397"/>
              <a:gd name="connsiteX4-461" fmla="*/ 115388 w 6884912"/>
              <a:gd name="connsiteY4-462" fmla="*/ 1159043 h 1161397"/>
              <a:gd name="connsiteX5-463" fmla="*/ 119094 w 6884912"/>
              <a:gd name="connsiteY5-464" fmla="*/ 1148463 h 1161397"/>
              <a:gd name="connsiteX6-465" fmla="*/ 171824 w 6884912"/>
              <a:gd name="connsiteY6-466" fmla="*/ 1133224 h 1161397"/>
              <a:gd name="connsiteX7-467" fmla="*/ 376455 w 6884912"/>
              <a:gd name="connsiteY7-468" fmla="*/ 1137381 h 1161397"/>
              <a:gd name="connsiteX8-469" fmla="*/ 478946 w 6884912"/>
              <a:gd name="connsiteY8-470" fmla="*/ 1106011 h 1161397"/>
              <a:gd name="connsiteX9-471" fmla="*/ 512111 w 6884912"/>
              <a:gd name="connsiteY9-472" fmla="*/ 1085599 h 1161397"/>
              <a:gd name="connsiteX10-473" fmla="*/ 567875 w 6884912"/>
              <a:gd name="connsiteY10-474" fmla="*/ 1051976 h 1161397"/>
              <a:gd name="connsiteX11-475" fmla="*/ 601644 w 6884912"/>
              <a:gd name="connsiteY11-476" fmla="*/ 1003997 h 1161397"/>
              <a:gd name="connsiteX12-477" fmla="*/ 651408 w 6884912"/>
              <a:gd name="connsiteY12-478" fmla="*/ 984938 h 1161397"/>
              <a:gd name="connsiteX13-479" fmla="*/ 673197 w 6884912"/>
              <a:gd name="connsiteY13-480" fmla="*/ 1010060 h 1161397"/>
              <a:gd name="connsiteX14-481" fmla="*/ 723108 w 6884912"/>
              <a:gd name="connsiteY14-482" fmla="*/ 980081 h 1161397"/>
              <a:gd name="connsiteX15-483" fmla="*/ 797699 w 6884912"/>
              <a:gd name="connsiteY15-484" fmla="*/ 931362 h 1161397"/>
              <a:gd name="connsiteX16-485" fmla="*/ 843359 w 6884912"/>
              <a:gd name="connsiteY16-486" fmla="*/ 910894 h 1161397"/>
              <a:gd name="connsiteX17-487" fmla="*/ 965215 w 6884912"/>
              <a:gd name="connsiteY17-488" fmla="*/ 846701 h 1161397"/>
              <a:gd name="connsiteX18-489" fmla="*/ 1085080 w 6884912"/>
              <a:gd name="connsiteY18-490" fmla="*/ 776086 h 1161397"/>
              <a:gd name="connsiteX19-491" fmla="*/ 1131224 w 6884912"/>
              <a:gd name="connsiteY19-492" fmla="*/ 706160 h 1161397"/>
              <a:gd name="connsiteX20-493" fmla="*/ 1138051 w 6884912"/>
              <a:gd name="connsiteY20-494" fmla="*/ 702034 h 1161397"/>
              <a:gd name="connsiteX21-495" fmla="*/ 1158800 w 6884912"/>
              <a:gd name="connsiteY21-496" fmla="*/ 700004 h 1161397"/>
              <a:gd name="connsiteX22-497" fmla="*/ 1166947 w 6884912"/>
              <a:gd name="connsiteY22-498" fmla="*/ 700762 h 1161397"/>
              <a:gd name="connsiteX23-499" fmla="*/ 1178135 w 6884912"/>
              <a:gd name="connsiteY23-500" fmla="*/ 698631 h 1161397"/>
              <a:gd name="connsiteX24-501" fmla="*/ 1178301 w 6884912"/>
              <a:gd name="connsiteY24-502" fmla="*/ 698094 h 1161397"/>
              <a:gd name="connsiteX25-503" fmla="*/ 1188995 w 6884912"/>
              <a:gd name="connsiteY25-504" fmla="*/ 697048 h 1161397"/>
              <a:gd name="connsiteX26-505" fmla="*/ 1242716 w 6884912"/>
              <a:gd name="connsiteY26-506" fmla="*/ 698052 h 1161397"/>
              <a:gd name="connsiteX27-507" fmla="*/ 1299977 w 6884912"/>
              <a:gd name="connsiteY27-508" fmla="*/ 639196 h 1161397"/>
              <a:gd name="connsiteX28-509" fmla="*/ 1326190 w 6884912"/>
              <a:gd name="connsiteY28-510" fmla="*/ 625955 h 1161397"/>
              <a:gd name="connsiteX29-511" fmla="*/ 1339600 w 6884912"/>
              <a:gd name="connsiteY29-512" fmla="*/ 616295 h 1161397"/>
              <a:gd name="connsiteX30-513" fmla="*/ 1340054 w 6884912"/>
              <a:gd name="connsiteY30-514" fmla="*/ 614022 h 1161397"/>
              <a:gd name="connsiteX31-515" fmla="*/ 1391606 w 6884912"/>
              <a:gd name="connsiteY31-516" fmla="*/ 615229 h 1161397"/>
              <a:gd name="connsiteX32-517" fmla="*/ 1397565 w 6884912"/>
              <a:gd name="connsiteY32-518" fmla="*/ 611490 h 1161397"/>
              <a:gd name="connsiteX33-519" fmla="*/ 1432302 w 6884912"/>
              <a:gd name="connsiteY33-520" fmla="*/ 617267 h 1161397"/>
              <a:gd name="connsiteX34-521" fmla="*/ 1449644 w 6884912"/>
              <a:gd name="connsiteY34-522" fmla="*/ 617591 h 1161397"/>
              <a:gd name="connsiteX35-523" fmla="*/ 1455793 w 6884912"/>
              <a:gd name="connsiteY35-524" fmla="*/ 623174 h 1161397"/>
              <a:gd name="connsiteX36-525" fmla="*/ 1480758 w 6884912"/>
              <a:gd name="connsiteY36-526" fmla="*/ 620863 h 1161397"/>
              <a:gd name="connsiteX37-527" fmla="*/ 1483154 w 6884912"/>
              <a:gd name="connsiteY37-528" fmla="*/ 618527 h 1161397"/>
              <a:gd name="connsiteX38-529" fmla="*/ 1505495 w 6884912"/>
              <a:gd name="connsiteY38-530" fmla="*/ 624325 h 1161397"/>
              <a:gd name="connsiteX39-531" fmla="*/ 1589566 w 6884912"/>
              <a:gd name="connsiteY39-532" fmla="*/ 621301 h 1161397"/>
              <a:gd name="connsiteX40-533" fmla="*/ 1731986 w 6884912"/>
              <a:gd name="connsiteY40-534" fmla="*/ 589682 h 1161397"/>
              <a:gd name="connsiteX41-535" fmla="*/ 1927935 w 6884912"/>
              <a:gd name="connsiteY41-536" fmla="*/ 622808 h 1161397"/>
              <a:gd name="connsiteX42-537" fmla="*/ 2066980 w 6884912"/>
              <a:gd name="connsiteY42-538" fmla="*/ 550413 h 1161397"/>
              <a:gd name="connsiteX43-539" fmla="*/ 2352236 w 6884912"/>
              <a:gd name="connsiteY43-540" fmla="*/ 519602 h 1161397"/>
              <a:gd name="connsiteX44-541" fmla="*/ 2420791 w 6884912"/>
              <a:gd name="connsiteY44-542" fmla="*/ 492826 h 1161397"/>
              <a:gd name="connsiteX45-543" fmla="*/ 2489932 w 6884912"/>
              <a:gd name="connsiteY45-544" fmla="*/ 507864 h 1161397"/>
              <a:gd name="connsiteX46-545" fmla="*/ 2512917 w 6884912"/>
              <a:gd name="connsiteY46-546" fmla="*/ 489127 h 1161397"/>
              <a:gd name="connsiteX47-547" fmla="*/ 2516783 w 6884912"/>
              <a:gd name="connsiteY47-548" fmla="*/ 485473 h 1161397"/>
              <a:gd name="connsiteX48-549" fmla="*/ 2534360 w 6884912"/>
              <a:gd name="connsiteY48-550" fmla="*/ 480064 h 1161397"/>
              <a:gd name="connsiteX49-551" fmla="*/ 2536691 w 6884912"/>
              <a:gd name="connsiteY49-552" fmla="*/ 467018 h 1161397"/>
              <a:gd name="connsiteX50-553" fmla="*/ 2561265 w 6884912"/>
              <a:gd name="connsiteY50-554" fmla="*/ 450623 h 1161397"/>
              <a:gd name="connsiteX51-555" fmla="*/ 2594349 w 6884912"/>
              <a:gd name="connsiteY51-556" fmla="*/ 443884 h 1161397"/>
              <a:gd name="connsiteX52-557" fmla="*/ 2754324 w 6884912"/>
              <a:gd name="connsiteY52-558" fmla="*/ 424766 h 1161397"/>
              <a:gd name="connsiteX53-559" fmla="*/ 2848470 w 6884912"/>
              <a:gd name="connsiteY53-560" fmla="*/ 405966 h 1161397"/>
              <a:gd name="connsiteX54-561" fmla="*/ 2881772 w 6884912"/>
              <a:gd name="connsiteY54-562" fmla="*/ 387260 h 1161397"/>
              <a:gd name="connsiteX55-563" fmla="*/ 2929932 w 6884912"/>
              <a:gd name="connsiteY55-564" fmla="*/ 368912 h 1161397"/>
              <a:gd name="connsiteX56-565" fmla="*/ 3013020 w 6884912"/>
              <a:gd name="connsiteY56-566" fmla="*/ 327578 h 1161397"/>
              <a:gd name="connsiteX57-567" fmla="*/ 3127968 w 6884912"/>
              <a:gd name="connsiteY57-568" fmla="*/ 287613 h 1161397"/>
              <a:gd name="connsiteX58-569" fmla="*/ 3222191 w 6884912"/>
              <a:gd name="connsiteY58-570" fmla="*/ 307887 h 1161397"/>
              <a:gd name="connsiteX59-571" fmla="*/ 3227953 w 6884912"/>
              <a:gd name="connsiteY59-572" fmla="*/ 297650 h 1161397"/>
              <a:gd name="connsiteX60-573" fmla="*/ 3287859 w 6884912"/>
              <a:gd name="connsiteY60-574" fmla="*/ 287558 h 1161397"/>
              <a:gd name="connsiteX61-575" fmla="*/ 3510042 w 6884912"/>
              <a:gd name="connsiteY61-576" fmla="*/ 311820 h 1161397"/>
              <a:gd name="connsiteX62-577" fmla="*/ 3626773 w 6884912"/>
              <a:gd name="connsiteY62-578" fmla="*/ 290452 h 1161397"/>
              <a:gd name="connsiteX63-579" fmla="*/ 3666217 w 6884912"/>
              <a:gd name="connsiteY63-580" fmla="*/ 273255 h 1161397"/>
              <a:gd name="connsiteX64-581" fmla="*/ 3732427 w 6884912"/>
              <a:gd name="connsiteY64-582" fmla="*/ 245039 h 1161397"/>
              <a:gd name="connsiteX65-583" fmla="*/ 3777022 w 6884912"/>
              <a:gd name="connsiteY65-584" fmla="*/ 200276 h 1161397"/>
              <a:gd name="connsiteX66-585" fmla="*/ 3791246 w 6884912"/>
              <a:gd name="connsiteY66-586" fmla="*/ 189996 h 1161397"/>
              <a:gd name="connsiteX67-587" fmla="*/ 3819864 w 6884912"/>
              <a:gd name="connsiteY67-588" fmla="*/ 194605 h 1161397"/>
              <a:gd name="connsiteX68-589" fmla="*/ 3830398 w 6884912"/>
              <a:gd name="connsiteY68-590" fmla="*/ 188383 h 1161397"/>
              <a:gd name="connsiteX69-591" fmla="*/ 3834360 w 6884912"/>
              <a:gd name="connsiteY69-592" fmla="*/ 188992 h 1161397"/>
              <a:gd name="connsiteX70-593" fmla="*/ 3843715 w 6884912"/>
              <a:gd name="connsiteY70-594" fmla="*/ 188752 h 1161397"/>
              <a:gd name="connsiteX71-595" fmla="*/ 3842609 w 6884912"/>
              <a:gd name="connsiteY71-596" fmla="*/ 197386 h 1161397"/>
              <a:gd name="connsiteX72-597" fmla="*/ 3853961 w 6884912"/>
              <a:gd name="connsiteY72-598" fmla="*/ 213380 h 1161397"/>
              <a:gd name="connsiteX73-599" fmla="*/ 3907640 w 6884912"/>
              <a:gd name="connsiteY73-600" fmla="*/ 207568 h 1161397"/>
              <a:gd name="connsiteX74-601" fmla="*/ 3910449 w 6884912"/>
              <a:gd name="connsiteY74-602" fmla="*/ 197808 h 1161397"/>
              <a:gd name="connsiteX75-603" fmla="*/ 3917197 w 6884912"/>
              <a:gd name="connsiteY75-604" fmla="*/ 196121 h 1161397"/>
              <a:gd name="connsiteX76-605" fmla="*/ 3922400 w 6884912"/>
              <a:gd name="connsiteY76-606" fmla="*/ 205056 h 1161397"/>
              <a:gd name="connsiteX77-607" fmla="*/ 4013061 w 6884912"/>
              <a:gd name="connsiteY77-608" fmla="*/ 224874 h 1161397"/>
              <a:gd name="connsiteX78-609" fmla="*/ 4134285 w 6884912"/>
              <a:gd name="connsiteY78-610" fmla="*/ 235592 h 1161397"/>
              <a:gd name="connsiteX79-611" fmla="*/ 4220717 w 6884912"/>
              <a:gd name="connsiteY79-612" fmla="*/ 192946 h 1161397"/>
              <a:gd name="connsiteX80-613" fmla="*/ 4228802 w 6884912"/>
              <a:gd name="connsiteY80-614" fmla="*/ 201468 h 1161397"/>
              <a:gd name="connsiteX81-615" fmla="*/ 4289361 w 6884912"/>
              <a:gd name="connsiteY81-616" fmla="*/ 196642 h 1161397"/>
              <a:gd name="connsiteX82-617" fmla="*/ 4498913 w 6884912"/>
              <a:gd name="connsiteY82-618" fmla="*/ 118915 h 1161397"/>
              <a:gd name="connsiteX83-619" fmla="*/ 4617330 w 6884912"/>
              <a:gd name="connsiteY83-620" fmla="*/ 111163 h 1161397"/>
              <a:gd name="connsiteX84-621" fmla="*/ 4659778 w 6884912"/>
              <a:gd name="connsiteY84-622" fmla="*/ 118219 h 1161397"/>
              <a:gd name="connsiteX85-623" fmla="*/ 4730870 w 6884912"/>
              <a:gd name="connsiteY85-624" fmla="*/ 129432 h 1161397"/>
              <a:gd name="connsiteX86-625" fmla="*/ 4785037 w 6884912"/>
              <a:gd name="connsiteY86-626" fmla="*/ 161964 h 1161397"/>
              <a:gd name="connsiteX87-627" fmla="*/ 4844073 w 6884912"/>
              <a:gd name="connsiteY87-628" fmla="*/ 161768 h 1161397"/>
              <a:gd name="connsiteX88-629" fmla="*/ 4856454 w 6884912"/>
              <a:gd name="connsiteY88-630" fmla="*/ 130488 h 1161397"/>
              <a:gd name="connsiteX89-631" fmla="*/ 4920038 w 6884912"/>
              <a:gd name="connsiteY89-632" fmla="*/ 140418 h 1161397"/>
              <a:gd name="connsiteX90-633" fmla="*/ 5016639 w 6884912"/>
              <a:gd name="connsiteY90-634" fmla="*/ 158905 h 1161397"/>
              <a:gd name="connsiteX91-635" fmla="*/ 5072009 w 6884912"/>
              <a:gd name="connsiteY91-636" fmla="*/ 161502 h 1161397"/>
              <a:gd name="connsiteX92-637" fmla="*/ 5223626 w 6884912"/>
              <a:gd name="connsiteY92-638" fmla="*/ 177356 h 1161397"/>
              <a:gd name="connsiteX93-639" fmla="*/ 5375773 w 6884912"/>
              <a:gd name="connsiteY93-640" fmla="*/ 199913 h 1161397"/>
              <a:gd name="connsiteX94-641" fmla="*/ 5467502 w 6884912"/>
              <a:gd name="connsiteY94-642" fmla="*/ 250963 h 1161397"/>
              <a:gd name="connsiteX95-643" fmla="*/ 5592395 w 6884912"/>
              <a:gd name="connsiteY95-644" fmla="*/ 265434 h 1161397"/>
              <a:gd name="connsiteX96-645" fmla="*/ 5613532 w 6884912"/>
              <a:gd name="connsiteY96-646" fmla="*/ 273379 h 1161397"/>
              <a:gd name="connsiteX97-647" fmla="*/ 5642173 w 6884912"/>
              <a:gd name="connsiteY97-648" fmla="*/ 266904 h 1161397"/>
              <a:gd name="connsiteX98-649" fmla="*/ 5756910 w 6884912"/>
              <a:gd name="connsiteY98-650" fmla="*/ 239211 h 1161397"/>
              <a:gd name="connsiteX99-651" fmla="*/ 5846667 w 6884912"/>
              <a:gd name="connsiteY99-652" fmla="*/ 201786 h 1161397"/>
              <a:gd name="connsiteX100-653" fmla="*/ 5960732 w 6884912"/>
              <a:gd name="connsiteY100-654" fmla="*/ 220708 h 1161397"/>
              <a:gd name="connsiteX101-655" fmla="*/ 6029542 w 6884912"/>
              <a:gd name="connsiteY101-656" fmla="*/ 210339 h 1161397"/>
              <a:gd name="connsiteX102-657" fmla="*/ 6141123 w 6884912"/>
              <a:gd name="connsiteY102-658" fmla="*/ 159923 h 1161397"/>
              <a:gd name="connsiteX103-659" fmla="*/ 6290640 w 6884912"/>
              <a:gd name="connsiteY103-660" fmla="*/ 167441 h 1161397"/>
              <a:gd name="connsiteX104-661" fmla="*/ 6322806 w 6884912"/>
              <a:gd name="connsiteY104-662" fmla="*/ 213293 h 1161397"/>
              <a:gd name="connsiteX105-663" fmla="*/ 6364914 w 6884912"/>
              <a:gd name="connsiteY105-664" fmla="*/ 240140 h 1161397"/>
              <a:gd name="connsiteX106-665" fmla="*/ 6380420 w 6884912"/>
              <a:gd name="connsiteY106-666" fmla="*/ 173195 h 1161397"/>
              <a:gd name="connsiteX107-667" fmla="*/ 6507891 w 6884912"/>
              <a:gd name="connsiteY107-668" fmla="*/ 118474 h 1161397"/>
              <a:gd name="connsiteX108-669" fmla="*/ 6571807 w 6884912"/>
              <a:gd name="connsiteY108-670" fmla="*/ 98636 h 1161397"/>
              <a:gd name="connsiteX109-671" fmla="*/ 6671880 w 6884912"/>
              <a:gd name="connsiteY109-672" fmla="*/ 82931 h 1161397"/>
              <a:gd name="connsiteX110-673" fmla="*/ 6702266 w 6884912"/>
              <a:gd name="connsiteY110-674" fmla="*/ 75470 h 1161397"/>
              <a:gd name="connsiteX111-675" fmla="*/ 6845802 w 6884912"/>
              <a:gd name="connsiteY111-676" fmla="*/ 24496 h 1161397"/>
              <a:gd name="connsiteX112-677" fmla="*/ 6884912 w 6884912"/>
              <a:gd name="connsiteY112-678" fmla="*/ 0 h 1161397"/>
              <a:gd name="connsiteX0-679" fmla="*/ 6884912 w 6884912"/>
              <a:gd name="connsiteY0-680" fmla="*/ 0 h 1161397"/>
              <a:gd name="connsiteX1-681" fmla="*/ 6884912 w 6884912"/>
              <a:gd name="connsiteY1-682" fmla="*/ 1161397 h 1161397"/>
              <a:gd name="connsiteX2-683" fmla="*/ 0 w 6884912"/>
              <a:gd name="connsiteY2-684" fmla="*/ 1161397 h 1161397"/>
              <a:gd name="connsiteX3-685" fmla="*/ 27135 w 6884912"/>
              <a:gd name="connsiteY3-686" fmla="*/ 1147460 h 1161397"/>
              <a:gd name="connsiteX4-687" fmla="*/ 115388 w 6884912"/>
              <a:gd name="connsiteY4-688" fmla="*/ 1159043 h 1161397"/>
              <a:gd name="connsiteX5-689" fmla="*/ 119094 w 6884912"/>
              <a:gd name="connsiteY5-690" fmla="*/ 1148463 h 1161397"/>
              <a:gd name="connsiteX6-691" fmla="*/ 171824 w 6884912"/>
              <a:gd name="connsiteY6-692" fmla="*/ 1133224 h 1161397"/>
              <a:gd name="connsiteX7-693" fmla="*/ 376455 w 6884912"/>
              <a:gd name="connsiteY7-694" fmla="*/ 1137381 h 1161397"/>
              <a:gd name="connsiteX8-695" fmla="*/ 478946 w 6884912"/>
              <a:gd name="connsiteY8-696" fmla="*/ 1106011 h 1161397"/>
              <a:gd name="connsiteX9-697" fmla="*/ 512111 w 6884912"/>
              <a:gd name="connsiteY9-698" fmla="*/ 1085599 h 1161397"/>
              <a:gd name="connsiteX10-699" fmla="*/ 567875 w 6884912"/>
              <a:gd name="connsiteY10-700" fmla="*/ 1051976 h 1161397"/>
              <a:gd name="connsiteX11-701" fmla="*/ 601644 w 6884912"/>
              <a:gd name="connsiteY11-702" fmla="*/ 1003997 h 1161397"/>
              <a:gd name="connsiteX12-703" fmla="*/ 651408 w 6884912"/>
              <a:gd name="connsiteY12-704" fmla="*/ 984938 h 1161397"/>
              <a:gd name="connsiteX13-705" fmla="*/ 673197 w 6884912"/>
              <a:gd name="connsiteY13-706" fmla="*/ 1010060 h 1161397"/>
              <a:gd name="connsiteX14-707" fmla="*/ 723108 w 6884912"/>
              <a:gd name="connsiteY14-708" fmla="*/ 980081 h 1161397"/>
              <a:gd name="connsiteX15-709" fmla="*/ 797699 w 6884912"/>
              <a:gd name="connsiteY15-710" fmla="*/ 931362 h 1161397"/>
              <a:gd name="connsiteX16-711" fmla="*/ 843359 w 6884912"/>
              <a:gd name="connsiteY16-712" fmla="*/ 910894 h 1161397"/>
              <a:gd name="connsiteX17-713" fmla="*/ 965215 w 6884912"/>
              <a:gd name="connsiteY17-714" fmla="*/ 846701 h 1161397"/>
              <a:gd name="connsiteX18-715" fmla="*/ 1085080 w 6884912"/>
              <a:gd name="connsiteY18-716" fmla="*/ 776086 h 1161397"/>
              <a:gd name="connsiteX19-717" fmla="*/ 1131224 w 6884912"/>
              <a:gd name="connsiteY19-718" fmla="*/ 706160 h 1161397"/>
              <a:gd name="connsiteX20-719" fmla="*/ 1138051 w 6884912"/>
              <a:gd name="connsiteY20-720" fmla="*/ 702034 h 1161397"/>
              <a:gd name="connsiteX21-721" fmla="*/ 1158800 w 6884912"/>
              <a:gd name="connsiteY21-722" fmla="*/ 700004 h 1161397"/>
              <a:gd name="connsiteX22-723" fmla="*/ 1166947 w 6884912"/>
              <a:gd name="connsiteY22-724" fmla="*/ 700762 h 1161397"/>
              <a:gd name="connsiteX23-725" fmla="*/ 1178135 w 6884912"/>
              <a:gd name="connsiteY23-726" fmla="*/ 698631 h 1161397"/>
              <a:gd name="connsiteX24-727" fmla="*/ 1178301 w 6884912"/>
              <a:gd name="connsiteY24-728" fmla="*/ 698094 h 1161397"/>
              <a:gd name="connsiteX25-729" fmla="*/ 1188995 w 6884912"/>
              <a:gd name="connsiteY25-730" fmla="*/ 697048 h 1161397"/>
              <a:gd name="connsiteX26-731" fmla="*/ 1242716 w 6884912"/>
              <a:gd name="connsiteY26-732" fmla="*/ 698052 h 1161397"/>
              <a:gd name="connsiteX27-733" fmla="*/ 1299977 w 6884912"/>
              <a:gd name="connsiteY27-734" fmla="*/ 639196 h 1161397"/>
              <a:gd name="connsiteX28-735" fmla="*/ 1326190 w 6884912"/>
              <a:gd name="connsiteY28-736" fmla="*/ 625955 h 1161397"/>
              <a:gd name="connsiteX29-737" fmla="*/ 1339600 w 6884912"/>
              <a:gd name="connsiteY29-738" fmla="*/ 616295 h 1161397"/>
              <a:gd name="connsiteX30-739" fmla="*/ 1340054 w 6884912"/>
              <a:gd name="connsiteY30-740" fmla="*/ 614022 h 1161397"/>
              <a:gd name="connsiteX31-741" fmla="*/ 1391606 w 6884912"/>
              <a:gd name="connsiteY31-742" fmla="*/ 615229 h 1161397"/>
              <a:gd name="connsiteX32-743" fmla="*/ 1397565 w 6884912"/>
              <a:gd name="connsiteY32-744" fmla="*/ 611490 h 1161397"/>
              <a:gd name="connsiteX33-745" fmla="*/ 1432302 w 6884912"/>
              <a:gd name="connsiteY33-746" fmla="*/ 617267 h 1161397"/>
              <a:gd name="connsiteX34-747" fmla="*/ 1449644 w 6884912"/>
              <a:gd name="connsiteY34-748" fmla="*/ 617591 h 1161397"/>
              <a:gd name="connsiteX35-749" fmla="*/ 1455793 w 6884912"/>
              <a:gd name="connsiteY35-750" fmla="*/ 623174 h 1161397"/>
              <a:gd name="connsiteX36-751" fmla="*/ 1480758 w 6884912"/>
              <a:gd name="connsiteY36-752" fmla="*/ 620863 h 1161397"/>
              <a:gd name="connsiteX37-753" fmla="*/ 1483154 w 6884912"/>
              <a:gd name="connsiteY37-754" fmla="*/ 618527 h 1161397"/>
              <a:gd name="connsiteX38-755" fmla="*/ 1505495 w 6884912"/>
              <a:gd name="connsiteY38-756" fmla="*/ 624325 h 1161397"/>
              <a:gd name="connsiteX39-757" fmla="*/ 1589566 w 6884912"/>
              <a:gd name="connsiteY39-758" fmla="*/ 621301 h 1161397"/>
              <a:gd name="connsiteX40-759" fmla="*/ 1731986 w 6884912"/>
              <a:gd name="connsiteY40-760" fmla="*/ 589682 h 1161397"/>
              <a:gd name="connsiteX41-761" fmla="*/ 1927935 w 6884912"/>
              <a:gd name="connsiteY41-762" fmla="*/ 622808 h 1161397"/>
              <a:gd name="connsiteX42-763" fmla="*/ 2066980 w 6884912"/>
              <a:gd name="connsiteY42-764" fmla="*/ 550413 h 1161397"/>
              <a:gd name="connsiteX43-765" fmla="*/ 2352236 w 6884912"/>
              <a:gd name="connsiteY43-766" fmla="*/ 519602 h 1161397"/>
              <a:gd name="connsiteX44-767" fmla="*/ 2420791 w 6884912"/>
              <a:gd name="connsiteY44-768" fmla="*/ 492826 h 1161397"/>
              <a:gd name="connsiteX45-769" fmla="*/ 2489932 w 6884912"/>
              <a:gd name="connsiteY45-770" fmla="*/ 507864 h 1161397"/>
              <a:gd name="connsiteX46-771" fmla="*/ 2512917 w 6884912"/>
              <a:gd name="connsiteY46-772" fmla="*/ 489127 h 1161397"/>
              <a:gd name="connsiteX47-773" fmla="*/ 2516783 w 6884912"/>
              <a:gd name="connsiteY47-774" fmla="*/ 485473 h 1161397"/>
              <a:gd name="connsiteX48-775" fmla="*/ 2534360 w 6884912"/>
              <a:gd name="connsiteY48-776" fmla="*/ 480064 h 1161397"/>
              <a:gd name="connsiteX49-777" fmla="*/ 2536691 w 6884912"/>
              <a:gd name="connsiteY49-778" fmla="*/ 467018 h 1161397"/>
              <a:gd name="connsiteX50-779" fmla="*/ 2561265 w 6884912"/>
              <a:gd name="connsiteY50-780" fmla="*/ 450623 h 1161397"/>
              <a:gd name="connsiteX51-781" fmla="*/ 2594349 w 6884912"/>
              <a:gd name="connsiteY51-782" fmla="*/ 443884 h 1161397"/>
              <a:gd name="connsiteX52-783" fmla="*/ 2754324 w 6884912"/>
              <a:gd name="connsiteY52-784" fmla="*/ 424766 h 1161397"/>
              <a:gd name="connsiteX53-785" fmla="*/ 2848470 w 6884912"/>
              <a:gd name="connsiteY53-786" fmla="*/ 405966 h 1161397"/>
              <a:gd name="connsiteX54-787" fmla="*/ 2881772 w 6884912"/>
              <a:gd name="connsiteY54-788" fmla="*/ 387260 h 1161397"/>
              <a:gd name="connsiteX55-789" fmla="*/ 2929932 w 6884912"/>
              <a:gd name="connsiteY55-790" fmla="*/ 368912 h 1161397"/>
              <a:gd name="connsiteX56-791" fmla="*/ 3013020 w 6884912"/>
              <a:gd name="connsiteY56-792" fmla="*/ 327578 h 1161397"/>
              <a:gd name="connsiteX57-793" fmla="*/ 3127968 w 6884912"/>
              <a:gd name="connsiteY57-794" fmla="*/ 287613 h 1161397"/>
              <a:gd name="connsiteX58-795" fmla="*/ 3222191 w 6884912"/>
              <a:gd name="connsiteY58-796" fmla="*/ 307887 h 1161397"/>
              <a:gd name="connsiteX59-797" fmla="*/ 3227953 w 6884912"/>
              <a:gd name="connsiteY59-798" fmla="*/ 297650 h 1161397"/>
              <a:gd name="connsiteX60-799" fmla="*/ 3287859 w 6884912"/>
              <a:gd name="connsiteY60-800" fmla="*/ 287558 h 1161397"/>
              <a:gd name="connsiteX61-801" fmla="*/ 3510042 w 6884912"/>
              <a:gd name="connsiteY61-802" fmla="*/ 311820 h 1161397"/>
              <a:gd name="connsiteX62-803" fmla="*/ 3626773 w 6884912"/>
              <a:gd name="connsiteY62-804" fmla="*/ 290452 h 1161397"/>
              <a:gd name="connsiteX63-805" fmla="*/ 3666217 w 6884912"/>
              <a:gd name="connsiteY63-806" fmla="*/ 273255 h 1161397"/>
              <a:gd name="connsiteX64-807" fmla="*/ 3732427 w 6884912"/>
              <a:gd name="connsiteY64-808" fmla="*/ 245039 h 1161397"/>
              <a:gd name="connsiteX65-809" fmla="*/ 3777022 w 6884912"/>
              <a:gd name="connsiteY65-810" fmla="*/ 200276 h 1161397"/>
              <a:gd name="connsiteX66-811" fmla="*/ 3791246 w 6884912"/>
              <a:gd name="connsiteY66-812" fmla="*/ 189996 h 1161397"/>
              <a:gd name="connsiteX67-813" fmla="*/ 3819864 w 6884912"/>
              <a:gd name="connsiteY67-814" fmla="*/ 194605 h 1161397"/>
              <a:gd name="connsiteX68-815" fmla="*/ 3830398 w 6884912"/>
              <a:gd name="connsiteY68-816" fmla="*/ 188383 h 1161397"/>
              <a:gd name="connsiteX69-817" fmla="*/ 3834360 w 6884912"/>
              <a:gd name="connsiteY69-818" fmla="*/ 188992 h 1161397"/>
              <a:gd name="connsiteX70-819" fmla="*/ 3843715 w 6884912"/>
              <a:gd name="connsiteY70-820" fmla="*/ 188752 h 1161397"/>
              <a:gd name="connsiteX71-821" fmla="*/ 3842609 w 6884912"/>
              <a:gd name="connsiteY71-822" fmla="*/ 197386 h 1161397"/>
              <a:gd name="connsiteX72-823" fmla="*/ 3853961 w 6884912"/>
              <a:gd name="connsiteY72-824" fmla="*/ 213380 h 1161397"/>
              <a:gd name="connsiteX73-825" fmla="*/ 3907640 w 6884912"/>
              <a:gd name="connsiteY73-826" fmla="*/ 207568 h 1161397"/>
              <a:gd name="connsiteX74-827" fmla="*/ 3910449 w 6884912"/>
              <a:gd name="connsiteY74-828" fmla="*/ 197808 h 1161397"/>
              <a:gd name="connsiteX75-829" fmla="*/ 3917197 w 6884912"/>
              <a:gd name="connsiteY75-830" fmla="*/ 196121 h 1161397"/>
              <a:gd name="connsiteX76-831" fmla="*/ 3922400 w 6884912"/>
              <a:gd name="connsiteY76-832" fmla="*/ 205056 h 1161397"/>
              <a:gd name="connsiteX77-833" fmla="*/ 4013061 w 6884912"/>
              <a:gd name="connsiteY77-834" fmla="*/ 224874 h 1161397"/>
              <a:gd name="connsiteX78-835" fmla="*/ 4134285 w 6884912"/>
              <a:gd name="connsiteY78-836" fmla="*/ 235592 h 1161397"/>
              <a:gd name="connsiteX79-837" fmla="*/ 4220717 w 6884912"/>
              <a:gd name="connsiteY79-838" fmla="*/ 192946 h 1161397"/>
              <a:gd name="connsiteX80-839" fmla="*/ 4228802 w 6884912"/>
              <a:gd name="connsiteY80-840" fmla="*/ 201468 h 1161397"/>
              <a:gd name="connsiteX81-841" fmla="*/ 4289361 w 6884912"/>
              <a:gd name="connsiteY81-842" fmla="*/ 196642 h 1161397"/>
              <a:gd name="connsiteX82-843" fmla="*/ 4498913 w 6884912"/>
              <a:gd name="connsiteY82-844" fmla="*/ 118915 h 1161397"/>
              <a:gd name="connsiteX83-845" fmla="*/ 4617330 w 6884912"/>
              <a:gd name="connsiteY83-846" fmla="*/ 111163 h 1161397"/>
              <a:gd name="connsiteX84-847" fmla="*/ 4659778 w 6884912"/>
              <a:gd name="connsiteY84-848" fmla="*/ 118219 h 1161397"/>
              <a:gd name="connsiteX85-849" fmla="*/ 4730870 w 6884912"/>
              <a:gd name="connsiteY85-850" fmla="*/ 129432 h 1161397"/>
              <a:gd name="connsiteX86-851" fmla="*/ 4785037 w 6884912"/>
              <a:gd name="connsiteY86-852" fmla="*/ 161964 h 1161397"/>
              <a:gd name="connsiteX87-853" fmla="*/ 4844073 w 6884912"/>
              <a:gd name="connsiteY87-854" fmla="*/ 161768 h 1161397"/>
              <a:gd name="connsiteX88-855" fmla="*/ 4856454 w 6884912"/>
              <a:gd name="connsiteY88-856" fmla="*/ 130488 h 1161397"/>
              <a:gd name="connsiteX89-857" fmla="*/ 4920038 w 6884912"/>
              <a:gd name="connsiteY89-858" fmla="*/ 140418 h 1161397"/>
              <a:gd name="connsiteX90-859" fmla="*/ 5016639 w 6884912"/>
              <a:gd name="connsiteY90-860" fmla="*/ 158905 h 1161397"/>
              <a:gd name="connsiteX91-861" fmla="*/ 5072009 w 6884912"/>
              <a:gd name="connsiteY91-862" fmla="*/ 161502 h 1161397"/>
              <a:gd name="connsiteX92-863" fmla="*/ 5223626 w 6884912"/>
              <a:gd name="connsiteY92-864" fmla="*/ 177356 h 1161397"/>
              <a:gd name="connsiteX93-865" fmla="*/ 5375773 w 6884912"/>
              <a:gd name="connsiteY93-866" fmla="*/ 199913 h 1161397"/>
              <a:gd name="connsiteX94-867" fmla="*/ 5467502 w 6884912"/>
              <a:gd name="connsiteY94-868" fmla="*/ 250963 h 1161397"/>
              <a:gd name="connsiteX95-869" fmla="*/ 5592395 w 6884912"/>
              <a:gd name="connsiteY95-870" fmla="*/ 265434 h 1161397"/>
              <a:gd name="connsiteX96-871" fmla="*/ 5613532 w 6884912"/>
              <a:gd name="connsiteY96-872" fmla="*/ 273379 h 1161397"/>
              <a:gd name="connsiteX97-873" fmla="*/ 5642173 w 6884912"/>
              <a:gd name="connsiteY97-874" fmla="*/ 266904 h 1161397"/>
              <a:gd name="connsiteX98-875" fmla="*/ 5756910 w 6884912"/>
              <a:gd name="connsiteY98-876" fmla="*/ 239211 h 1161397"/>
              <a:gd name="connsiteX99-877" fmla="*/ 5846667 w 6884912"/>
              <a:gd name="connsiteY99-878" fmla="*/ 201786 h 1161397"/>
              <a:gd name="connsiteX100-879" fmla="*/ 5960732 w 6884912"/>
              <a:gd name="connsiteY100-880" fmla="*/ 220708 h 1161397"/>
              <a:gd name="connsiteX101-881" fmla="*/ 6029542 w 6884912"/>
              <a:gd name="connsiteY101-882" fmla="*/ 210339 h 1161397"/>
              <a:gd name="connsiteX102-883" fmla="*/ 6141123 w 6884912"/>
              <a:gd name="connsiteY102-884" fmla="*/ 159923 h 1161397"/>
              <a:gd name="connsiteX103-885" fmla="*/ 6290640 w 6884912"/>
              <a:gd name="connsiteY103-886" fmla="*/ 167441 h 1161397"/>
              <a:gd name="connsiteX104-887" fmla="*/ 6322806 w 6884912"/>
              <a:gd name="connsiteY104-888" fmla="*/ 213293 h 1161397"/>
              <a:gd name="connsiteX105-889" fmla="*/ 6364914 w 6884912"/>
              <a:gd name="connsiteY105-890" fmla="*/ 240140 h 1161397"/>
              <a:gd name="connsiteX106-891" fmla="*/ 6380420 w 6884912"/>
              <a:gd name="connsiteY106-892" fmla="*/ 173195 h 1161397"/>
              <a:gd name="connsiteX107-893" fmla="*/ 6507891 w 6884912"/>
              <a:gd name="connsiteY107-894" fmla="*/ 118474 h 1161397"/>
              <a:gd name="connsiteX108-895" fmla="*/ 6571807 w 6884912"/>
              <a:gd name="connsiteY108-896" fmla="*/ 98636 h 1161397"/>
              <a:gd name="connsiteX109-897" fmla="*/ 6671880 w 6884912"/>
              <a:gd name="connsiteY109-898" fmla="*/ 82931 h 1161397"/>
              <a:gd name="connsiteX110-899" fmla="*/ 6702266 w 6884912"/>
              <a:gd name="connsiteY110-900" fmla="*/ 75470 h 1161397"/>
              <a:gd name="connsiteX111-901" fmla="*/ 6845802 w 6884912"/>
              <a:gd name="connsiteY111-902" fmla="*/ 24496 h 1161397"/>
              <a:gd name="connsiteX112-903" fmla="*/ 6884912 w 6884912"/>
              <a:gd name="connsiteY112-904" fmla="*/ 0 h 1161397"/>
              <a:gd name="connsiteX0-905" fmla="*/ 6884912 w 6884912"/>
              <a:gd name="connsiteY0-906" fmla="*/ 0 h 1161397"/>
              <a:gd name="connsiteX1-907" fmla="*/ 6884912 w 6884912"/>
              <a:gd name="connsiteY1-908" fmla="*/ 1161397 h 1161397"/>
              <a:gd name="connsiteX2-909" fmla="*/ 0 w 6884912"/>
              <a:gd name="connsiteY2-910" fmla="*/ 1161397 h 1161397"/>
              <a:gd name="connsiteX3-911" fmla="*/ 27135 w 6884912"/>
              <a:gd name="connsiteY3-912" fmla="*/ 1147460 h 1161397"/>
              <a:gd name="connsiteX4-913" fmla="*/ 115388 w 6884912"/>
              <a:gd name="connsiteY4-914" fmla="*/ 1159043 h 1161397"/>
              <a:gd name="connsiteX5-915" fmla="*/ 119094 w 6884912"/>
              <a:gd name="connsiteY5-916" fmla="*/ 1148463 h 1161397"/>
              <a:gd name="connsiteX6-917" fmla="*/ 171824 w 6884912"/>
              <a:gd name="connsiteY6-918" fmla="*/ 1133224 h 1161397"/>
              <a:gd name="connsiteX7-919" fmla="*/ 376455 w 6884912"/>
              <a:gd name="connsiteY7-920" fmla="*/ 1137381 h 1161397"/>
              <a:gd name="connsiteX8-921" fmla="*/ 478946 w 6884912"/>
              <a:gd name="connsiteY8-922" fmla="*/ 1106011 h 1161397"/>
              <a:gd name="connsiteX9-923" fmla="*/ 512111 w 6884912"/>
              <a:gd name="connsiteY9-924" fmla="*/ 1085599 h 1161397"/>
              <a:gd name="connsiteX10-925" fmla="*/ 567875 w 6884912"/>
              <a:gd name="connsiteY10-926" fmla="*/ 1051976 h 1161397"/>
              <a:gd name="connsiteX11-927" fmla="*/ 601644 w 6884912"/>
              <a:gd name="connsiteY11-928" fmla="*/ 1003997 h 1161397"/>
              <a:gd name="connsiteX12-929" fmla="*/ 651408 w 6884912"/>
              <a:gd name="connsiteY12-930" fmla="*/ 984938 h 1161397"/>
              <a:gd name="connsiteX13-931" fmla="*/ 673197 w 6884912"/>
              <a:gd name="connsiteY13-932" fmla="*/ 1010060 h 1161397"/>
              <a:gd name="connsiteX14-933" fmla="*/ 723108 w 6884912"/>
              <a:gd name="connsiteY14-934" fmla="*/ 980081 h 1161397"/>
              <a:gd name="connsiteX15-935" fmla="*/ 797699 w 6884912"/>
              <a:gd name="connsiteY15-936" fmla="*/ 931362 h 1161397"/>
              <a:gd name="connsiteX16-937" fmla="*/ 843359 w 6884912"/>
              <a:gd name="connsiteY16-938" fmla="*/ 910894 h 1161397"/>
              <a:gd name="connsiteX17-939" fmla="*/ 965215 w 6884912"/>
              <a:gd name="connsiteY17-940" fmla="*/ 846701 h 1161397"/>
              <a:gd name="connsiteX18-941" fmla="*/ 1085080 w 6884912"/>
              <a:gd name="connsiteY18-942" fmla="*/ 776086 h 1161397"/>
              <a:gd name="connsiteX19-943" fmla="*/ 1131224 w 6884912"/>
              <a:gd name="connsiteY19-944" fmla="*/ 706160 h 1161397"/>
              <a:gd name="connsiteX20-945" fmla="*/ 1138051 w 6884912"/>
              <a:gd name="connsiteY20-946" fmla="*/ 702034 h 1161397"/>
              <a:gd name="connsiteX21-947" fmla="*/ 1158800 w 6884912"/>
              <a:gd name="connsiteY21-948" fmla="*/ 700004 h 1161397"/>
              <a:gd name="connsiteX22-949" fmla="*/ 1166947 w 6884912"/>
              <a:gd name="connsiteY22-950" fmla="*/ 700762 h 1161397"/>
              <a:gd name="connsiteX23-951" fmla="*/ 1178135 w 6884912"/>
              <a:gd name="connsiteY23-952" fmla="*/ 698631 h 1161397"/>
              <a:gd name="connsiteX24-953" fmla="*/ 1178301 w 6884912"/>
              <a:gd name="connsiteY24-954" fmla="*/ 698094 h 1161397"/>
              <a:gd name="connsiteX25-955" fmla="*/ 1188995 w 6884912"/>
              <a:gd name="connsiteY25-956" fmla="*/ 697048 h 1161397"/>
              <a:gd name="connsiteX26-957" fmla="*/ 1242716 w 6884912"/>
              <a:gd name="connsiteY26-958" fmla="*/ 698052 h 1161397"/>
              <a:gd name="connsiteX27-959" fmla="*/ 1299977 w 6884912"/>
              <a:gd name="connsiteY27-960" fmla="*/ 639196 h 1161397"/>
              <a:gd name="connsiteX28-961" fmla="*/ 1326190 w 6884912"/>
              <a:gd name="connsiteY28-962" fmla="*/ 625955 h 1161397"/>
              <a:gd name="connsiteX29-963" fmla="*/ 1339600 w 6884912"/>
              <a:gd name="connsiteY29-964" fmla="*/ 616295 h 1161397"/>
              <a:gd name="connsiteX30-965" fmla="*/ 1340054 w 6884912"/>
              <a:gd name="connsiteY30-966" fmla="*/ 614022 h 1161397"/>
              <a:gd name="connsiteX31-967" fmla="*/ 1391606 w 6884912"/>
              <a:gd name="connsiteY31-968" fmla="*/ 615229 h 1161397"/>
              <a:gd name="connsiteX32-969" fmla="*/ 1397565 w 6884912"/>
              <a:gd name="connsiteY32-970" fmla="*/ 611490 h 1161397"/>
              <a:gd name="connsiteX33-971" fmla="*/ 1432302 w 6884912"/>
              <a:gd name="connsiteY33-972" fmla="*/ 617267 h 1161397"/>
              <a:gd name="connsiteX34-973" fmla="*/ 1449644 w 6884912"/>
              <a:gd name="connsiteY34-974" fmla="*/ 617591 h 1161397"/>
              <a:gd name="connsiteX35-975" fmla="*/ 1455793 w 6884912"/>
              <a:gd name="connsiteY35-976" fmla="*/ 623174 h 1161397"/>
              <a:gd name="connsiteX36-977" fmla="*/ 1480758 w 6884912"/>
              <a:gd name="connsiteY36-978" fmla="*/ 620863 h 1161397"/>
              <a:gd name="connsiteX37-979" fmla="*/ 1483154 w 6884912"/>
              <a:gd name="connsiteY37-980" fmla="*/ 618527 h 1161397"/>
              <a:gd name="connsiteX38-981" fmla="*/ 1505495 w 6884912"/>
              <a:gd name="connsiteY38-982" fmla="*/ 624325 h 1161397"/>
              <a:gd name="connsiteX39-983" fmla="*/ 1589566 w 6884912"/>
              <a:gd name="connsiteY39-984" fmla="*/ 621301 h 1161397"/>
              <a:gd name="connsiteX40-985" fmla="*/ 1731986 w 6884912"/>
              <a:gd name="connsiteY40-986" fmla="*/ 589682 h 1161397"/>
              <a:gd name="connsiteX41-987" fmla="*/ 1927935 w 6884912"/>
              <a:gd name="connsiteY41-988" fmla="*/ 622808 h 1161397"/>
              <a:gd name="connsiteX42-989" fmla="*/ 2066980 w 6884912"/>
              <a:gd name="connsiteY42-990" fmla="*/ 550413 h 1161397"/>
              <a:gd name="connsiteX43-991" fmla="*/ 2352236 w 6884912"/>
              <a:gd name="connsiteY43-992" fmla="*/ 519602 h 1161397"/>
              <a:gd name="connsiteX44-993" fmla="*/ 2420791 w 6884912"/>
              <a:gd name="connsiteY44-994" fmla="*/ 492826 h 1161397"/>
              <a:gd name="connsiteX45-995" fmla="*/ 2489932 w 6884912"/>
              <a:gd name="connsiteY45-996" fmla="*/ 507864 h 1161397"/>
              <a:gd name="connsiteX46-997" fmla="*/ 2512917 w 6884912"/>
              <a:gd name="connsiteY46-998" fmla="*/ 489127 h 1161397"/>
              <a:gd name="connsiteX47-999" fmla="*/ 2516783 w 6884912"/>
              <a:gd name="connsiteY47-1000" fmla="*/ 485473 h 1161397"/>
              <a:gd name="connsiteX48-1001" fmla="*/ 2534360 w 6884912"/>
              <a:gd name="connsiteY48-1002" fmla="*/ 480064 h 1161397"/>
              <a:gd name="connsiteX49-1003" fmla="*/ 2536691 w 6884912"/>
              <a:gd name="connsiteY49-1004" fmla="*/ 467018 h 1161397"/>
              <a:gd name="connsiteX50-1005" fmla="*/ 2561265 w 6884912"/>
              <a:gd name="connsiteY50-1006" fmla="*/ 450623 h 1161397"/>
              <a:gd name="connsiteX51-1007" fmla="*/ 2594349 w 6884912"/>
              <a:gd name="connsiteY51-1008" fmla="*/ 443884 h 1161397"/>
              <a:gd name="connsiteX52-1009" fmla="*/ 2754324 w 6884912"/>
              <a:gd name="connsiteY52-1010" fmla="*/ 424766 h 1161397"/>
              <a:gd name="connsiteX53-1011" fmla="*/ 2848470 w 6884912"/>
              <a:gd name="connsiteY53-1012" fmla="*/ 405966 h 1161397"/>
              <a:gd name="connsiteX54-1013" fmla="*/ 2881772 w 6884912"/>
              <a:gd name="connsiteY54-1014" fmla="*/ 387260 h 1161397"/>
              <a:gd name="connsiteX55-1015" fmla="*/ 2929932 w 6884912"/>
              <a:gd name="connsiteY55-1016" fmla="*/ 368912 h 1161397"/>
              <a:gd name="connsiteX56-1017" fmla="*/ 3013020 w 6884912"/>
              <a:gd name="connsiteY56-1018" fmla="*/ 327578 h 1161397"/>
              <a:gd name="connsiteX57-1019" fmla="*/ 3127968 w 6884912"/>
              <a:gd name="connsiteY57-1020" fmla="*/ 287613 h 1161397"/>
              <a:gd name="connsiteX58-1021" fmla="*/ 3222191 w 6884912"/>
              <a:gd name="connsiteY58-1022" fmla="*/ 307887 h 1161397"/>
              <a:gd name="connsiteX59-1023" fmla="*/ 3227953 w 6884912"/>
              <a:gd name="connsiteY59-1024" fmla="*/ 297650 h 1161397"/>
              <a:gd name="connsiteX60-1025" fmla="*/ 3287859 w 6884912"/>
              <a:gd name="connsiteY60-1026" fmla="*/ 287558 h 1161397"/>
              <a:gd name="connsiteX61-1027" fmla="*/ 3510042 w 6884912"/>
              <a:gd name="connsiteY61-1028" fmla="*/ 311820 h 1161397"/>
              <a:gd name="connsiteX62-1029" fmla="*/ 3626773 w 6884912"/>
              <a:gd name="connsiteY62-1030" fmla="*/ 290452 h 1161397"/>
              <a:gd name="connsiteX63-1031" fmla="*/ 3666217 w 6884912"/>
              <a:gd name="connsiteY63-1032" fmla="*/ 273255 h 1161397"/>
              <a:gd name="connsiteX64-1033" fmla="*/ 3732427 w 6884912"/>
              <a:gd name="connsiteY64-1034" fmla="*/ 245039 h 1161397"/>
              <a:gd name="connsiteX65-1035" fmla="*/ 3777022 w 6884912"/>
              <a:gd name="connsiteY65-1036" fmla="*/ 200276 h 1161397"/>
              <a:gd name="connsiteX66-1037" fmla="*/ 3791246 w 6884912"/>
              <a:gd name="connsiteY66-1038" fmla="*/ 189996 h 1161397"/>
              <a:gd name="connsiteX67-1039" fmla="*/ 3819864 w 6884912"/>
              <a:gd name="connsiteY67-1040" fmla="*/ 194605 h 1161397"/>
              <a:gd name="connsiteX68-1041" fmla="*/ 3830398 w 6884912"/>
              <a:gd name="connsiteY68-1042" fmla="*/ 188383 h 1161397"/>
              <a:gd name="connsiteX69-1043" fmla="*/ 3834360 w 6884912"/>
              <a:gd name="connsiteY69-1044" fmla="*/ 188992 h 1161397"/>
              <a:gd name="connsiteX70-1045" fmla="*/ 3843715 w 6884912"/>
              <a:gd name="connsiteY70-1046" fmla="*/ 188752 h 1161397"/>
              <a:gd name="connsiteX71-1047" fmla="*/ 3842609 w 6884912"/>
              <a:gd name="connsiteY71-1048" fmla="*/ 197386 h 1161397"/>
              <a:gd name="connsiteX72-1049" fmla="*/ 3853961 w 6884912"/>
              <a:gd name="connsiteY72-1050" fmla="*/ 213380 h 1161397"/>
              <a:gd name="connsiteX73-1051" fmla="*/ 3907640 w 6884912"/>
              <a:gd name="connsiteY73-1052" fmla="*/ 207568 h 1161397"/>
              <a:gd name="connsiteX74-1053" fmla="*/ 3910449 w 6884912"/>
              <a:gd name="connsiteY74-1054" fmla="*/ 197808 h 1161397"/>
              <a:gd name="connsiteX75-1055" fmla="*/ 3917197 w 6884912"/>
              <a:gd name="connsiteY75-1056" fmla="*/ 196121 h 1161397"/>
              <a:gd name="connsiteX76-1057" fmla="*/ 3922400 w 6884912"/>
              <a:gd name="connsiteY76-1058" fmla="*/ 205056 h 1161397"/>
              <a:gd name="connsiteX77-1059" fmla="*/ 4013061 w 6884912"/>
              <a:gd name="connsiteY77-1060" fmla="*/ 224874 h 1161397"/>
              <a:gd name="connsiteX78-1061" fmla="*/ 4134285 w 6884912"/>
              <a:gd name="connsiteY78-1062" fmla="*/ 235592 h 1161397"/>
              <a:gd name="connsiteX79-1063" fmla="*/ 4220717 w 6884912"/>
              <a:gd name="connsiteY79-1064" fmla="*/ 192946 h 1161397"/>
              <a:gd name="connsiteX80-1065" fmla="*/ 4228802 w 6884912"/>
              <a:gd name="connsiteY80-1066" fmla="*/ 201468 h 1161397"/>
              <a:gd name="connsiteX81-1067" fmla="*/ 4289361 w 6884912"/>
              <a:gd name="connsiteY81-1068" fmla="*/ 196642 h 1161397"/>
              <a:gd name="connsiteX82-1069" fmla="*/ 4498913 w 6884912"/>
              <a:gd name="connsiteY82-1070" fmla="*/ 118915 h 1161397"/>
              <a:gd name="connsiteX83-1071" fmla="*/ 4617330 w 6884912"/>
              <a:gd name="connsiteY83-1072" fmla="*/ 111163 h 1161397"/>
              <a:gd name="connsiteX84-1073" fmla="*/ 4659778 w 6884912"/>
              <a:gd name="connsiteY84-1074" fmla="*/ 118219 h 1161397"/>
              <a:gd name="connsiteX85-1075" fmla="*/ 4730870 w 6884912"/>
              <a:gd name="connsiteY85-1076" fmla="*/ 129432 h 1161397"/>
              <a:gd name="connsiteX86-1077" fmla="*/ 4785037 w 6884912"/>
              <a:gd name="connsiteY86-1078" fmla="*/ 161964 h 1161397"/>
              <a:gd name="connsiteX87-1079" fmla="*/ 4844073 w 6884912"/>
              <a:gd name="connsiteY87-1080" fmla="*/ 161768 h 1161397"/>
              <a:gd name="connsiteX88-1081" fmla="*/ 4856454 w 6884912"/>
              <a:gd name="connsiteY88-1082" fmla="*/ 130488 h 1161397"/>
              <a:gd name="connsiteX89-1083" fmla="*/ 4920038 w 6884912"/>
              <a:gd name="connsiteY89-1084" fmla="*/ 140418 h 1161397"/>
              <a:gd name="connsiteX90-1085" fmla="*/ 5016639 w 6884912"/>
              <a:gd name="connsiteY90-1086" fmla="*/ 158905 h 1161397"/>
              <a:gd name="connsiteX91-1087" fmla="*/ 5072009 w 6884912"/>
              <a:gd name="connsiteY91-1088" fmla="*/ 161502 h 1161397"/>
              <a:gd name="connsiteX92-1089" fmla="*/ 5223626 w 6884912"/>
              <a:gd name="connsiteY92-1090" fmla="*/ 177356 h 1161397"/>
              <a:gd name="connsiteX93-1091" fmla="*/ 5375773 w 6884912"/>
              <a:gd name="connsiteY93-1092" fmla="*/ 199913 h 1161397"/>
              <a:gd name="connsiteX94-1093" fmla="*/ 5467502 w 6884912"/>
              <a:gd name="connsiteY94-1094" fmla="*/ 250963 h 1161397"/>
              <a:gd name="connsiteX95-1095" fmla="*/ 5592395 w 6884912"/>
              <a:gd name="connsiteY95-1096" fmla="*/ 265434 h 1161397"/>
              <a:gd name="connsiteX96-1097" fmla="*/ 5613532 w 6884912"/>
              <a:gd name="connsiteY96-1098" fmla="*/ 273379 h 1161397"/>
              <a:gd name="connsiteX97-1099" fmla="*/ 5642173 w 6884912"/>
              <a:gd name="connsiteY97-1100" fmla="*/ 266904 h 1161397"/>
              <a:gd name="connsiteX98-1101" fmla="*/ 5756910 w 6884912"/>
              <a:gd name="connsiteY98-1102" fmla="*/ 239211 h 1161397"/>
              <a:gd name="connsiteX99-1103" fmla="*/ 5846667 w 6884912"/>
              <a:gd name="connsiteY99-1104" fmla="*/ 201786 h 1161397"/>
              <a:gd name="connsiteX100-1105" fmla="*/ 5960732 w 6884912"/>
              <a:gd name="connsiteY100-1106" fmla="*/ 220708 h 1161397"/>
              <a:gd name="connsiteX101-1107" fmla="*/ 6029542 w 6884912"/>
              <a:gd name="connsiteY101-1108" fmla="*/ 210339 h 1161397"/>
              <a:gd name="connsiteX102-1109" fmla="*/ 6141123 w 6884912"/>
              <a:gd name="connsiteY102-1110" fmla="*/ 159923 h 1161397"/>
              <a:gd name="connsiteX103-1111" fmla="*/ 6290640 w 6884912"/>
              <a:gd name="connsiteY103-1112" fmla="*/ 167441 h 1161397"/>
              <a:gd name="connsiteX104-1113" fmla="*/ 6322806 w 6884912"/>
              <a:gd name="connsiteY104-1114" fmla="*/ 213293 h 1161397"/>
              <a:gd name="connsiteX105-1115" fmla="*/ 6364914 w 6884912"/>
              <a:gd name="connsiteY105-1116" fmla="*/ 240140 h 1161397"/>
              <a:gd name="connsiteX106-1117" fmla="*/ 6380420 w 6884912"/>
              <a:gd name="connsiteY106-1118" fmla="*/ 173195 h 1161397"/>
              <a:gd name="connsiteX107-1119" fmla="*/ 6507891 w 6884912"/>
              <a:gd name="connsiteY107-1120" fmla="*/ 118474 h 1161397"/>
              <a:gd name="connsiteX108-1121" fmla="*/ 6571807 w 6884912"/>
              <a:gd name="connsiteY108-1122" fmla="*/ 98636 h 1161397"/>
              <a:gd name="connsiteX109-1123" fmla="*/ 6671880 w 6884912"/>
              <a:gd name="connsiteY109-1124" fmla="*/ 82931 h 1161397"/>
              <a:gd name="connsiteX110-1125" fmla="*/ 6702266 w 6884912"/>
              <a:gd name="connsiteY110-1126" fmla="*/ 75470 h 1161397"/>
              <a:gd name="connsiteX111-1127" fmla="*/ 6845802 w 6884912"/>
              <a:gd name="connsiteY111-1128" fmla="*/ 24496 h 1161397"/>
              <a:gd name="connsiteX112-1129" fmla="*/ 6884912 w 6884912"/>
              <a:gd name="connsiteY112-1130" fmla="*/ 0 h 1161397"/>
              <a:gd name="connsiteX0-1131" fmla="*/ 6884912 w 6884912"/>
              <a:gd name="connsiteY0-1132" fmla="*/ 0 h 1161397"/>
              <a:gd name="connsiteX1-1133" fmla="*/ 6884912 w 6884912"/>
              <a:gd name="connsiteY1-1134" fmla="*/ 1161397 h 1161397"/>
              <a:gd name="connsiteX2-1135" fmla="*/ 0 w 6884912"/>
              <a:gd name="connsiteY2-1136" fmla="*/ 1161397 h 1161397"/>
              <a:gd name="connsiteX3-1137" fmla="*/ 27135 w 6884912"/>
              <a:gd name="connsiteY3-1138" fmla="*/ 1147460 h 1161397"/>
              <a:gd name="connsiteX4-1139" fmla="*/ 115388 w 6884912"/>
              <a:gd name="connsiteY4-1140" fmla="*/ 1159043 h 1161397"/>
              <a:gd name="connsiteX5-1141" fmla="*/ 119094 w 6884912"/>
              <a:gd name="connsiteY5-1142" fmla="*/ 1148463 h 1161397"/>
              <a:gd name="connsiteX6-1143" fmla="*/ 171824 w 6884912"/>
              <a:gd name="connsiteY6-1144" fmla="*/ 1133224 h 1161397"/>
              <a:gd name="connsiteX7-1145" fmla="*/ 376455 w 6884912"/>
              <a:gd name="connsiteY7-1146" fmla="*/ 1137381 h 1161397"/>
              <a:gd name="connsiteX8-1147" fmla="*/ 478946 w 6884912"/>
              <a:gd name="connsiteY8-1148" fmla="*/ 1106011 h 1161397"/>
              <a:gd name="connsiteX9-1149" fmla="*/ 512111 w 6884912"/>
              <a:gd name="connsiteY9-1150" fmla="*/ 1085599 h 1161397"/>
              <a:gd name="connsiteX10-1151" fmla="*/ 567875 w 6884912"/>
              <a:gd name="connsiteY10-1152" fmla="*/ 1051976 h 1161397"/>
              <a:gd name="connsiteX11-1153" fmla="*/ 601644 w 6884912"/>
              <a:gd name="connsiteY11-1154" fmla="*/ 1003997 h 1161397"/>
              <a:gd name="connsiteX12-1155" fmla="*/ 651408 w 6884912"/>
              <a:gd name="connsiteY12-1156" fmla="*/ 984938 h 1161397"/>
              <a:gd name="connsiteX13-1157" fmla="*/ 673197 w 6884912"/>
              <a:gd name="connsiteY13-1158" fmla="*/ 1010060 h 1161397"/>
              <a:gd name="connsiteX14-1159" fmla="*/ 723108 w 6884912"/>
              <a:gd name="connsiteY14-1160" fmla="*/ 980081 h 1161397"/>
              <a:gd name="connsiteX15-1161" fmla="*/ 797699 w 6884912"/>
              <a:gd name="connsiteY15-1162" fmla="*/ 931362 h 1161397"/>
              <a:gd name="connsiteX16-1163" fmla="*/ 843359 w 6884912"/>
              <a:gd name="connsiteY16-1164" fmla="*/ 910894 h 1161397"/>
              <a:gd name="connsiteX17-1165" fmla="*/ 965215 w 6884912"/>
              <a:gd name="connsiteY17-1166" fmla="*/ 846701 h 1161397"/>
              <a:gd name="connsiteX18-1167" fmla="*/ 1085080 w 6884912"/>
              <a:gd name="connsiteY18-1168" fmla="*/ 776086 h 1161397"/>
              <a:gd name="connsiteX19-1169" fmla="*/ 1131224 w 6884912"/>
              <a:gd name="connsiteY19-1170" fmla="*/ 706160 h 1161397"/>
              <a:gd name="connsiteX20-1171" fmla="*/ 1138051 w 6884912"/>
              <a:gd name="connsiteY20-1172" fmla="*/ 702034 h 1161397"/>
              <a:gd name="connsiteX21-1173" fmla="*/ 1158800 w 6884912"/>
              <a:gd name="connsiteY21-1174" fmla="*/ 700004 h 1161397"/>
              <a:gd name="connsiteX22-1175" fmla="*/ 1166947 w 6884912"/>
              <a:gd name="connsiteY22-1176" fmla="*/ 700762 h 1161397"/>
              <a:gd name="connsiteX23-1177" fmla="*/ 1178135 w 6884912"/>
              <a:gd name="connsiteY23-1178" fmla="*/ 698631 h 1161397"/>
              <a:gd name="connsiteX24-1179" fmla="*/ 1178301 w 6884912"/>
              <a:gd name="connsiteY24-1180" fmla="*/ 698094 h 1161397"/>
              <a:gd name="connsiteX25-1181" fmla="*/ 1188995 w 6884912"/>
              <a:gd name="connsiteY25-1182" fmla="*/ 697048 h 1161397"/>
              <a:gd name="connsiteX26-1183" fmla="*/ 1242716 w 6884912"/>
              <a:gd name="connsiteY26-1184" fmla="*/ 698052 h 1161397"/>
              <a:gd name="connsiteX27-1185" fmla="*/ 1299977 w 6884912"/>
              <a:gd name="connsiteY27-1186" fmla="*/ 639196 h 1161397"/>
              <a:gd name="connsiteX28-1187" fmla="*/ 1326190 w 6884912"/>
              <a:gd name="connsiteY28-1188" fmla="*/ 625955 h 1161397"/>
              <a:gd name="connsiteX29-1189" fmla="*/ 1339600 w 6884912"/>
              <a:gd name="connsiteY29-1190" fmla="*/ 616295 h 1161397"/>
              <a:gd name="connsiteX30-1191" fmla="*/ 1340054 w 6884912"/>
              <a:gd name="connsiteY30-1192" fmla="*/ 614022 h 1161397"/>
              <a:gd name="connsiteX31-1193" fmla="*/ 1391606 w 6884912"/>
              <a:gd name="connsiteY31-1194" fmla="*/ 615229 h 1161397"/>
              <a:gd name="connsiteX32-1195" fmla="*/ 1397565 w 6884912"/>
              <a:gd name="connsiteY32-1196" fmla="*/ 611490 h 1161397"/>
              <a:gd name="connsiteX33-1197" fmla="*/ 1432302 w 6884912"/>
              <a:gd name="connsiteY33-1198" fmla="*/ 617267 h 1161397"/>
              <a:gd name="connsiteX34-1199" fmla="*/ 1449644 w 6884912"/>
              <a:gd name="connsiteY34-1200" fmla="*/ 617591 h 1161397"/>
              <a:gd name="connsiteX35-1201" fmla="*/ 1455793 w 6884912"/>
              <a:gd name="connsiteY35-1202" fmla="*/ 623174 h 1161397"/>
              <a:gd name="connsiteX36-1203" fmla="*/ 1480758 w 6884912"/>
              <a:gd name="connsiteY36-1204" fmla="*/ 620863 h 1161397"/>
              <a:gd name="connsiteX37-1205" fmla="*/ 1483154 w 6884912"/>
              <a:gd name="connsiteY37-1206" fmla="*/ 618527 h 1161397"/>
              <a:gd name="connsiteX38-1207" fmla="*/ 1505495 w 6884912"/>
              <a:gd name="connsiteY38-1208" fmla="*/ 624325 h 1161397"/>
              <a:gd name="connsiteX39-1209" fmla="*/ 1589566 w 6884912"/>
              <a:gd name="connsiteY39-1210" fmla="*/ 621301 h 1161397"/>
              <a:gd name="connsiteX40-1211" fmla="*/ 1731986 w 6884912"/>
              <a:gd name="connsiteY40-1212" fmla="*/ 589682 h 1161397"/>
              <a:gd name="connsiteX41-1213" fmla="*/ 1927935 w 6884912"/>
              <a:gd name="connsiteY41-1214" fmla="*/ 622808 h 1161397"/>
              <a:gd name="connsiteX42-1215" fmla="*/ 2066980 w 6884912"/>
              <a:gd name="connsiteY42-1216" fmla="*/ 550413 h 1161397"/>
              <a:gd name="connsiteX43-1217" fmla="*/ 2317462 w 6884912"/>
              <a:gd name="connsiteY43-1218" fmla="*/ 519603 h 1161397"/>
              <a:gd name="connsiteX44-1219" fmla="*/ 2420791 w 6884912"/>
              <a:gd name="connsiteY44-1220" fmla="*/ 492826 h 1161397"/>
              <a:gd name="connsiteX45-1221" fmla="*/ 2489932 w 6884912"/>
              <a:gd name="connsiteY45-1222" fmla="*/ 507864 h 1161397"/>
              <a:gd name="connsiteX46-1223" fmla="*/ 2512917 w 6884912"/>
              <a:gd name="connsiteY46-1224" fmla="*/ 489127 h 1161397"/>
              <a:gd name="connsiteX47-1225" fmla="*/ 2516783 w 6884912"/>
              <a:gd name="connsiteY47-1226" fmla="*/ 485473 h 1161397"/>
              <a:gd name="connsiteX48-1227" fmla="*/ 2534360 w 6884912"/>
              <a:gd name="connsiteY48-1228" fmla="*/ 480064 h 1161397"/>
              <a:gd name="connsiteX49-1229" fmla="*/ 2536691 w 6884912"/>
              <a:gd name="connsiteY49-1230" fmla="*/ 467018 h 1161397"/>
              <a:gd name="connsiteX50-1231" fmla="*/ 2561265 w 6884912"/>
              <a:gd name="connsiteY50-1232" fmla="*/ 450623 h 1161397"/>
              <a:gd name="connsiteX51-1233" fmla="*/ 2594349 w 6884912"/>
              <a:gd name="connsiteY51-1234" fmla="*/ 443884 h 1161397"/>
              <a:gd name="connsiteX52-1235" fmla="*/ 2754324 w 6884912"/>
              <a:gd name="connsiteY52-1236" fmla="*/ 424766 h 1161397"/>
              <a:gd name="connsiteX53-1237" fmla="*/ 2848470 w 6884912"/>
              <a:gd name="connsiteY53-1238" fmla="*/ 405966 h 1161397"/>
              <a:gd name="connsiteX54-1239" fmla="*/ 2881772 w 6884912"/>
              <a:gd name="connsiteY54-1240" fmla="*/ 387260 h 1161397"/>
              <a:gd name="connsiteX55-1241" fmla="*/ 2929932 w 6884912"/>
              <a:gd name="connsiteY55-1242" fmla="*/ 368912 h 1161397"/>
              <a:gd name="connsiteX56-1243" fmla="*/ 3013020 w 6884912"/>
              <a:gd name="connsiteY56-1244" fmla="*/ 327578 h 1161397"/>
              <a:gd name="connsiteX57-1245" fmla="*/ 3127968 w 6884912"/>
              <a:gd name="connsiteY57-1246" fmla="*/ 287613 h 1161397"/>
              <a:gd name="connsiteX58-1247" fmla="*/ 3222191 w 6884912"/>
              <a:gd name="connsiteY58-1248" fmla="*/ 307887 h 1161397"/>
              <a:gd name="connsiteX59-1249" fmla="*/ 3227953 w 6884912"/>
              <a:gd name="connsiteY59-1250" fmla="*/ 297650 h 1161397"/>
              <a:gd name="connsiteX60-1251" fmla="*/ 3287859 w 6884912"/>
              <a:gd name="connsiteY60-1252" fmla="*/ 287558 h 1161397"/>
              <a:gd name="connsiteX61-1253" fmla="*/ 3510042 w 6884912"/>
              <a:gd name="connsiteY61-1254" fmla="*/ 311820 h 1161397"/>
              <a:gd name="connsiteX62-1255" fmla="*/ 3626773 w 6884912"/>
              <a:gd name="connsiteY62-1256" fmla="*/ 290452 h 1161397"/>
              <a:gd name="connsiteX63-1257" fmla="*/ 3666217 w 6884912"/>
              <a:gd name="connsiteY63-1258" fmla="*/ 273255 h 1161397"/>
              <a:gd name="connsiteX64-1259" fmla="*/ 3732427 w 6884912"/>
              <a:gd name="connsiteY64-1260" fmla="*/ 245039 h 1161397"/>
              <a:gd name="connsiteX65-1261" fmla="*/ 3777022 w 6884912"/>
              <a:gd name="connsiteY65-1262" fmla="*/ 200276 h 1161397"/>
              <a:gd name="connsiteX66-1263" fmla="*/ 3791246 w 6884912"/>
              <a:gd name="connsiteY66-1264" fmla="*/ 189996 h 1161397"/>
              <a:gd name="connsiteX67-1265" fmla="*/ 3819864 w 6884912"/>
              <a:gd name="connsiteY67-1266" fmla="*/ 194605 h 1161397"/>
              <a:gd name="connsiteX68-1267" fmla="*/ 3830398 w 6884912"/>
              <a:gd name="connsiteY68-1268" fmla="*/ 188383 h 1161397"/>
              <a:gd name="connsiteX69-1269" fmla="*/ 3834360 w 6884912"/>
              <a:gd name="connsiteY69-1270" fmla="*/ 188992 h 1161397"/>
              <a:gd name="connsiteX70-1271" fmla="*/ 3843715 w 6884912"/>
              <a:gd name="connsiteY70-1272" fmla="*/ 188752 h 1161397"/>
              <a:gd name="connsiteX71-1273" fmla="*/ 3842609 w 6884912"/>
              <a:gd name="connsiteY71-1274" fmla="*/ 197386 h 1161397"/>
              <a:gd name="connsiteX72-1275" fmla="*/ 3853961 w 6884912"/>
              <a:gd name="connsiteY72-1276" fmla="*/ 213380 h 1161397"/>
              <a:gd name="connsiteX73-1277" fmla="*/ 3907640 w 6884912"/>
              <a:gd name="connsiteY73-1278" fmla="*/ 207568 h 1161397"/>
              <a:gd name="connsiteX74-1279" fmla="*/ 3910449 w 6884912"/>
              <a:gd name="connsiteY74-1280" fmla="*/ 197808 h 1161397"/>
              <a:gd name="connsiteX75-1281" fmla="*/ 3917197 w 6884912"/>
              <a:gd name="connsiteY75-1282" fmla="*/ 196121 h 1161397"/>
              <a:gd name="connsiteX76-1283" fmla="*/ 3922400 w 6884912"/>
              <a:gd name="connsiteY76-1284" fmla="*/ 205056 h 1161397"/>
              <a:gd name="connsiteX77-1285" fmla="*/ 4013061 w 6884912"/>
              <a:gd name="connsiteY77-1286" fmla="*/ 224874 h 1161397"/>
              <a:gd name="connsiteX78-1287" fmla="*/ 4134285 w 6884912"/>
              <a:gd name="connsiteY78-1288" fmla="*/ 235592 h 1161397"/>
              <a:gd name="connsiteX79-1289" fmla="*/ 4220717 w 6884912"/>
              <a:gd name="connsiteY79-1290" fmla="*/ 192946 h 1161397"/>
              <a:gd name="connsiteX80-1291" fmla="*/ 4228802 w 6884912"/>
              <a:gd name="connsiteY80-1292" fmla="*/ 201468 h 1161397"/>
              <a:gd name="connsiteX81-1293" fmla="*/ 4289361 w 6884912"/>
              <a:gd name="connsiteY81-1294" fmla="*/ 196642 h 1161397"/>
              <a:gd name="connsiteX82-1295" fmla="*/ 4498913 w 6884912"/>
              <a:gd name="connsiteY82-1296" fmla="*/ 118915 h 1161397"/>
              <a:gd name="connsiteX83-1297" fmla="*/ 4617330 w 6884912"/>
              <a:gd name="connsiteY83-1298" fmla="*/ 111163 h 1161397"/>
              <a:gd name="connsiteX84-1299" fmla="*/ 4659778 w 6884912"/>
              <a:gd name="connsiteY84-1300" fmla="*/ 118219 h 1161397"/>
              <a:gd name="connsiteX85-1301" fmla="*/ 4730870 w 6884912"/>
              <a:gd name="connsiteY85-1302" fmla="*/ 129432 h 1161397"/>
              <a:gd name="connsiteX86-1303" fmla="*/ 4785037 w 6884912"/>
              <a:gd name="connsiteY86-1304" fmla="*/ 161964 h 1161397"/>
              <a:gd name="connsiteX87-1305" fmla="*/ 4844073 w 6884912"/>
              <a:gd name="connsiteY87-1306" fmla="*/ 161768 h 1161397"/>
              <a:gd name="connsiteX88-1307" fmla="*/ 4856454 w 6884912"/>
              <a:gd name="connsiteY88-1308" fmla="*/ 130488 h 1161397"/>
              <a:gd name="connsiteX89-1309" fmla="*/ 4920038 w 6884912"/>
              <a:gd name="connsiteY89-1310" fmla="*/ 140418 h 1161397"/>
              <a:gd name="connsiteX90-1311" fmla="*/ 5016639 w 6884912"/>
              <a:gd name="connsiteY90-1312" fmla="*/ 158905 h 1161397"/>
              <a:gd name="connsiteX91-1313" fmla="*/ 5072009 w 6884912"/>
              <a:gd name="connsiteY91-1314" fmla="*/ 161502 h 1161397"/>
              <a:gd name="connsiteX92-1315" fmla="*/ 5223626 w 6884912"/>
              <a:gd name="connsiteY92-1316" fmla="*/ 177356 h 1161397"/>
              <a:gd name="connsiteX93-1317" fmla="*/ 5375773 w 6884912"/>
              <a:gd name="connsiteY93-1318" fmla="*/ 199913 h 1161397"/>
              <a:gd name="connsiteX94-1319" fmla="*/ 5467502 w 6884912"/>
              <a:gd name="connsiteY94-1320" fmla="*/ 250963 h 1161397"/>
              <a:gd name="connsiteX95-1321" fmla="*/ 5592395 w 6884912"/>
              <a:gd name="connsiteY95-1322" fmla="*/ 265434 h 1161397"/>
              <a:gd name="connsiteX96-1323" fmla="*/ 5613532 w 6884912"/>
              <a:gd name="connsiteY96-1324" fmla="*/ 273379 h 1161397"/>
              <a:gd name="connsiteX97-1325" fmla="*/ 5642173 w 6884912"/>
              <a:gd name="connsiteY97-1326" fmla="*/ 266904 h 1161397"/>
              <a:gd name="connsiteX98-1327" fmla="*/ 5756910 w 6884912"/>
              <a:gd name="connsiteY98-1328" fmla="*/ 239211 h 1161397"/>
              <a:gd name="connsiteX99-1329" fmla="*/ 5846667 w 6884912"/>
              <a:gd name="connsiteY99-1330" fmla="*/ 201786 h 1161397"/>
              <a:gd name="connsiteX100-1331" fmla="*/ 5960732 w 6884912"/>
              <a:gd name="connsiteY100-1332" fmla="*/ 220708 h 1161397"/>
              <a:gd name="connsiteX101-1333" fmla="*/ 6029542 w 6884912"/>
              <a:gd name="connsiteY101-1334" fmla="*/ 210339 h 1161397"/>
              <a:gd name="connsiteX102-1335" fmla="*/ 6141123 w 6884912"/>
              <a:gd name="connsiteY102-1336" fmla="*/ 159923 h 1161397"/>
              <a:gd name="connsiteX103-1337" fmla="*/ 6290640 w 6884912"/>
              <a:gd name="connsiteY103-1338" fmla="*/ 167441 h 1161397"/>
              <a:gd name="connsiteX104-1339" fmla="*/ 6322806 w 6884912"/>
              <a:gd name="connsiteY104-1340" fmla="*/ 213293 h 1161397"/>
              <a:gd name="connsiteX105-1341" fmla="*/ 6364914 w 6884912"/>
              <a:gd name="connsiteY105-1342" fmla="*/ 240140 h 1161397"/>
              <a:gd name="connsiteX106-1343" fmla="*/ 6380420 w 6884912"/>
              <a:gd name="connsiteY106-1344" fmla="*/ 173195 h 1161397"/>
              <a:gd name="connsiteX107-1345" fmla="*/ 6507891 w 6884912"/>
              <a:gd name="connsiteY107-1346" fmla="*/ 118474 h 1161397"/>
              <a:gd name="connsiteX108-1347" fmla="*/ 6571807 w 6884912"/>
              <a:gd name="connsiteY108-1348" fmla="*/ 98636 h 1161397"/>
              <a:gd name="connsiteX109-1349" fmla="*/ 6671880 w 6884912"/>
              <a:gd name="connsiteY109-1350" fmla="*/ 82931 h 1161397"/>
              <a:gd name="connsiteX110-1351" fmla="*/ 6702266 w 6884912"/>
              <a:gd name="connsiteY110-1352" fmla="*/ 75470 h 1161397"/>
              <a:gd name="connsiteX111-1353" fmla="*/ 6845802 w 6884912"/>
              <a:gd name="connsiteY111-1354" fmla="*/ 24496 h 1161397"/>
              <a:gd name="connsiteX112-1355" fmla="*/ 6884912 w 6884912"/>
              <a:gd name="connsiteY112-1356" fmla="*/ 0 h 1161397"/>
              <a:gd name="connsiteX0-1357" fmla="*/ 6884912 w 6884912"/>
              <a:gd name="connsiteY0-1358" fmla="*/ 0 h 1161397"/>
              <a:gd name="connsiteX1-1359" fmla="*/ 6884912 w 6884912"/>
              <a:gd name="connsiteY1-1360" fmla="*/ 1161397 h 1161397"/>
              <a:gd name="connsiteX2-1361" fmla="*/ 0 w 6884912"/>
              <a:gd name="connsiteY2-1362" fmla="*/ 1161397 h 1161397"/>
              <a:gd name="connsiteX3-1363" fmla="*/ 27135 w 6884912"/>
              <a:gd name="connsiteY3-1364" fmla="*/ 1147460 h 1161397"/>
              <a:gd name="connsiteX4-1365" fmla="*/ 115388 w 6884912"/>
              <a:gd name="connsiteY4-1366" fmla="*/ 1159043 h 1161397"/>
              <a:gd name="connsiteX5-1367" fmla="*/ 119094 w 6884912"/>
              <a:gd name="connsiteY5-1368" fmla="*/ 1148463 h 1161397"/>
              <a:gd name="connsiteX6-1369" fmla="*/ 171824 w 6884912"/>
              <a:gd name="connsiteY6-1370" fmla="*/ 1133224 h 1161397"/>
              <a:gd name="connsiteX7-1371" fmla="*/ 376455 w 6884912"/>
              <a:gd name="connsiteY7-1372" fmla="*/ 1137381 h 1161397"/>
              <a:gd name="connsiteX8-1373" fmla="*/ 478946 w 6884912"/>
              <a:gd name="connsiteY8-1374" fmla="*/ 1106011 h 1161397"/>
              <a:gd name="connsiteX9-1375" fmla="*/ 512111 w 6884912"/>
              <a:gd name="connsiteY9-1376" fmla="*/ 1085599 h 1161397"/>
              <a:gd name="connsiteX10-1377" fmla="*/ 567875 w 6884912"/>
              <a:gd name="connsiteY10-1378" fmla="*/ 1051976 h 1161397"/>
              <a:gd name="connsiteX11-1379" fmla="*/ 601644 w 6884912"/>
              <a:gd name="connsiteY11-1380" fmla="*/ 1003997 h 1161397"/>
              <a:gd name="connsiteX12-1381" fmla="*/ 651408 w 6884912"/>
              <a:gd name="connsiteY12-1382" fmla="*/ 984938 h 1161397"/>
              <a:gd name="connsiteX13-1383" fmla="*/ 673197 w 6884912"/>
              <a:gd name="connsiteY13-1384" fmla="*/ 1010060 h 1161397"/>
              <a:gd name="connsiteX14-1385" fmla="*/ 723108 w 6884912"/>
              <a:gd name="connsiteY14-1386" fmla="*/ 980081 h 1161397"/>
              <a:gd name="connsiteX15-1387" fmla="*/ 797699 w 6884912"/>
              <a:gd name="connsiteY15-1388" fmla="*/ 931362 h 1161397"/>
              <a:gd name="connsiteX16-1389" fmla="*/ 843359 w 6884912"/>
              <a:gd name="connsiteY16-1390" fmla="*/ 910894 h 1161397"/>
              <a:gd name="connsiteX17-1391" fmla="*/ 965215 w 6884912"/>
              <a:gd name="connsiteY17-1392" fmla="*/ 846701 h 1161397"/>
              <a:gd name="connsiteX18-1393" fmla="*/ 1085080 w 6884912"/>
              <a:gd name="connsiteY18-1394" fmla="*/ 776086 h 1161397"/>
              <a:gd name="connsiteX19-1395" fmla="*/ 1131224 w 6884912"/>
              <a:gd name="connsiteY19-1396" fmla="*/ 706160 h 1161397"/>
              <a:gd name="connsiteX20-1397" fmla="*/ 1138051 w 6884912"/>
              <a:gd name="connsiteY20-1398" fmla="*/ 702034 h 1161397"/>
              <a:gd name="connsiteX21-1399" fmla="*/ 1158800 w 6884912"/>
              <a:gd name="connsiteY21-1400" fmla="*/ 700004 h 1161397"/>
              <a:gd name="connsiteX22-1401" fmla="*/ 1166947 w 6884912"/>
              <a:gd name="connsiteY22-1402" fmla="*/ 700762 h 1161397"/>
              <a:gd name="connsiteX23-1403" fmla="*/ 1178135 w 6884912"/>
              <a:gd name="connsiteY23-1404" fmla="*/ 698631 h 1161397"/>
              <a:gd name="connsiteX24-1405" fmla="*/ 1178301 w 6884912"/>
              <a:gd name="connsiteY24-1406" fmla="*/ 698094 h 1161397"/>
              <a:gd name="connsiteX25-1407" fmla="*/ 1188995 w 6884912"/>
              <a:gd name="connsiteY25-1408" fmla="*/ 697048 h 1161397"/>
              <a:gd name="connsiteX26-1409" fmla="*/ 1242716 w 6884912"/>
              <a:gd name="connsiteY26-1410" fmla="*/ 698052 h 1161397"/>
              <a:gd name="connsiteX27-1411" fmla="*/ 1299977 w 6884912"/>
              <a:gd name="connsiteY27-1412" fmla="*/ 639196 h 1161397"/>
              <a:gd name="connsiteX28-1413" fmla="*/ 1326190 w 6884912"/>
              <a:gd name="connsiteY28-1414" fmla="*/ 625955 h 1161397"/>
              <a:gd name="connsiteX29-1415" fmla="*/ 1339600 w 6884912"/>
              <a:gd name="connsiteY29-1416" fmla="*/ 616295 h 1161397"/>
              <a:gd name="connsiteX30-1417" fmla="*/ 1340054 w 6884912"/>
              <a:gd name="connsiteY30-1418" fmla="*/ 614022 h 1161397"/>
              <a:gd name="connsiteX31-1419" fmla="*/ 1391606 w 6884912"/>
              <a:gd name="connsiteY31-1420" fmla="*/ 615229 h 1161397"/>
              <a:gd name="connsiteX32-1421" fmla="*/ 1397565 w 6884912"/>
              <a:gd name="connsiteY32-1422" fmla="*/ 611490 h 1161397"/>
              <a:gd name="connsiteX33-1423" fmla="*/ 1432302 w 6884912"/>
              <a:gd name="connsiteY33-1424" fmla="*/ 617267 h 1161397"/>
              <a:gd name="connsiteX34-1425" fmla="*/ 1449644 w 6884912"/>
              <a:gd name="connsiteY34-1426" fmla="*/ 617591 h 1161397"/>
              <a:gd name="connsiteX35-1427" fmla="*/ 1455793 w 6884912"/>
              <a:gd name="connsiteY35-1428" fmla="*/ 623174 h 1161397"/>
              <a:gd name="connsiteX36-1429" fmla="*/ 1480758 w 6884912"/>
              <a:gd name="connsiteY36-1430" fmla="*/ 620863 h 1161397"/>
              <a:gd name="connsiteX37-1431" fmla="*/ 1483154 w 6884912"/>
              <a:gd name="connsiteY37-1432" fmla="*/ 618527 h 1161397"/>
              <a:gd name="connsiteX38-1433" fmla="*/ 1505495 w 6884912"/>
              <a:gd name="connsiteY38-1434" fmla="*/ 624325 h 1161397"/>
              <a:gd name="connsiteX39-1435" fmla="*/ 1589566 w 6884912"/>
              <a:gd name="connsiteY39-1436" fmla="*/ 621301 h 1161397"/>
              <a:gd name="connsiteX40-1437" fmla="*/ 1731986 w 6884912"/>
              <a:gd name="connsiteY40-1438" fmla="*/ 589682 h 1161397"/>
              <a:gd name="connsiteX41-1439" fmla="*/ 1927935 w 6884912"/>
              <a:gd name="connsiteY41-1440" fmla="*/ 622808 h 1161397"/>
              <a:gd name="connsiteX42-1441" fmla="*/ 2066980 w 6884912"/>
              <a:gd name="connsiteY42-1442" fmla="*/ 550413 h 1161397"/>
              <a:gd name="connsiteX43-1443" fmla="*/ 2317462 w 6884912"/>
              <a:gd name="connsiteY43-1444" fmla="*/ 519603 h 1161397"/>
              <a:gd name="connsiteX44-1445" fmla="*/ 2420791 w 6884912"/>
              <a:gd name="connsiteY44-1446" fmla="*/ 492826 h 1161397"/>
              <a:gd name="connsiteX45-1447" fmla="*/ 2489932 w 6884912"/>
              <a:gd name="connsiteY45-1448" fmla="*/ 507864 h 1161397"/>
              <a:gd name="connsiteX46-1449" fmla="*/ 2512917 w 6884912"/>
              <a:gd name="connsiteY46-1450" fmla="*/ 489127 h 1161397"/>
              <a:gd name="connsiteX47-1451" fmla="*/ 2516783 w 6884912"/>
              <a:gd name="connsiteY47-1452" fmla="*/ 485473 h 1161397"/>
              <a:gd name="connsiteX48-1453" fmla="*/ 2534360 w 6884912"/>
              <a:gd name="connsiteY48-1454" fmla="*/ 480064 h 1161397"/>
              <a:gd name="connsiteX49-1455" fmla="*/ 2536691 w 6884912"/>
              <a:gd name="connsiteY49-1456" fmla="*/ 467018 h 1161397"/>
              <a:gd name="connsiteX50-1457" fmla="*/ 2561265 w 6884912"/>
              <a:gd name="connsiteY50-1458" fmla="*/ 450623 h 1161397"/>
              <a:gd name="connsiteX51-1459" fmla="*/ 2594349 w 6884912"/>
              <a:gd name="connsiteY51-1460" fmla="*/ 443884 h 1161397"/>
              <a:gd name="connsiteX52-1461" fmla="*/ 2754324 w 6884912"/>
              <a:gd name="connsiteY52-1462" fmla="*/ 424766 h 1161397"/>
              <a:gd name="connsiteX53-1463" fmla="*/ 2848470 w 6884912"/>
              <a:gd name="connsiteY53-1464" fmla="*/ 405966 h 1161397"/>
              <a:gd name="connsiteX54-1465" fmla="*/ 2881772 w 6884912"/>
              <a:gd name="connsiteY54-1466" fmla="*/ 387260 h 1161397"/>
              <a:gd name="connsiteX55-1467" fmla="*/ 2929932 w 6884912"/>
              <a:gd name="connsiteY55-1468" fmla="*/ 368912 h 1161397"/>
              <a:gd name="connsiteX56-1469" fmla="*/ 3013020 w 6884912"/>
              <a:gd name="connsiteY56-1470" fmla="*/ 327578 h 1161397"/>
              <a:gd name="connsiteX57-1471" fmla="*/ 3127968 w 6884912"/>
              <a:gd name="connsiteY57-1472" fmla="*/ 287613 h 1161397"/>
              <a:gd name="connsiteX58-1473" fmla="*/ 3222191 w 6884912"/>
              <a:gd name="connsiteY58-1474" fmla="*/ 307887 h 1161397"/>
              <a:gd name="connsiteX59-1475" fmla="*/ 3227953 w 6884912"/>
              <a:gd name="connsiteY59-1476" fmla="*/ 297650 h 1161397"/>
              <a:gd name="connsiteX60-1477" fmla="*/ 3287859 w 6884912"/>
              <a:gd name="connsiteY60-1478" fmla="*/ 287558 h 1161397"/>
              <a:gd name="connsiteX61-1479" fmla="*/ 3510042 w 6884912"/>
              <a:gd name="connsiteY61-1480" fmla="*/ 311820 h 1161397"/>
              <a:gd name="connsiteX62-1481" fmla="*/ 3626773 w 6884912"/>
              <a:gd name="connsiteY62-1482" fmla="*/ 290452 h 1161397"/>
              <a:gd name="connsiteX63-1483" fmla="*/ 3666217 w 6884912"/>
              <a:gd name="connsiteY63-1484" fmla="*/ 273255 h 1161397"/>
              <a:gd name="connsiteX64-1485" fmla="*/ 3732427 w 6884912"/>
              <a:gd name="connsiteY64-1486" fmla="*/ 245039 h 1161397"/>
              <a:gd name="connsiteX65-1487" fmla="*/ 3777022 w 6884912"/>
              <a:gd name="connsiteY65-1488" fmla="*/ 200276 h 1161397"/>
              <a:gd name="connsiteX66-1489" fmla="*/ 3791246 w 6884912"/>
              <a:gd name="connsiteY66-1490" fmla="*/ 189996 h 1161397"/>
              <a:gd name="connsiteX67-1491" fmla="*/ 3819864 w 6884912"/>
              <a:gd name="connsiteY67-1492" fmla="*/ 194605 h 1161397"/>
              <a:gd name="connsiteX68-1493" fmla="*/ 3830398 w 6884912"/>
              <a:gd name="connsiteY68-1494" fmla="*/ 188383 h 1161397"/>
              <a:gd name="connsiteX69-1495" fmla="*/ 3834360 w 6884912"/>
              <a:gd name="connsiteY69-1496" fmla="*/ 188992 h 1161397"/>
              <a:gd name="connsiteX70-1497" fmla="*/ 3843715 w 6884912"/>
              <a:gd name="connsiteY70-1498" fmla="*/ 188752 h 1161397"/>
              <a:gd name="connsiteX71-1499" fmla="*/ 3842609 w 6884912"/>
              <a:gd name="connsiteY71-1500" fmla="*/ 197386 h 1161397"/>
              <a:gd name="connsiteX72-1501" fmla="*/ 3853961 w 6884912"/>
              <a:gd name="connsiteY72-1502" fmla="*/ 213380 h 1161397"/>
              <a:gd name="connsiteX73-1503" fmla="*/ 3907640 w 6884912"/>
              <a:gd name="connsiteY73-1504" fmla="*/ 207568 h 1161397"/>
              <a:gd name="connsiteX74-1505" fmla="*/ 3910449 w 6884912"/>
              <a:gd name="connsiteY74-1506" fmla="*/ 197808 h 1161397"/>
              <a:gd name="connsiteX75-1507" fmla="*/ 3917197 w 6884912"/>
              <a:gd name="connsiteY75-1508" fmla="*/ 196121 h 1161397"/>
              <a:gd name="connsiteX76-1509" fmla="*/ 3922400 w 6884912"/>
              <a:gd name="connsiteY76-1510" fmla="*/ 205056 h 1161397"/>
              <a:gd name="connsiteX77-1511" fmla="*/ 4013061 w 6884912"/>
              <a:gd name="connsiteY77-1512" fmla="*/ 224874 h 1161397"/>
              <a:gd name="connsiteX78-1513" fmla="*/ 4134285 w 6884912"/>
              <a:gd name="connsiteY78-1514" fmla="*/ 235592 h 1161397"/>
              <a:gd name="connsiteX79-1515" fmla="*/ 4220717 w 6884912"/>
              <a:gd name="connsiteY79-1516" fmla="*/ 192946 h 1161397"/>
              <a:gd name="connsiteX80-1517" fmla="*/ 4228802 w 6884912"/>
              <a:gd name="connsiteY80-1518" fmla="*/ 201468 h 1161397"/>
              <a:gd name="connsiteX81-1519" fmla="*/ 4289361 w 6884912"/>
              <a:gd name="connsiteY81-1520" fmla="*/ 196642 h 1161397"/>
              <a:gd name="connsiteX82-1521" fmla="*/ 4498913 w 6884912"/>
              <a:gd name="connsiteY82-1522" fmla="*/ 118915 h 1161397"/>
              <a:gd name="connsiteX83-1523" fmla="*/ 4617330 w 6884912"/>
              <a:gd name="connsiteY83-1524" fmla="*/ 111163 h 1161397"/>
              <a:gd name="connsiteX84-1525" fmla="*/ 4659778 w 6884912"/>
              <a:gd name="connsiteY84-1526" fmla="*/ 118219 h 1161397"/>
              <a:gd name="connsiteX85-1527" fmla="*/ 4730870 w 6884912"/>
              <a:gd name="connsiteY85-1528" fmla="*/ 129432 h 1161397"/>
              <a:gd name="connsiteX86-1529" fmla="*/ 4785037 w 6884912"/>
              <a:gd name="connsiteY86-1530" fmla="*/ 161964 h 1161397"/>
              <a:gd name="connsiteX87-1531" fmla="*/ 4844073 w 6884912"/>
              <a:gd name="connsiteY87-1532" fmla="*/ 161768 h 1161397"/>
              <a:gd name="connsiteX88-1533" fmla="*/ 4856454 w 6884912"/>
              <a:gd name="connsiteY88-1534" fmla="*/ 130488 h 1161397"/>
              <a:gd name="connsiteX89-1535" fmla="*/ 4920038 w 6884912"/>
              <a:gd name="connsiteY89-1536" fmla="*/ 140418 h 1161397"/>
              <a:gd name="connsiteX90-1537" fmla="*/ 5016639 w 6884912"/>
              <a:gd name="connsiteY90-1538" fmla="*/ 158905 h 1161397"/>
              <a:gd name="connsiteX91-1539" fmla="*/ 5072009 w 6884912"/>
              <a:gd name="connsiteY91-1540" fmla="*/ 161502 h 1161397"/>
              <a:gd name="connsiteX92-1541" fmla="*/ 5223626 w 6884912"/>
              <a:gd name="connsiteY92-1542" fmla="*/ 177356 h 1161397"/>
              <a:gd name="connsiteX93-1543" fmla="*/ 5375773 w 6884912"/>
              <a:gd name="connsiteY93-1544" fmla="*/ 199913 h 1161397"/>
              <a:gd name="connsiteX94-1545" fmla="*/ 5467502 w 6884912"/>
              <a:gd name="connsiteY94-1546" fmla="*/ 250963 h 1161397"/>
              <a:gd name="connsiteX95-1547" fmla="*/ 5592395 w 6884912"/>
              <a:gd name="connsiteY95-1548" fmla="*/ 265434 h 1161397"/>
              <a:gd name="connsiteX96-1549" fmla="*/ 5613532 w 6884912"/>
              <a:gd name="connsiteY96-1550" fmla="*/ 273379 h 1161397"/>
              <a:gd name="connsiteX97-1551" fmla="*/ 5642173 w 6884912"/>
              <a:gd name="connsiteY97-1552" fmla="*/ 266904 h 1161397"/>
              <a:gd name="connsiteX98-1553" fmla="*/ 5756910 w 6884912"/>
              <a:gd name="connsiteY98-1554" fmla="*/ 239211 h 1161397"/>
              <a:gd name="connsiteX99-1555" fmla="*/ 5846667 w 6884912"/>
              <a:gd name="connsiteY99-1556" fmla="*/ 201786 h 1161397"/>
              <a:gd name="connsiteX100-1557" fmla="*/ 5960732 w 6884912"/>
              <a:gd name="connsiteY100-1558" fmla="*/ 220708 h 1161397"/>
              <a:gd name="connsiteX101-1559" fmla="*/ 6029542 w 6884912"/>
              <a:gd name="connsiteY101-1560" fmla="*/ 210339 h 1161397"/>
              <a:gd name="connsiteX102-1561" fmla="*/ 6141123 w 6884912"/>
              <a:gd name="connsiteY102-1562" fmla="*/ 159923 h 1161397"/>
              <a:gd name="connsiteX103-1563" fmla="*/ 6290640 w 6884912"/>
              <a:gd name="connsiteY103-1564" fmla="*/ 167441 h 1161397"/>
              <a:gd name="connsiteX104-1565" fmla="*/ 6322806 w 6884912"/>
              <a:gd name="connsiteY104-1566" fmla="*/ 213293 h 1161397"/>
              <a:gd name="connsiteX105-1567" fmla="*/ 6364914 w 6884912"/>
              <a:gd name="connsiteY105-1568" fmla="*/ 240140 h 1161397"/>
              <a:gd name="connsiteX106-1569" fmla="*/ 6380420 w 6884912"/>
              <a:gd name="connsiteY106-1570" fmla="*/ 173195 h 1161397"/>
              <a:gd name="connsiteX107-1571" fmla="*/ 6507891 w 6884912"/>
              <a:gd name="connsiteY107-1572" fmla="*/ 118474 h 1161397"/>
              <a:gd name="connsiteX108-1573" fmla="*/ 6571807 w 6884912"/>
              <a:gd name="connsiteY108-1574" fmla="*/ 98636 h 1161397"/>
              <a:gd name="connsiteX109-1575" fmla="*/ 6671880 w 6884912"/>
              <a:gd name="connsiteY109-1576" fmla="*/ 82931 h 1161397"/>
              <a:gd name="connsiteX110-1577" fmla="*/ 6702266 w 6884912"/>
              <a:gd name="connsiteY110-1578" fmla="*/ 75470 h 1161397"/>
              <a:gd name="connsiteX111-1579" fmla="*/ 6845802 w 6884912"/>
              <a:gd name="connsiteY111-1580" fmla="*/ 24496 h 1161397"/>
              <a:gd name="connsiteX112-1581" fmla="*/ 6884912 w 6884912"/>
              <a:gd name="connsiteY112-1582" fmla="*/ 0 h 1161397"/>
              <a:gd name="connsiteX0-1583" fmla="*/ 6884912 w 6884912"/>
              <a:gd name="connsiteY0-1584" fmla="*/ 0 h 1161397"/>
              <a:gd name="connsiteX1-1585" fmla="*/ 6884912 w 6884912"/>
              <a:gd name="connsiteY1-1586" fmla="*/ 1161397 h 1161397"/>
              <a:gd name="connsiteX2-1587" fmla="*/ 0 w 6884912"/>
              <a:gd name="connsiteY2-1588" fmla="*/ 1161397 h 1161397"/>
              <a:gd name="connsiteX3-1589" fmla="*/ 27135 w 6884912"/>
              <a:gd name="connsiteY3-1590" fmla="*/ 1147460 h 1161397"/>
              <a:gd name="connsiteX4-1591" fmla="*/ 115388 w 6884912"/>
              <a:gd name="connsiteY4-1592" fmla="*/ 1159043 h 1161397"/>
              <a:gd name="connsiteX5-1593" fmla="*/ 119094 w 6884912"/>
              <a:gd name="connsiteY5-1594" fmla="*/ 1148463 h 1161397"/>
              <a:gd name="connsiteX6-1595" fmla="*/ 171824 w 6884912"/>
              <a:gd name="connsiteY6-1596" fmla="*/ 1133224 h 1161397"/>
              <a:gd name="connsiteX7-1597" fmla="*/ 376455 w 6884912"/>
              <a:gd name="connsiteY7-1598" fmla="*/ 1137381 h 1161397"/>
              <a:gd name="connsiteX8-1599" fmla="*/ 478946 w 6884912"/>
              <a:gd name="connsiteY8-1600" fmla="*/ 1106011 h 1161397"/>
              <a:gd name="connsiteX9-1601" fmla="*/ 512111 w 6884912"/>
              <a:gd name="connsiteY9-1602" fmla="*/ 1085599 h 1161397"/>
              <a:gd name="connsiteX10-1603" fmla="*/ 567875 w 6884912"/>
              <a:gd name="connsiteY10-1604" fmla="*/ 1051976 h 1161397"/>
              <a:gd name="connsiteX11-1605" fmla="*/ 601644 w 6884912"/>
              <a:gd name="connsiteY11-1606" fmla="*/ 1003997 h 1161397"/>
              <a:gd name="connsiteX12-1607" fmla="*/ 651408 w 6884912"/>
              <a:gd name="connsiteY12-1608" fmla="*/ 984938 h 1161397"/>
              <a:gd name="connsiteX13-1609" fmla="*/ 673197 w 6884912"/>
              <a:gd name="connsiteY13-1610" fmla="*/ 1010060 h 1161397"/>
              <a:gd name="connsiteX14-1611" fmla="*/ 723108 w 6884912"/>
              <a:gd name="connsiteY14-1612" fmla="*/ 980081 h 1161397"/>
              <a:gd name="connsiteX15-1613" fmla="*/ 797699 w 6884912"/>
              <a:gd name="connsiteY15-1614" fmla="*/ 931362 h 1161397"/>
              <a:gd name="connsiteX16-1615" fmla="*/ 843359 w 6884912"/>
              <a:gd name="connsiteY16-1616" fmla="*/ 910894 h 1161397"/>
              <a:gd name="connsiteX17-1617" fmla="*/ 965215 w 6884912"/>
              <a:gd name="connsiteY17-1618" fmla="*/ 846701 h 1161397"/>
              <a:gd name="connsiteX18-1619" fmla="*/ 1085080 w 6884912"/>
              <a:gd name="connsiteY18-1620" fmla="*/ 776086 h 1161397"/>
              <a:gd name="connsiteX19-1621" fmla="*/ 1131224 w 6884912"/>
              <a:gd name="connsiteY19-1622" fmla="*/ 706160 h 1161397"/>
              <a:gd name="connsiteX20-1623" fmla="*/ 1158800 w 6884912"/>
              <a:gd name="connsiteY20-1624" fmla="*/ 700004 h 1161397"/>
              <a:gd name="connsiteX21-1625" fmla="*/ 1166947 w 6884912"/>
              <a:gd name="connsiteY21-1626" fmla="*/ 700762 h 1161397"/>
              <a:gd name="connsiteX22-1627" fmla="*/ 1178135 w 6884912"/>
              <a:gd name="connsiteY22-1628" fmla="*/ 698631 h 1161397"/>
              <a:gd name="connsiteX23-1629" fmla="*/ 1178301 w 6884912"/>
              <a:gd name="connsiteY23-1630" fmla="*/ 698094 h 1161397"/>
              <a:gd name="connsiteX24-1631" fmla="*/ 1188995 w 6884912"/>
              <a:gd name="connsiteY24-1632" fmla="*/ 697048 h 1161397"/>
              <a:gd name="connsiteX25-1633" fmla="*/ 1242716 w 6884912"/>
              <a:gd name="connsiteY25-1634" fmla="*/ 698052 h 1161397"/>
              <a:gd name="connsiteX26-1635" fmla="*/ 1299977 w 6884912"/>
              <a:gd name="connsiteY26-1636" fmla="*/ 639196 h 1161397"/>
              <a:gd name="connsiteX27-1637" fmla="*/ 1326190 w 6884912"/>
              <a:gd name="connsiteY27-1638" fmla="*/ 625955 h 1161397"/>
              <a:gd name="connsiteX28-1639" fmla="*/ 1339600 w 6884912"/>
              <a:gd name="connsiteY28-1640" fmla="*/ 616295 h 1161397"/>
              <a:gd name="connsiteX29-1641" fmla="*/ 1340054 w 6884912"/>
              <a:gd name="connsiteY29-1642" fmla="*/ 614022 h 1161397"/>
              <a:gd name="connsiteX30-1643" fmla="*/ 1391606 w 6884912"/>
              <a:gd name="connsiteY30-1644" fmla="*/ 615229 h 1161397"/>
              <a:gd name="connsiteX31-1645" fmla="*/ 1397565 w 6884912"/>
              <a:gd name="connsiteY31-1646" fmla="*/ 611490 h 1161397"/>
              <a:gd name="connsiteX32-1647" fmla="*/ 1432302 w 6884912"/>
              <a:gd name="connsiteY32-1648" fmla="*/ 617267 h 1161397"/>
              <a:gd name="connsiteX33-1649" fmla="*/ 1449644 w 6884912"/>
              <a:gd name="connsiteY33-1650" fmla="*/ 617591 h 1161397"/>
              <a:gd name="connsiteX34-1651" fmla="*/ 1455793 w 6884912"/>
              <a:gd name="connsiteY34-1652" fmla="*/ 623174 h 1161397"/>
              <a:gd name="connsiteX35-1653" fmla="*/ 1480758 w 6884912"/>
              <a:gd name="connsiteY35-1654" fmla="*/ 620863 h 1161397"/>
              <a:gd name="connsiteX36-1655" fmla="*/ 1483154 w 6884912"/>
              <a:gd name="connsiteY36-1656" fmla="*/ 618527 h 1161397"/>
              <a:gd name="connsiteX37-1657" fmla="*/ 1505495 w 6884912"/>
              <a:gd name="connsiteY37-1658" fmla="*/ 624325 h 1161397"/>
              <a:gd name="connsiteX38-1659" fmla="*/ 1589566 w 6884912"/>
              <a:gd name="connsiteY38-1660" fmla="*/ 621301 h 1161397"/>
              <a:gd name="connsiteX39-1661" fmla="*/ 1731986 w 6884912"/>
              <a:gd name="connsiteY39-1662" fmla="*/ 589682 h 1161397"/>
              <a:gd name="connsiteX40-1663" fmla="*/ 1927935 w 6884912"/>
              <a:gd name="connsiteY40-1664" fmla="*/ 622808 h 1161397"/>
              <a:gd name="connsiteX41-1665" fmla="*/ 2066980 w 6884912"/>
              <a:gd name="connsiteY41-1666" fmla="*/ 550413 h 1161397"/>
              <a:gd name="connsiteX42-1667" fmla="*/ 2317462 w 6884912"/>
              <a:gd name="connsiteY42-1668" fmla="*/ 519603 h 1161397"/>
              <a:gd name="connsiteX43-1669" fmla="*/ 2420791 w 6884912"/>
              <a:gd name="connsiteY43-1670" fmla="*/ 492826 h 1161397"/>
              <a:gd name="connsiteX44-1671" fmla="*/ 2489932 w 6884912"/>
              <a:gd name="connsiteY44-1672" fmla="*/ 507864 h 1161397"/>
              <a:gd name="connsiteX45-1673" fmla="*/ 2512917 w 6884912"/>
              <a:gd name="connsiteY45-1674" fmla="*/ 489127 h 1161397"/>
              <a:gd name="connsiteX46-1675" fmla="*/ 2516783 w 6884912"/>
              <a:gd name="connsiteY46-1676" fmla="*/ 485473 h 1161397"/>
              <a:gd name="connsiteX47-1677" fmla="*/ 2534360 w 6884912"/>
              <a:gd name="connsiteY47-1678" fmla="*/ 480064 h 1161397"/>
              <a:gd name="connsiteX48-1679" fmla="*/ 2536691 w 6884912"/>
              <a:gd name="connsiteY48-1680" fmla="*/ 467018 h 1161397"/>
              <a:gd name="connsiteX49-1681" fmla="*/ 2561265 w 6884912"/>
              <a:gd name="connsiteY49-1682" fmla="*/ 450623 h 1161397"/>
              <a:gd name="connsiteX50-1683" fmla="*/ 2594349 w 6884912"/>
              <a:gd name="connsiteY50-1684" fmla="*/ 443884 h 1161397"/>
              <a:gd name="connsiteX51-1685" fmla="*/ 2754324 w 6884912"/>
              <a:gd name="connsiteY51-1686" fmla="*/ 424766 h 1161397"/>
              <a:gd name="connsiteX52-1687" fmla="*/ 2848470 w 6884912"/>
              <a:gd name="connsiteY52-1688" fmla="*/ 405966 h 1161397"/>
              <a:gd name="connsiteX53-1689" fmla="*/ 2881772 w 6884912"/>
              <a:gd name="connsiteY53-1690" fmla="*/ 387260 h 1161397"/>
              <a:gd name="connsiteX54-1691" fmla="*/ 2929932 w 6884912"/>
              <a:gd name="connsiteY54-1692" fmla="*/ 368912 h 1161397"/>
              <a:gd name="connsiteX55-1693" fmla="*/ 3013020 w 6884912"/>
              <a:gd name="connsiteY55-1694" fmla="*/ 327578 h 1161397"/>
              <a:gd name="connsiteX56-1695" fmla="*/ 3127968 w 6884912"/>
              <a:gd name="connsiteY56-1696" fmla="*/ 287613 h 1161397"/>
              <a:gd name="connsiteX57-1697" fmla="*/ 3222191 w 6884912"/>
              <a:gd name="connsiteY57-1698" fmla="*/ 307887 h 1161397"/>
              <a:gd name="connsiteX58-1699" fmla="*/ 3227953 w 6884912"/>
              <a:gd name="connsiteY58-1700" fmla="*/ 297650 h 1161397"/>
              <a:gd name="connsiteX59-1701" fmla="*/ 3287859 w 6884912"/>
              <a:gd name="connsiteY59-1702" fmla="*/ 287558 h 1161397"/>
              <a:gd name="connsiteX60-1703" fmla="*/ 3510042 w 6884912"/>
              <a:gd name="connsiteY60-1704" fmla="*/ 311820 h 1161397"/>
              <a:gd name="connsiteX61-1705" fmla="*/ 3626773 w 6884912"/>
              <a:gd name="connsiteY61-1706" fmla="*/ 290452 h 1161397"/>
              <a:gd name="connsiteX62-1707" fmla="*/ 3666217 w 6884912"/>
              <a:gd name="connsiteY62-1708" fmla="*/ 273255 h 1161397"/>
              <a:gd name="connsiteX63-1709" fmla="*/ 3732427 w 6884912"/>
              <a:gd name="connsiteY63-1710" fmla="*/ 245039 h 1161397"/>
              <a:gd name="connsiteX64-1711" fmla="*/ 3777022 w 6884912"/>
              <a:gd name="connsiteY64-1712" fmla="*/ 200276 h 1161397"/>
              <a:gd name="connsiteX65-1713" fmla="*/ 3791246 w 6884912"/>
              <a:gd name="connsiteY65-1714" fmla="*/ 189996 h 1161397"/>
              <a:gd name="connsiteX66-1715" fmla="*/ 3819864 w 6884912"/>
              <a:gd name="connsiteY66-1716" fmla="*/ 194605 h 1161397"/>
              <a:gd name="connsiteX67-1717" fmla="*/ 3830398 w 6884912"/>
              <a:gd name="connsiteY67-1718" fmla="*/ 188383 h 1161397"/>
              <a:gd name="connsiteX68-1719" fmla="*/ 3834360 w 6884912"/>
              <a:gd name="connsiteY68-1720" fmla="*/ 188992 h 1161397"/>
              <a:gd name="connsiteX69-1721" fmla="*/ 3843715 w 6884912"/>
              <a:gd name="connsiteY69-1722" fmla="*/ 188752 h 1161397"/>
              <a:gd name="connsiteX70-1723" fmla="*/ 3842609 w 6884912"/>
              <a:gd name="connsiteY70-1724" fmla="*/ 197386 h 1161397"/>
              <a:gd name="connsiteX71-1725" fmla="*/ 3853961 w 6884912"/>
              <a:gd name="connsiteY71-1726" fmla="*/ 213380 h 1161397"/>
              <a:gd name="connsiteX72-1727" fmla="*/ 3907640 w 6884912"/>
              <a:gd name="connsiteY72-1728" fmla="*/ 207568 h 1161397"/>
              <a:gd name="connsiteX73-1729" fmla="*/ 3910449 w 6884912"/>
              <a:gd name="connsiteY73-1730" fmla="*/ 197808 h 1161397"/>
              <a:gd name="connsiteX74-1731" fmla="*/ 3917197 w 6884912"/>
              <a:gd name="connsiteY74-1732" fmla="*/ 196121 h 1161397"/>
              <a:gd name="connsiteX75-1733" fmla="*/ 3922400 w 6884912"/>
              <a:gd name="connsiteY75-1734" fmla="*/ 205056 h 1161397"/>
              <a:gd name="connsiteX76-1735" fmla="*/ 4013061 w 6884912"/>
              <a:gd name="connsiteY76-1736" fmla="*/ 224874 h 1161397"/>
              <a:gd name="connsiteX77-1737" fmla="*/ 4134285 w 6884912"/>
              <a:gd name="connsiteY77-1738" fmla="*/ 235592 h 1161397"/>
              <a:gd name="connsiteX78-1739" fmla="*/ 4220717 w 6884912"/>
              <a:gd name="connsiteY78-1740" fmla="*/ 192946 h 1161397"/>
              <a:gd name="connsiteX79-1741" fmla="*/ 4228802 w 6884912"/>
              <a:gd name="connsiteY79-1742" fmla="*/ 201468 h 1161397"/>
              <a:gd name="connsiteX80-1743" fmla="*/ 4289361 w 6884912"/>
              <a:gd name="connsiteY80-1744" fmla="*/ 196642 h 1161397"/>
              <a:gd name="connsiteX81-1745" fmla="*/ 4498913 w 6884912"/>
              <a:gd name="connsiteY81-1746" fmla="*/ 118915 h 1161397"/>
              <a:gd name="connsiteX82-1747" fmla="*/ 4617330 w 6884912"/>
              <a:gd name="connsiteY82-1748" fmla="*/ 111163 h 1161397"/>
              <a:gd name="connsiteX83-1749" fmla="*/ 4659778 w 6884912"/>
              <a:gd name="connsiteY83-1750" fmla="*/ 118219 h 1161397"/>
              <a:gd name="connsiteX84-1751" fmla="*/ 4730870 w 6884912"/>
              <a:gd name="connsiteY84-1752" fmla="*/ 129432 h 1161397"/>
              <a:gd name="connsiteX85-1753" fmla="*/ 4785037 w 6884912"/>
              <a:gd name="connsiteY85-1754" fmla="*/ 161964 h 1161397"/>
              <a:gd name="connsiteX86-1755" fmla="*/ 4844073 w 6884912"/>
              <a:gd name="connsiteY86-1756" fmla="*/ 161768 h 1161397"/>
              <a:gd name="connsiteX87-1757" fmla="*/ 4856454 w 6884912"/>
              <a:gd name="connsiteY87-1758" fmla="*/ 130488 h 1161397"/>
              <a:gd name="connsiteX88-1759" fmla="*/ 4920038 w 6884912"/>
              <a:gd name="connsiteY88-1760" fmla="*/ 140418 h 1161397"/>
              <a:gd name="connsiteX89-1761" fmla="*/ 5016639 w 6884912"/>
              <a:gd name="connsiteY89-1762" fmla="*/ 158905 h 1161397"/>
              <a:gd name="connsiteX90-1763" fmla="*/ 5072009 w 6884912"/>
              <a:gd name="connsiteY90-1764" fmla="*/ 161502 h 1161397"/>
              <a:gd name="connsiteX91-1765" fmla="*/ 5223626 w 6884912"/>
              <a:gd name="connsiteY91-1766" fmla="*/ 177356 h 1161397"/>
              <a:gd name="connsiteX92-1767" fmla="*/ 5375773 w 6884912"/>
              <a:gd name="connsiteY92-1768" fmla="*/ 199913 h 1161397"/>
              <a:gd name="connsiteX93-1769" fmla="*/ 5467502 w 6884912"/>
              <a:gd name="connsiteY93-1770" fmla="*/ 250963 h 1161397"/>
              <a:gd name="connsiteX94-1771" fmla="*/ 5592395 w 6884912"/>
              <a:gd name="connsiteY94-1772" fmla="*/ 265434 h 1161397"/>
              <a:gd name="connsiteX95-1773" fmla="*/ 5613532 w 6884912"/>
              <a:gd name="connsiteY95-1774" fmla="*/ 273379 h 1161397"/>
              <a:gd name="connsiteX96-1775" fmla="*/ 5642173 w 6884912"/>
              <a:gd name="connsiteY96-1776" fmla="*/ 266904 h 1161397"/>
              <a:gd name="connsiteX97-1777" fmla="*/ 5756910 w 6884912"/>
              <a:gd name="connsiteY97-1778" fmla="*/ 239211 h 1161397"/>
              <a:gd name="connsiteX98-1779" fmla="*/ 5846667 w 6884912"/>
              <a:gd name="connsiteY98-1780" fmla="*/ 201786 h 1161397"/>
              <a:gd name="connsiteX99-1781" fmla="*/ 5960732 w 6884912"/>
              <a:gd name="connsiteY99-1782" fmla="*/ 220708 h 1161397"/>
              <a:gd name="connsiteX100-1783" fmla="*/ 6029542 w 6884912"/>
              <a:gd name="connsiteY100-1784" fmla="*/ 210339 h 1161397"/>
              <a:gd name="connsiteX101-1785" fmla="*/ 6141123 w 6884912"/>
              <a:gd name="connsiteY101-1786" fmla="*/ 159923 h 1161397"/>
              <a:gd name="connsiteX102-1787" fmla="*/ 6290640 w 6884912"/>
              <a:gd name="connsiteY102-1788" fmla="*/ 167441 h 1161397"/>
              <a:gd name="connsiteX103-1789" fmla="*/ 6322806 w 6884912"/>
              <a:gd name="connsiteY103-1790" fmla="*/ 213293 h 1161397"/>
              <a:gd name="connsiteX104-1791" fmla="*/ 6364914 w 6884912"/>
              <a:gd name="connsiteY104-1792" fmla="*/ 240140 h 1161397"/>
              <a:gd name="connsiteX105-1793" fmla="*/ 6380420 w 6884912"/>
              <a:gd name="connsiteY105-1794" fmla="*/ 173195 h 1161397"/>
              <a:gd name="connsiteX106-1795" fmla="*/ 6507891 w 6884912"/>
              <a:gd name="connsiteY106-1796" fmla="*/ 118474 h 1161397"/>
              <a:gd name="connsiteX107-1797" fmla="*/ 6571807 w 6884912"/>
              <a:gd name="connsiteY107-1798" fmla="*/ 98636 h 1161397"/>
              <a:gd name="connsiteX108-1799" fmla="*/ 6671880 w 6884912"/>
              <a:gd name="connsiteY108-1800" fmla="*/ 82931 h 1161397"/>
              <a:gd name="connsiteX109-1801" fmla="*/ 6702266 w 6884912"/>
              <a:gd name="connsiteY109-1802" fmla="*/ 75470 h 1161397"/>
              <a:gd name="connsiteX110-1803" fmla="*/ 6845802 w 6884912"/>
              <a:gd name="connsiteY110-1804" fmla="*/ 24496 h 1161397"/>
              <a:gd name="connsiteX111-1805" fmla="*/ 6884912 w 6884912"/>
              <a:gd name="connsiteY111-1806" fmla="*/ 0 h 1161397"/>
              <a:gd name="connsiteX0-1807" fmla="*/ 6884912 w 6884912"/>
              <a:gd name="connsiteY0-1808" fmla="*/ 0 h 1161397"/>
              <a:gd name="connsiteX1-1809" fmla="*/ 6884912 w 6884912"/>
              <a:gd name="connsiteY1-1810" fmla="*/ 1161397 h 1161397"/>
              <a:gd name="connsiteX2-1811" fmla="*/ 0 w 6884912"/>
              <a:gd name="connsiteY2-1812" fmla="*/ 1161397 h 1161397"/>
              <a:gd name="connsiteX3-1813" fmla="*/ 27135 w 6884912"/>
              <a:gd name="connsiteY3-1814" fmla="*/ 1147460 h 1161397"/>
              <a:gd name="connsiteX4-1815" fmla="*/ 115388 w 6884912"/>
              <a:gd name="connsiteY4-1816" fmla="*/ 1159043 h 1161397"/>
              <a:gd name="connsiteX5-1817" fmla="*/ 119094 w 6884912"/>
              <a:gd name="connsiteY5-1818" fmla="*/ 1148463 h 1161397"/>
              <a:gd name="connsiteX6-1819" fmla="*/ 171824 w 6884912"/>
              <a:gd name="connsiteY6-1820" fmla="*/ 1133224 h 1161397"/>
              <a:gd name="connsiteX7-1821" fmla="*/ 376455 w 6884912"/>
              <a:gd name="connsiteY7-1822" fmla="*/ 1137381 h 1161397"/>
              <a:gd name="connsiteX8-1823" fmla="*/ 478946 w 6884912"/>
              <a:gd name="connsiteY8-1824" fmla="*/ 1106011 h 1161397"/>
              <a:gd name="connsiteX9-1825" fmla="*/ 512111 w 6884912"/>
              <a:gd name="connsiteY9-1826" fmla="*/ 1085599 h 1161397"/>
              <a:gd name="connsiteX10-1827" fmla="*/ 567875 w 6884912"/>
              <a:gd name="connsiteY10-1828" fmla="*/ 1051976 h 1161397"/>
              <a:gd name="connsiteX11-1829" fmla="*/ 601644 w 6884912"/>
              <a:gd name="connsiteY11-1830" fmla="*/ 1003997 h 1161397"/>
              <a:gd name="connsiteX12-1831" fmla="*/ 651408 w 6884912"/>
              <a:gd name="connsiteY12-1832" fmla="*/ 984938 h 1161397"/>
              <a:gd name="connsiteX13-1833" fmla="*/ 673197 w 6884912"/>
              <a:gd name="connsiteY13-1834" fmla="*/ 1010060 h 1161397"/>
              <a:gd name="connsiteX14-1835" fmla="*/ 723108 w 6884912"/>
              <a:gd name="connsiteY14-1836" fmla="*/ 980081 h 1161397"/>
              <a:gd name="connsiteX15-1837" fmla="*/ 797699 w 6884912"/>
              <a:gd name="connsiteY15-1838" fmla="*/ 931362 h 1161397"/>
              <a:gd name="connsiteX16-1839" fmla="*/ 843359 w 6884912"/>
              <a:gd name="connsiteY16-1840" fmla="*/ 910894 h 1161397"/>
              <a:gd name="connsiteX17-1841" fmla="*/ 965215 w 6884912"/>
              <a:gd name="connsiteY17-1842" fmla="*/ 846701 h 1161397"/>
              <a:gd name="connsiteX18-1843" fmla="*/ 1085080 w 6884912"/>
              <a:gd name="connsiteY18-1844" fmla="*/ 776086 h 1161397"/>
              <a:gd name="connsiteX19-1845" fmla="*/ 1124901 w 6884912"/>
              <a:gd name="connsiteY19-1846" fmla="*/ 717624 h 1161397"/>
              <a:gd name="connsiteX20-1847" fmla="*/ 1158800 w 6884912"/>
              <a:gd name="connsiteY20-1848" fmla="*/ 700004 h 1161397"/>
              <a:gd name="connsiteX21-1849" fmla="*/ 1166947 w 6884912"/>
              <a:gd name="connsiteY21-1850" fmla="*/ 700762 h 1161397"/>
              <a:gd name="connsiteX22-1851" fmla="*/ 1178135 w 6884912"/>
              <a:gd name="connsiteY22-1852" fmla="*/ 698631 h 1161397"/>
              <a:gd name="connsiteX23-1853" fmla="*/ 1178301 w 6884912"/>
              <a:gd name="connsiteY23-1854" fmla="*/ 698094 h 1161397"/>
              <a:gd name="connsiteX24-1855" fmla="*/ 1188995 w 6884912"/>
              <a:gd name="connsiteY24-1856" fmla="*/ 697048 h 1161397"/>
              <a:gd name="connsiteX25-1857" fmla="*/ 1242716 w 6884912"/>
              <a:gd name="connsiteY25-1858" fmla="*/ 698052 h 1161397"/>
              <a:gd name="connsiteX26-1859" fmla="*/ 1299977 w 6884912"/>
              <a:gd name="connsiteY26-1860" fmla="*/ 639196 h 1161397"/>
              <a:gd name="connsiteX27-1861" fmla="*/ 1326190 w 6884912"/>
              <a:gd name="connsiteY27-1862" fmla="*/ 625955 h 1161397"/>
              <a:gd name="connsiteX28-1863" fmla="*/ 1339600 w 6884912"/>
              <a:gd name="connsiteY28-1864" fmla="*/ 616295 h 1161397"/>
              <a:gd name="connsiteX29-1865" fmla="*/ 1340054 w 6884912"/>
              <a:gd name="connsiteY29-1866" fmla="*/ 614022 h 1161397"/>
              <a:gd name="connsiteX30-1867" fmla="*/ 1391606 w 6884912"/>
              <a:gd name="connsiteY30-1868" fmla="*/ 615229 h 1161397"/>
              <a:gd name="connsiteX31-1869" fmla="*/ 1397565 w 6884912"/>
              <a:gd name="connsiteY31-1870" fmla="*/ 611490 h 1161397"/>
              <a:gd name="connsiteX32-1871" fmla="*/ 1432302 w 6884912"/>
              <a:gd name="connsiteY32-1872" fmla="*/ 617267 h 1161397"/>
              <a:gd name="connsiteX33-1873" fmla="*/ 1449644 w 6884912"/>
              <a:gd name="connsiteY33-1874" fmla="*/ 617591 h 1161397"/>
              <a:gd name="connsiteX34-1875" fmla="*/ 1455793 w 6884912"/>
              <a:gd name="connsiteY34-1876" fmla="*/ 623174 h 1161397"/>
              <a:gd name="connsiteX35-1877" fmla="*/ 1480758 w 6884912"/>
              <a:gd name="connsiteY35-1878" fmla="*/ 620863 h 1161397"/>
              <a:gd name="connsiteX36-1879" fmla="*/ 1483154 w 6884912"/>
              <a:gd name="connsiteY36-1880" fmla="*/ 618527 h 1161397"/>
              <a:gd name="connsiteX37-1881" fmla="*/ 1505495 w 6884912"/>
              <a:gd name="connsiteY37-1882" fmla="*/ 624325 h 1161397"/>
              <a:gd name="connsiteX38-1883" fmla="*/ 1589566 w 6884912"/>
              <a:gd name="connsiteY38-1884" fmla="*/ 621301 h 1161397"/>
              <a:gd name="connsiteX39-1885" fmla="*/ 1731986 w 6884912"/>
              <a:gd name="connsiteY39-1886" fmla="*/ 589682 h 1161397"/>
              <a:gd name="connsiteX40-1887" fmla="*/ 1927935 w 6884912"/>
              <a:gd name="connsiteY40-1888" fmla="*/ 622808 h 1161397"/>
              <a:gd name="connsiteX41-1889" fmla="*/ 2066980 w 6884912"/>
              <a:gd name="connsiteY41-1890" fmla="*/ 550413 h 1161397"/>
              <a:gd name="connsiteX42-1891" fmla="*/ 2317462 w 6884912"/>
              <a:gd name="connsiteY42-1892" fmla="*/ 519603 h 1161397"/>
              <a:gd name="connsiteX43-1893" fmla="*/ 2420791 w 6884912"/>
              <a:gd name="connsiteY43-1894" fmla="*/ 492826 h 1161397"/>
              <a:gd name="connsiteX44-1895" fmla="*/ 2489932 w 6884912"/>
              <a:gd name="connsiteY44-1896" fmla="*/ 507864 h 1161397"/>
              <a:gd name="connsiteX45-1897" fmla="*/ 2512917 w 6884912"/>
              <a:gd name="connsiteY45-1898" fmla="*/ 489127 h 1161397"/>
              <a:gd name="connsiteX46-1899" fmla="*/ 2516783 w 6884912"/>
              <a:gd name="connsiteY46-1900" fmla="*/ 485473 h 1161397"/>
              <a:gd name="connsiteX47-1901" fmla="*/ 2534360 w 6884912"/>
              <a:gd name="connsiteY47-1902" fmla="*/ 480064 h 1161397"/>
              <a:gd name="connsiteX48-1903" fmla="*/ 2536691 w 6884912"/>
              <a:gd name="connsiteY48-1904" fmla="*/ 467018 h 1161397"/>
              <a:gd name="connsiteX49-1905" fmla="*/ 2561265 w 6884912"/>
              <a:gd name="connsiteY49-1906" fmla="*/ 450623 h 1161397"/>
              <a:gd name="connsiteX50-1907" fmla="*/ 2594349 w 6884912"/>
              <a:gd name="connsiteY50-1908" fmla="*/ 443884 h 1161397"/>
              <a:gd name="connsiteX51-1909" fmla="*/ 2754324 w 6884912"/>
              <a:gd name="connsiteY51-1910" fmla="*/ 424766 h 1161397"/>
              <a:gd name="connsiteX52-1911" fmla="*/ 2848470 w 6884912"/>
              <a:gd name="connsiteY52-1912" fmla="*/ 405966 h 1161397"/>
              <a:gd name="connsiteX53-1913" fmla="*/ 2881772 w 6884912"/>
              <a:gd name="connsiteY53-1914" fmla="*/ 387260 h 1161397"/>
              <a:gd name="connsiteX54-1915" fmla="*/ 2929932 w 6884912"/>
              <a:gd name="connsiteY54-1916" fmla="*/ 368912 h 1161397"/>
              <a:gd name="connsiteX55-1917" fmla="*/ 3013020 w 6884912"/>
              <a:gd name="connsiteY55-1918" fmla="*/ 327578 h 1161397"/>
              <a:gd name="connsiteX56-1919" fmla="*/ 3127968 w 6884912"/>
              <a:gd name="connsiteY56-1920" fmla="*/ 287613 h 1161397"/>
              <a:gd name="connsiteX57-1921" fmla="*/ 3222191 w 6884912"/>
              <a:gd name="connsiteY57-1922" fmla="*/ 307887 h 1161397"/>
              <a:gd name="connsiteX58-1923" fmla="*/ 3227953 w 6884912"/>
              <a:gd name="connsiteY58-1924" fmla="*/ 297650 h 1161397"/>
              <a:gd name="connsiteX59-1925" fmla="*/ 3287859 w 6884912"/>
              <a:gd name="connsiteY59-1926" fmla="*/ 287558 h 1161397"/>
              <a:gd name="connsiteX60-1927" fmla="*/ 3510042 w 6884912"/>
              <a:gd name="connsiteY60-1928" fmla="*/ 311820 h 1161397"/>
              <a:gd name="connsiteX61-1929" fmla="*/ 3626773 w 6884912"/>
              <a:gd name="connsiteY61-1930" fmla="*/ 290452 h 1161397"/>
              <a:gd name="connsiteX62-1931" fmla="*/ 3666217 w 6884912"/>
              <a:gd name="connsiteY62-1932" fmla="*/ 273255 h 1161397"/>
              <a:gd name="connsiteX63-1933" fmla="*/ 3732427 w 6884912"/>
              <a:gd name="connsiteY63-1934" fmla="*/ 245039 h 1161397"/>
              <a:gd name="connsiteX64-1935" fmla="*/ 3777022 w 6884912"/>
              <a:gd name="connsiteY64-1936" fmla="*/ 200276 h 1161397"/>
              <a:gd name="connsiteX65-1937" fmla="*/ 3791246 w 6884912"/>
              <a:gd name="connsiteY65-1938" fmla="*/ 189996 h 1161397"/>
              <a:gd name="connsiteX66-1939" fmla="*/ 3819864 w 6884912"/>
              <a:gd name="connsiteY66-1940" fmla="*/ 194605 h 1161397"/>
              <a:gd name="connsiteX67-1941" fmla="*/ 3830398 w 6884912"/>
              <a:gd name="connsiteY67-1942" fmla="*/ 188383 h 1161397"/>
              <a:gd name="connsiteX68-1943" fmla="*/ 3834360 w 6884912"/>
              <a:gd name="connsiteY68-1944" fmla="*/ 188992 h 1161397"/>
              <a:gd name="connsiteX69-1945" fmla="*/ 3843715 w 6884912"/>
              <a:gd name="connsiteY69-1946" fmla="*/ 188752 h 1161397"/>
              <a:gd name="connsiteX70-1947" fmla="*/ 3842609 w 6884912"/>
              <a:gd name="connsiteY70-1948" fmla="*/ 197386 h 1161397"/>
              <a:gd name="connsiteX71-1949" fmla="*/ 3853961 w 6884912"/>
              <a:gd name="connsiteY71-1950" fmla="*/ 213380 h 1161397"/>
              <a:gd name="connsiteX72-1951" fmla="*/ 3907640 w 6884912"/>
              <a:gd name="connsiteY72-1952" fmla="*/ 207568 h 1161397"/>
              <a:gd name="connsiteX73-1953" fmla="*/ 3910449 w 6884912"/>
              <a:gd name="connsiteY73-1954" fmla="*/ 197808 h 1161397"/>
              <a:gd name="connsiteX74-1955" fmla="*/ 3917197 w 6884912"/>
              <a:gd name="connsiteY74-1956" fmla="*/ 196121 h 1161397"/>
              <a:gd name="connsiteX75-1957" fmla="*/ 3922400 w 6884912"/>
              <a:gd name="connsiteY75-1958" fmla="*/ 205056 h 1161397"/>
              <a:gd name="connsiteX76-1959" fmla="*/ 4013061 w 6884912"/>
              <a:gd name="connsiteY76-1960" fmla="*/ 224874 h 1161397"/>
              <a:gd name="connsiteX77-1961" fmla="*/ 4134285 w 6884912"/>
              <a:gd name="connsiteY77-1962" fmla="*/ 235592 h 1161397"/>
              <a:gd name="connsiteX78-1963" fmla="*/ 4220717 w 6884912"/>
              <a:gd name="connsiteY78-1964" fmla="*/ 192946 h 1161397"/>
              <a:gd name="connsiteX79-1965" fmla="*/ 4228802 w 6884912"/>
              <a:gd name="connsiteY79-1966" fmla="*/ 201468 h 1161397"/>
              <a:gd name="connsiteX80-1967" fmla="*/ 4289361 w 6884912"/>
              <a:gd name="connsiteY80-1968" fmla="*/ 196642 h 1161397"/>
              <a:gd name="connsiteX81-1969" fmla="*/ 4498913 w 6884912"/>
              <a:gd name="connsiteY81-1970" fmla="*/ 118915 h 1161397"/>
              <a:gd name="connsiteX82-1971" fmla="*/ 4617330 w 6884912"/>
              <a:gd name="connsiteY82-1972" fmla="*/ 111163 h 1161397"/>
              <a:gd name="connsiteX83-1973" fmla="*/ 4659778 w 6884912"/>
              <a:gd name="connsiteY83-1974" fmla="*/ 118219 h 1161397"/>
              <a:gd name="connsiteX84-1975" fmla="*/ 4730870 w 6884912"/>
              <a:gd name="connsiteY84-1976" fmla="*/ 129432 h 1161397"/>
              <a:gd name="connsiteX85-1977" fmla="*/ 4785037 w 6884912"/>
              <a:gd name="connsiteY85-1978" fmla="*/ 161964 h 1161397"/>
              <a:gd name="connsiteX86-1979" fmla="*/ 4844073 w 6884912"/>
              <a:gd name="connsiteY86-1980" fmla="*/ 161768 h 1161397"/>
              <a:gd name="connsiteX87-1981" fmla="*/ 4856454 w 6884912"/>
              <a:gd name="connsiteY87-1982" fmla="*/ 130488 h 1161397"/>
              <a:gd name="connsiteX88-1983" fmla="*/ 4920038 w 6884912"/>
              <a:gd name="connsiteY88-1984" fmla="*/ 140418 h 1161397"/>
              <a:gd name="connsiteX89-1985" fmla="*/ 5016639 w 6884912"/>
              <a:gd name="connsiteY89-1986" fmla="*/ 158905 h 1161397"/>
              <a:gd name="connsiteX90-1987" fmla="*/ 5072009 w 6884912"/>
              <a:gd name="connsiteY90-1988" fmla="*/ 161502 h 1161397"/>
              <a:gd name="connsiteX91-1989" fmla="*/ 5223626 w 6884912"/>
              <a:gd name="connsiteY91-1990" fmla="*/ 177356 h 1161397"/>
              <a:gd name="connsiteX92-1991" fmla="*/ 5375773 w 6884912"/>
              <a:gd name="connsiteY92-1992" fmla="*/ 199913 h 1161397"/>
              <a:gd name="connsiteX93-1993" fmla="*/ 5467502 w 6884912"/>
              <a:gd name="connsiteY93-1994" fmla="*/ 250963 h 1161397"/>
              <a:gd name="connsiteX94-1995" fmla="*/ 5592395 w 6884912"/>
              <a:gd name="connsiteY94-1996" fmla="*/ 265434 h 1161397"/>
              <a:gd name="connsiteX95-1997" fmla="*/ 5613532 w 6884912"/>
              <a:gd name="connsiteY95-1998" fmla="*/ 273379 h 1161397"/>
              <a:gd name="connsiteX96-1999" fmla="*/ 5642173 w 6884912"/>
              <a:gd name="connsiteY96-2000" fmla="*/ 266904 h 1161397"/>
              <a:gd name="connsiteX97-2001" fmla="*/ 5756910 w 6884912"/>
              <a:gd name="connsiteY97-2002" fmla="*/ 239211 h 1161397"/>
              <a:gd name="connsiteX98-2003" fmla="*/ 5846667 w 6884912"/>
              <a:gd name="connsiteY98-2004" fmla="*/ 201786 h 1161397"/>
              <a:gd name="connsiteX99-2005" fmla="*/ 5960732 w 6884912"/>
              <a:gd name="connsiteY99-2006" fmla="*/ 220708 h 1161397"/>
              <a:gd name="connsiteX100-2007" fmla="*/ 6029542 w 6884912"/>
              <a:gd name="connsiteY100-2008" fmla="*/ 210339 h 1161397"/>
              <a:gd name="connsiteX101-2009" fmla="*/ 6141123 w 6884912"/>
              <a:gd name="connsiteY101-2010" fmla="*/ 159923 h 1161397"/>
              <a:gd name="connsiteX102-2011" fmla="*/ 6290640 w 6884912"/>
              <a:gd name="connsiteY102-2012" fmla="*/ 167441 h 1161397"/>
              <a:gd name="connsiteX103-2013" fmla="*/ 6322806 w 6884912"/>
              <a:gd name="connsiteY103-2014" fmla="*/ 213293 h 1161397"/>
              <a:gd name="connsiteX104-2015" fmla="*/ 6364914 w 6884912"/>
              <a:gd name="connsiteY104-2016" fmla="*/ 240140 h 1161397"/>
              <a:gd name="connsiteX105-2017" fmla="*/ 6380420 w 6884912"/>
              <a:gd name="connsiteY105-2018" fmla="*/ 173195 h 1161397"/>
              <a:gd name="connsiteX106-2019" fmla="*/ 6507891 w 6884912"/>
              <a:gd name="connsiteY106-2020" fmla="*/ 118474 h 1161397"/>
              <a:gd name="connsiteX107-2021" fmla="*/ 6571807 w 6884912"/>
              <a:gd name="connsiteY107-2022" fmla="*/ 98636 h 1161397"/>
              <a:gd name="connsiteX108-2023" fmla="*/ 6671880 w 6884912"/>
              <a:gd name="connsiteY108-2024" fmla="*/ 82931 h 1161397"/>
              <a:gd name="connsiteX109-2025" fmla="*/ 6702266 w 6884912"/>
              <a:gd name="connsiteY109-2026" fmla="*/ 75470 h 1161397"/>
              <a:gd name="connsiteX110-2027" fmla="*/ 6845802 w 6884912"/>
              <a:gd name="connsiteY110-2028" fmla="*/ 24496 h 1161397"/>
              <a:gd name="connsiteX111-2029" fmla="*/ 6884912 w 6884912"/>
              <a:gd name="connsiteY111-2030" fmla="*/ 0 h 1161397"/>
              <a:gd name="connsiteX0-2031" fmla="*/ 6884912 w 6884912"/>
              <a:gd name="connsiteY0-2032" fmla="*/ 0 h 1161397"/>
              <a:gd name="connsiteX1-2033" fmla="*/ 6884912 w 6884912"/>
              <a:gd name="connsiteY1-2034" fmla="*/ 1161397 h 1161397"/>
              <a:gd name="connsiteX2-2035" fmla="*/ 0 w 6884912"/>
              <a:gd name="connsiteY2-2036" fmla="*/ 1161397 h 1161397"/>
              <a:gd name="connsiteX3-2037" fmla="*/ 27135 w 6884912"/>
              <a:gd name="connsiteY3-2038" fmla="*/ 1147460 h 1161397"/>
              <a:gd name="connsiteX4-2039" fmla="*/ 115388 w 6884912"/>
              <a:gd name="connsiteY4-2040" fmla="*/ 1159043 h 1161397"/>
              <a:gd name="connsiteX5-2041" fmla="*/ 119094 w 6884912"/>
              <a:gd name="connsiteY5-2042" fmla="*/ 1148463 h 1161397"/>
              <a:gd name="connsiteX6-2043" fmla="*/ 171824 w 6884912"/>
              <a:gd name="connsiteY6-2044" fmla="*/ 1133224 h 1161397"/>
              <a:gd name="connsiteX7-2045" fmla="*/ 376455 w 6884912"/>
              <a:gd name="connsiteY7-2046" fmla="*/ 1137381 h 1161397"/>
              <a:gd name="connsiteX8-2047" fmla="*/ 478946 w 6884912"/>
              <a:gd name="connsiteY8-2048" fmla="*/ 1106011 h 1161397"/>
              <a:gd name="connsiteX9-2049" fmla="*/ 512111 w 6884912"/>
              <a:gd name="connsiteY9-2050" fmla="*/ 1085599 h 1161397"/>
              <a:gd name="connsiteX10-2051" fmla="*/ 567875 w 6884912"/>
              <a:gd name="connsiteY10-2052" fmla="*/ 1051976 h 1161397"/>
              <a:gd name="connsiteX11-2053" fmla="*/ 601644 w 6884912"/>
              <a:gd name="connsiteY11-2054" fmla="*/ 1003997 h 1161397"/>
              <a:gd name="connsiteX12-2055" fmla="*/ 651408 w 6884912"/>
              <a:gd name="connsiteY12-2056" fmla="*/ 984938 h 1161397"/>
              <a:gd name="connsiteX13-2057" fmla="*/ 673197 w 6884912"/>
              <a:gd name="connsiteY13-2058" fmla="*/ 1010060 h 1161397"/>
              <a:gd name="connsiteX14-2059" fmla="*/ 723108 w 6884912"/>
              <a:gd name="connsiteY14-2060" fmla="*/ 980081 h 1161397"/>
              <a:gd name="connsiteX15-2061" fmla="*/ 797699 w 6884912"/>
              <a:gd name="connsiteY15-2062" fmla="*/ 931362 h 1161397"/>
              <a:gd name="connsiteX16-2063" fmla="*/ 843359 w 6884912"/>
              <a:gd name="connsiteY16-2064" fmla="*/ 910894 h 1161397"/>
              <a:gd name="connsiteX17-2065" fmla="*/ 965215 w 6884912"/>
              <a:gd name="connsiteY17-2066" fmla="*/ 846701 h 1161397"/>
              <a:gd name="connsiteX18-2067" fmla="*/ 1085080 w 6884912"/>
              <a:gd name="connsiteY18-2068" fmla="*/ 776086 h 1161397"/>
              <a:gd name="connsiteX19-2069" fmla="*/ 1124901 w 6884912"/>
              <a:gd name="connsiteY19-2070" fmla="*/ 717624 h 1161397"/>
              <a:gd name="connsiteX20-2071" fmla="*/ 1158800 w 6884912"/>
              <a:gd name="connsiteY20-2072" fmla="*/ 700004 h 1161397"/>
              <a:gd name="connsiteX21-2073" fmla="*/ 1166947 w 6884912"/>
              <a:gd name="connsiteY21-2074" fmla="*/ 700762 h 1161397"/>
              <a:gd name="connsiteX22-2075" fmla="*/ 1178135 w 6884912"/>
              <a:gd name="connsiteY22-2076" fmla="*/ 698631 h 1161397"/>
              <a:gd name="connsiteX23-2077" fmla="*/ 1178301 w 6884912"/>
              <a:gd name="connsiteY23-2078" fmla="*/ 698094 h 1161397"/>
              <a:gd name="connsiteX24-2079" fmla="*/ 1188995 w 6884912"/>
              <a:gd name="connsiteY24-2080" fmla="*/ 697048 h 1161397"/>
              <a:gd name="connsiteX25-2081" fmla="*/ 1242716 w 6884912"/>
              <a:gd name="connsiteY25-2082" fmla="*/ 698052 h 1161397"/>
              <a:gd name="connsiteX26-2083" fmla="*/ 1299977 w 6884912"/>
              <a:gd name="connsiteY26-2084" fmla="*/ 639196 h 1161397"/>
              <a:gd name="connsiteX27-2085" fmla="*/ 1326190 w 6884912"/>
              <a:gd name="connsiteY27-2086" fmla="*/ 625955 h 1161397"/>
              <a:gd name="connsiteX28-2087" fmla="*/ 1339600 w 6884912"/>
              <a:gd name="connsiteY28-2088" fmla="*/ 616295 h 1161397"/>
              <a:gd name="connsiteX29-2089" fmla="*/ 1340054 w 6884912"/>
              <a:gd name="connsiteY29-2090" fmla="*/ 614022 h 1161397"/>
              <a:gd name="connsiteX30-2091" fmla="*/ 1391606 w 6884912"/>
              <a:gd name="connsiteY30-2092" fmla="*/ 615229 h 1161397"/>
              <a:gd name="connsiteX31-2093" fmla="*/ 1397565 w 6884912"/>
              <a:gd name="connsiteY31-2094" fmla="*/ 611490 h 1161397"/>
              <a:gd name="connsiteX32-2095" fmla="*/ 1432302 w 6884912"/>
              <a:gd name="connsiteY32-2096" fmla="*/ 617267 h 1161397"/>
              <a:gd name="connsiteX33-2097" fmla="*/ 1449644 w 6884912"/>
              <a:gd name="connsiteY33-2098" fmla="*/ 617591 h 1161397"/>
              <a:gd name="connsiteX34-2099" fmla="*/ 1455793 w 6884912"/>
              <a:gd name="connsiteY34-2100" fmla="*/ 623174 h 1161397"/>
              <a:gd name="connsiteX35-2101" fmla="*/ 1480758 w 6884912"/>
              <a:gd name="connsiteY35-2102" fmla="*/ 620863 h 1161397"/>
              <a:gd name="connsiteX36-2103" fmla="*/ 1483154 w 6884912"/>
              <a:gd name="connsiteY36-2104" fmla="*/ 618527 h 1161397"/>
              <a:gd name="connsiteX37-2105" fmla="*/ 1505495 w 6884912"/>
              <a:gd name="connsiteY37-2106" fmla="*/ 624325 h 1161397"/>
              <a:gd name="connsiteX38-2107" fmla="*/ 1589566 w 6884912"/>
              <a:gd name="connsiteY38-2108" fmla="*/ 621301 h 1161397"/>
              <a:gd name="connsiteX39-2109" fmla="*/ 1731986 w 6884912"/>
              <a:gd name="connsiteY39-2110" fmla="*/ 589682 h 1161397"/>
              <a:gd name="connsiteX40-2111" fmla="*/ 1927935 w 6884912"/>
              <a:gd name="connsiteY40-2112" fmla="*/ 622808 h 1161397"/>
              <a:gd name="connsiteX41-2113" fmla="*/ 2066980 w 6884912"/>
              <a:gd name="connsiteY41-2114" fmla="*/ 550413 h 1161397"/>
              <a:gd name="connsiteX42-2115" fmla="*/ 2317462 w 6884912"/>
              <a:gd name="connsiteY42-2116" fmla="*/ 519603 h 1161397"/>
              <a:gd name="connsiteX43-2117" fmla="*/ 2420791 w 6884912"/>
              <a:gd name="connsiteY43-2118" fmla="*/ 492826 h 1161397"/>
              <a:gd name="connsiteX44-2119" fmla="*/ 2489932 w 6884912"/>
              <a:gd name="connsiteY44-2120" fmla="*/ 507864 h 1161397"/>
              <a:gd name="connsiteX45-2121" fmla="*/ 2512917 w 6884912"/>
              <a:gd name="connsiteY45-2122" fmla="*/ 489127 h 1161397"/>
              <a:gd name="connsiteX46-2123" fmla="*/ 2516783 w 6884912"/>
              <a:gd name="connsiteY46-2124" fmla="*/ 485473 h 1161397"/>
              <a:gd name="connsiteX47-2125" fmla="*/ 2534360 w 6884912"/>
              <a:gd name="connsiteY47-2126" fmla="*/ 480064 h 1161397"/>
              <a:gd name="connsiteX48-2127" fmla="*/ 2536691 w 6884912"/>
              <a:gd name="connsiteY48-2128" fmla="*/ 467018 h 1161397"/>
              <a:gd name="connsiteX49-2129" fmla="*/ 2561265 w 6884912"/>
              <a:gd name="connsiteY49-2130" fmla="*/ 450623 h 1161397"/>
              <a:gd name="connsiteX50-2131" fmla="*/ 2594349 w 6884912"/>
              <a:gd name="connsiteY50-2132" fmla="*/ 443884 h 1161397"/>
              <a:gd name="connsiteX51-2133" fmla="*/ 2754324 w 6884912"/>
              <a:gd name="connsiteY51-2134" fmla="*/ 424766 h 1161397"/>
              <a:gd name="connsiteX52-2135" fmla="*/ 2848470 w 6884912"/>
              <a:gd name="connsiteY52-2136" fmla="*/ 405966 h 1161397"/>
              <a:gd name="connsiteX53-2137" fmla="*/ 2881772 w 6884912"/>
              <a:gd name="connsiteY53-2138" fmla="*/ 387260 h 1161397"/>
              <a:gd name="connsiteX54-2139" fmla="*/ 2929932 w 6884912"/>
              <a:gd name="connsiteY54-2140" fmla="*/ 368912 h 1161397"/>
              <a:gd name="connsiteX55-2141" fmla="*/ 3013020 w 6884912"/>
              <a:gd name="connsiteY55-2142" fmla="*/ 327578 h 1161397"/>
              <a:gd name="connsiteX56-2143" fmla="*/ 3127968 w 6884912"/>
              <a:gd name="connsiteY56-2144" fmla="*/ 287613 h 1161397"/>
              <a:gd name="connsiteX57-2145" fmla="*/ 3222191 w 6884912"/>
              <a:gd name="connsiteY57-2146" fmla="*/ 307887 h 1161397"/>
              <a:gd name="connsiteX58-2147" fmla="*/ 3227953 w 6884912"/>
              <a:gd name="connsiteY58-2148" fmla="*/ 297650 h 1161397"/>
              <a:gd name="connsiteX59-2149" fmla="*/ 3287859 w 6884912"/>
              <a:gd name="connsiteY59-2150" fmla="*/ 287558 h 1161397"/>
              <a:gd name="connsiteX60-2151" fmla="*/ 3510042 w 6884912"/>
              <a:gd name="connsiteY60-2152" fmla="*/ 311820 h 1161397"/>
              <a:gd name="connsiteX61-2153" fmla="*/ 3626773 w 6884912"/>
              <a:gd name="connsiteY61-2154" fmla="*/ 290452 h 1161397"/>
              <a:gd name="connsiteX62-2155" fmla="*/ 3666217 w 6884912"/>
              <a:gd name="connsiteY62-2156" fmla="*/ 273255 h 1161397"/>
              <a:gd name="connsiteX63-2157" fmla="*/ 3732427 w 6884912"/>
              <a:gd name="connsiteY63-2158" fmla="*/ 245039 h 1161397"/>
              <a:gd name="connsiteX64-2159" fmla="*/ 3777022 w 6884912"/>
              <a:gd name="connsiteY64-2160" fmla="*/ 200276 h 1161397"/>
              <a:gd name="connsiteX65-2161" fmla="*/ 3791246 w 6884912"/>
              <a:gd name="connsiteY65-2162" fmla="*/ 189996 h 1161397"/>
              <a:gd name="connsiteX66-2163" fmla="*/ 3819864 w 6884912"/>
              <a:gd name="connsiteY66-2164" fmla="*/ 194605 h 1161397"/>
              <a:gd name="connsiteX67-2165" fmla="*/ 3830398 w 6884912"/>
              <a:gd name="connsiteY67-2166" fmla="*/ 188383 h 1161397"/>
              <a:gd name="connsiteX68-2167" fmla="*/ 3834360 w 6884912"/>
              <a:gd name="connsiteY68-2168" fmla="*/ 188992 h 1161397"/>
              <a:gd name="connsiteX69-2169" fmla="*/ 3843715 w 6884912"/>
              <a:gd name="connsiteY69-2170" fmla="*/ 188752 h 1161397"/>
              <a:gd name="connsiteX70-2171" fmla="*/ 3842609 w 6884912"/>
              <a:gd name="connsiteY70-2172" fmla="*/ 197386 h 1161397"/>
              <a:gd name="connsiteX71-2173" fmla="*/ 3853961 w 6884912"/>
              <a:gd name="connsiteY71-2174" fmla="*/ 213380 h 1161397"/>
              <a:gd name="connsiteX72-2175" fmla="*/ 3907640 w 6884912"/>
              <a:gd name="connsiteY72-2176" fmla="*/ 207568 h 1161397"/>
              <a:gd name="connsiteX73-2177" fmla="*/ 3910449 w 6884912"/>
              <a:gd name="connsiteY73-2178" fmla="*/ 197808 h 1161397"/>
              <a:gd name="connsiteX74-2179" fmla="*/ 3917197 w 6884912"/>
              <a:gd name="connsiteY74-2180" fmla="*/ 196121 h 1161397"/>
              <a:gd name="connsiteX75-2181" fmla="*/ 3922400 w 6884912"/>
              <a:gd name="connsiteY75-2182" fmla="*/ 205056 h 1161397"/>
              <a:gd name="connsiteX76-2183" fmla="*/ 4013061 w 6884912"/>
              <a:gd name="connsiteY76-2184" fmla="*/ 224874 h 1161397"/>
              <a:gd name="connsiteX77-2185" fmla="*/ 4134285 w 6884912"/>
              <a:gd name="connsiteY77-2186" fmla="*/ 235592 h 1161397"/>
              <a:gd name="connsiteX78-2187" fmla="*/ 4220717 w 6884912"/>
              <a:gd name="connsiteY78-2188" fmla="*/ 192946 h 1161397"/>
              <a:gd name="connsiteX79-2189" fmla="*/ 4228802 w 6884912"/>
              <a:gd name="connsiteY79-2190" fmla="*/ 201468 h 1161397"/>
              <a:gd name="connsiteX80-2191" fmla="*/ 4289361 w 6884912"/>
              <a:gd name="connsiteY80-2192" fmla="*/ 196642 h 1161397"/>
              <a:gd name="connsiteX81-2193" fmla="*/ 4498913 w 6884912"/>
              <a:gd name="connsiteY81-2194" fmla="*/ 118915 h 1161397"/>
              <a:gd name="connsiteX82-2195" fmla="*/ 4617330 w 6884912"/>
              <a:gd name="connsiteY82-2196" fmla="*/ 111163 h 1161397"/>
              <a:gd name="connsiteX83-2197" fmla="*/ 4659778 w 6884912"/>
              <a:gd name="connsiteY83-2198" fmla="*/ 118219 h 1161397"/>
              <a:gd name="connsiteX84-2199" fmla="*/ 4730870 w 6884912"/>
              <a:gd name="connsiteY84-2200" fmla="*/ 129432 h 1161397"/>
              <a:gd name="connsiteX85-2201" fmla="*/ 4785037 w 6884912"/>
              <a:gd name="connsiteY85-2202" fmla="*/ 161964 h 1161397"/>
              <a:gd name="connsiteX86-2203" fmla="*/ 4844073 w 6884912"/>
              <a:gd name="connsiteY86-2204" fmla="*/ 161768 h 1161397"/>
              <a:gd name="connsiteX87-2205" fmla="*/ 4856454 w 6884912"/>
              <a:gd name="connsiteY87-2206" fmla="*/ 130488 h 1161397"/>
              <a:gd name="connsiteX88-2207" fmla="*/ 4920038 w 6884912"/>
              <a:gd name="connsiteY88-2208" fmla="*/ 140418 h 1161397"/>
              <a:gd name="connsiteX89-2209" fmla="*/ 5016639 w 6884912"/>
              <a:gd name="connsiteY89-2210" fmla="*/ 158905 h 1161397"/>
              <a:gd name="connsiteX90-2211" fmla="*/ 5072009 w 6884912"/>
              <a:gd name="connsiteY90-2212" fmla="*/ 161502 h 1161397"/>
              <a:gd name="connsiteX91-2213" fmla="*/ 5223626 w 6884912"/>
              <a:gd name="connsiteY91-2214" fmla="*/ 177356 h 1161397"/>
              <a:gd name="connsiteX92-2215" fmla="*/ 5375773 w 6884912"/>
              <a:gd name="connsiteY92-2216" fmla="*/ 199913 h 1161397"/>
              <a:gd name="connsiteX93-2217" fmla="*/ 5467502 w 6884912"/>
              <a:gd name="connsiteY93-2218" fmla="*/ 250963 h 1161397"/>
              <a:gd name="connsiteX94-2219" fmla="*/ 5592395 w 6884912"/>
              <a:gd name="connsiteY94-2220" fmla="*/ 265434 h 1161397"/>
              <a:gd name="connsiteX95-2221" fmla="*/ 5613532 w 6884912"/>
              <a:gd name="connsiteY95-2222" fmla="*/ 273379 h 1161397"/>
              <a:gd name="connsiteX96-2223" fmla="*/ 5642173 w 6884912"/>
              <a:gd name="connsiteY96-2224" fmla="*/ 266904 h 1161397"/>
              <a:gd name="connsiteX97-2225" fmla="*/ 5756910 w 6884912"/>
              <a:gd name="connsiteY97-2226" fmla="*/ 239211 h 1161397"/>
              <a:gd name="connsiteX98-2227" fmla="*/ 5846667 w 6884912"/>
              <a:gd name="connsiteY98-2228" fmla="*/ 201786 h 1161397"/>
              <a:gd name="connsiteX99-2229" fmla="*/ 5960732 w 6884912"/>
              <a:gd name="connsiteY99-2230" fmla="*/ 220708 h 1161397"/>
              <a:gd name="connsiteX100-2231" fmla="*/ 6029542 w 6884912"/>
              <a:gd name="connsiteY100-2232" fmla="*/ 210339 h 1161397"/>
              <a:gd name="connsiteX101-2233" fmla="*/ 6141123 w 6884912"/>
              <a:gd name="connsiteY101-2234" fmla="*/ 159923 h 1161397"/>
              <a:gd name="connsiteX102-2235" fmla="*/ 6290640 w 6884912"/>
              <a:gd name="connsiteY102-2236" fmla="*/ 167441 h 1161397"/>
              <a:gd name="connsiteX103-2237" fmla="*/ 6322806 w 6884912"/>
              <a:gd name="connsiteY103-2238" fmla="*/ 213293 h 1161397"/>
              <a:gd name="connsiteX104-2239" fmla="*/ 6380420 w 6884912"/>
              <a:gd name="connsiteY104-2240" fmla="*/ 173195 h 1161397"/>
              <a:gd name="connsiteX105-2241" fmla="*/ 6507891 w 6884912"/>
              <a:gd name="connsiteY105-2242" fmla="*/ 118474 h 1161397"/>
              <a:gd name="connsiteX106-2243" fmla="*/ 6571807 w 6884912"/>
              <a:gd name="connsiteY106-2244" fmla="*/ 98636 h 1161397"/>
              <a:gd name="connsiteX107-2245" fmla="*/ 6671880 w 6884912"/>
              <a:gd name="connsiteY107-2246" fmla="*/ 82931 h 1161397"/>
              <a:gd name="connsiteX108-2247" fmla="*/ 6702266 w 6884912"/>
              <a:gd name="connsiteY108-2248" fmla="*/ 75470 h 1161397"/>
              <a:gd name="connsiteX109-2249" fmla="*/ 6845802 w 6884912"/>
              <a:gd name="connsiteY109-2250" fmla="*/ 24496 h 1161397"/>
              <a:gd name="connsiteX110-2251" fmla="*/ 6884912 w 6884912"/>
              <a:gd name="connsiteY110-2252" fmla="*/ 0 h 1161397"/>
              <a:gd name="connsiteX0-2253" fmla="*/ 6884912 w 6884912"/>
              <a:gd name="connsiteY0-2254" fmla="*/ 0 h 1161397"/>
              <a:gd name="connsiteX1-2255" fmla="*/ 6884912 w 6884912"/>
              <a:gd name="connsiteY1-2256" fmla="*/ 1161397 h 1161397"/>
              <a:gd name="connsiteX2-2257" fmla="*/ 0 w 6884912"/>
              <a:gd name="connsiteY2-2258" fmla="*/ 1161397 h 1161397"/>
              <a:gd name="connsiteX3-2259" fmla="*/ 27135 w 6884912"/>
              <a:gd name="connsiteY3-2260" fmla="*/ 1147460 h 1161397"/>
              <a:gd name="connsiteX4-2261" fmla="*/ 115388 w 6884912"/>
              <a:gd name="connsiteY4-2262" fmla="*/ 1159043 h 1161397"/>
              <a:gd name="connsiteX5-2263" fmla="*/ 119094 w 6884912"/>
              <a:gd name="connsiteY5-2264" fmla="*/ 1148463 h 1161397"/>
              <a:gd name="connsiteX6-2265" fmla="*/ 171824 w 6884912"/>
              <a:gd name="connsiteY6-2266" fmla="*/ 1133224 h 1161397"/>
              <a:gd name="connsiteX7-2267" fmla="*/ 376455 w 6884912"/>
              <a:gd name="connsiteY7-2268" fmla="*/ 1137381 h 1161397"/>
              <a:gd name="connsiteX8-2269" fmla="*/ 478946 w 6884912"/>
              <a:gd name="connsiteY8-2270" fmla="*/ 1106011 h 1161397"/>
              <a:gd name="connsiteX9-2271" fmla="*/ 512111 w 6884912"/>
              <a:gd name="connsiteY9-2272" fmla="*/ 1085599 h 1161397"/>
              <a:gd name="connsiteX10-2273" fmla="*/ 567875 w 6884912"/>
              <a:gd name="connsiteY10-2274" fmla="*/ 1051976 h 1161397"/>
              <a:gd name="connsiteX11-2275" fmla="*/ 601644 w 6884912"/>
              <a:gd name="connsiteY11-2276" fmla="*/ 1003997 h 1161397"/>
              <a:gd name="connsiteX12-2277" fmla="*/ 651408 w 6884912"/>
              <a:gd name="connsiteY12-2278" fmla="*/ 984938 h 1161397"/>
              <a:gd name="connsiteX13-2279" fmla="*/ 673197 w 6884912"/>
              <a:gd name="connsiteY13-2280" fmla="*/ 1010060 h 1161397"/>
              <a:gd name="connsiteX14-2281" fmla="*/ 723108 w 6884912"/>
              <a:gd name="connsiteY14-2282" fmla="*/ 980081 h 1161397"/>
              <a:gd name="connsiteX15-2283" fmla="*/ 797699 w 6884912"/>
              <a:gd name="connsiteY15-2284" fmla="*/ 931362 h 1161397"/>
              <a:gd name="connsiteX16-2285" fmla="*/ 843359 w 6884912"/>
              <a:gd name="connsiteY16-2286" fmla="*/ 910894 h 1161397"/>
              <a:gd name="connsiteX17-2287" fmla="*/ 965215 w 6884912"/>
              <a:gd name="connsiteY17-2288" fmla="*/ 846701 h 1161397"/>
              <a:gd name="connsiteX18-2289" fmla="*/ 1085080 w 6884912"/>
              <a:gd name="connsiteY18-2290" fmla="*/ 776086 h 1161397"/>
              <a:gd name="connsiteX19-2291" fmla="*/ 1124901 w 6884912"/>
              <a:gd name="connsiteY19-2292" fmla="*/ 717624 h 1161397"/>
              <a:gd name="connsiteX20-2293" fmla="*/ 1158800 w 6884912"/>
              <a:gd name="connsiteY20-2294" fmla="*/ 700004 h 1161397"/>
              <a:gd name="connsiteX21-2295" fmla="*/ 1166947 w 6884912"/>
              <a:gd name="connsiteY21-2296" fmla="*/ 700762 h 1161397"/>
              <a:gd name="connsiteX22-2297" fmla="*/ 1178135 w 6884912"/>
              <a:gd name="connsiteY22-2298" fmla="*/ 698631 h 1161397"/>
              <a:gd name="connsiteX23-2299" fmla="*/ 1178301 w 6884912"/>
              <a:gd name="connsiteY23-2300" fmla="*/ 698094 h 1161397"/>
              <a:gd name="connsiteX24-2301" fmla="*/ 1188995 w 6884912"/>
              <a:gd name="connsiteY24-2302" fmla="*/ 697048 h 1161397"/>
              <a:gd name="connsiteX25-2303" fmla="*/ 1242716 w 6884912"/>
              <a:gd name="connsiteY25-2304" fmla="*/ 698052 h 1161397"/>
              <a:gd name="connsiteX26-2305" fmla="*/ 1299977 w 6884912"/>
              <a:gd name="connsiteY26-2306" fmla="*/ 639196 h 1161397"/>
              <a:gd name="connsiteX27-2307" fmla="*/ 1326190 w 6884912"/>
              <a:gd name="connsiteY27-2308" fmla="*/ 625955 h 1161397"/>
              <a:gd name="connsiteX28-2309" fmla="*/ 1339600 w 6884912"/>
              <a:gd name="connsiteY28-2310" fmla="*/ 616295 h 1161397"/>
              <a:gd name="connsiteX29-2311" fmla="*/ 1340054 w 6884912"/>
              <a:gd name="connsiteY29-2312" fmla="*/ 614022 h 1161397"/>
              <a:gd name="connsiteX30-2313" fmla="*/ 1391606 w 6884912"/>
              <a:gd name="connsiteY30-2314" fmla="*/ 615229 h 1161397"/>
              <a:gd name="connsiteX31-2315" fmla="*/ 1397565 w 6884912"/>
              <a:gd name="connsiteY31-2316" fmla="*/ 611490 h 1161397"/>
              <a:gd name="connsiteX32-2317" fmla="*/ 1432302 w 6884912"/>
              <a:gd name="connsiteY32-2318" fmla="*/ 617267 h 1161397"/>
              <a:gd name="connsiteX33-2319" fmla="*/ 1449644 w 6884912"/>
              <a:gd name="connsiteY33-2320" fmla="*/ 617591 h 1161397"/>
              <a:gd name="connsiteX34-2321" fmla="*/ 1455793 w 6884912"/>
              <a:gd name="connsiteY34-2322" fmla="*/ 623174 h 1161397"/>
              <a:gd name="connsiteX35-2323" fmla="*/ 1480758 w 6884912"/>
              <a:gd name="connsiteY35-2324" fmla="*/ 620863 h 1161397"/>
              <a:gd name="connsiteX36-2325" fmla="*/ 1483154 w 6884912"/>
              <a:gd name="connsiteY36-2326" fmla="*/ 618527 h 1161397"/>
              <a:gd name="connsiteX37-2327" fmla="*/ 1505495 w 6884912"/>
              <a:gd name="connsiteY37-2328" fmla="*/ 624325 h 1161397"/>
              <a:gd name="connsiteX38-2329" fmla="*/ 1589566 w 6884912"/>
              <a:gd name="connsiteY38-2330" fmla="*/ 621301 h 1161397"/>
              <a:gd name="connsiteX39-2331" fmla="*/ 1731986 w 6884912"/>
              <a:gd name="connsiteY39-2332" fmla="*/ 589682 h 1161397"/>
              <a:gd name="connsiteX40-2333" fmla="*/ 1927935 w 6884912"/>
              <a:gd name="connsiteY40-2334" fmla="*/ 622808 h 1161397"/>
              <a:gd name="connsiteX41-2335" fmla="*/ 2066980 w 6884912"/>
              <a:gd name="connsiteY41-2336" fmla="*/ 550413 h 1161397"/>
              <a:gd name="connsiteX42-2337" fmla="*/ 2317462 w 6884912"/>
              <a:gd name="connsiteY42-2338" fmla="*/ 519603 h 1161397"/>
              <a:gd name="connsiteX43-2339" fmla="*/ 2420791 w 6884912"/>
              <a:gd name="connsiteY43-2340" fmla="*/ 492826 h 1161397"/>
              <a:gd name="connsiteX44-2341" fmla="*/ 2489932 w 6884912"/>
              <a:gd name="connsiteY44-2342" fmla="*/ 507864 h 1161397"/>
              <a:gd name="connsiteX45-2343" fmla="*/ 2512917 w 6884912"/>
              <a:gd name="connsiteY45-2344" fmla="*/ 489127 h 1161397"/>
              <a:gd name="connsiteX46-2345" fmla="*/ 2516783 w 6884912"/>
              <a:gd name="connsiteY46-2346" fmla="*/ 485473 h 1161397"/>
              <a:gd name="connsiteX47-2347" fmla="*/ 2534360 w 6884912"/>
              <a:gd name="connsiteY47-2348" fmla="*/ 480064 h 1161397"/>
              <a:gd name="connsiteX48-2349" fmla="*/ 2536691 w 6884912"/>
              <a:gd name="connsiteY48-2350" fmla="*/ 467018 h 1161397"/>
              <a:gd name="connsiteX49-2351" fmla="*/ 2561265 w 6884912"/>
              <a:gd name="connsiteY49-2352" fmla="*/ 450623 h 1161397"/>
              <a:gd name="connsiteX50-2353" fmla="*/ 2594349 w 6884912"/>
              <a:gd name="connsiteY50-2354" fmla="*/ 443884 h 1161397"/>
              <a:gd name="connsiteX51-2355" fmla="*/ 2754324 w 6884912"/>
              <a:gd name="connsiteY51-2356" fmla="*/ 424766 h 1161397"/>
              <a:gd name="connsiteX52-2357" fmla="*/ 2848470 w 6884912"/>
              <a:gd name="connsiteY52-2358" fmla="*/ 405966 h 1161397"/>
              <a:gd name="connsiteX53-2359" fmla="*/ 2881772 w 6884912"/>
              <a:gd name="connsiteY53-2360" fmla="*/ 387260 h 1161397"/>
              <a:gd name="connsiteX54-2361" fmla="*/ 2929932 w 6884912"/>
              <a:gd name="connsiteY54-2362" fmla="*/ 368912 h 1161397"/>
              <a:gd name="connsiteX55-2363" fmla="*/ 3013020 w 6884912"/>
              <a:gd name="connsiteY55-2364" fmla="*/ 327578 h 1161397"/>
              <a:gd name="connsiteX56-2365" fmla="*/ 3127968 w 6884912"/>
              <a:gd name="connsiteY56-2366" fmla="*/ 287613 h 1161397"/>
              <a:gd name="connsiteX57-2367" fmla="*/ 3222191 w 6884912"/>
              <a:gd name="connsiteY57-2368" fmla="*/ 307887 h 1161397"/>
              <a:gd name="connsiteX58-2369" fmla="*/ 3227953 w 6884912"/>
              <a:gd name="connsiteY58-2370" fmla="*/ 297650 h 1161397"/>
              <a:gd name="connsiteX59-2371" fmla="*/ 3287859 w 6884912"/>
              <a:gd name="connsiteY59-2372" fmla="*/ 287558 h 1161397"/>
              <a:gd name="connsiteX60-2373" fmla="*/ 3510042 w 6884912"/>
              <a:gd name="connsiteY60-2374" fmla="*/ 311820 h 1161397"/>
              <a:gd name="connsiteX61-2375" fmla="*/ 3626773 w 6884912"/>
              <a:gd name="connsiteY61-2376" fmla="*/ 290452 h 1161397"/>
              <a:gd name="connsiteX62-2377" fmla="*/ 3666217 w 6884912"/>
              <a:gd name="connsiteY62-2378" fmla="*/ 273255 h 1161397"/>
              <a:gd name="connsiteX63-2379" fmla="*/ 3732427 w 6884912"/>
              <a:gd name="connsiteY63-2380" fmla="*/ 245039 h 1161397"/>
              <a:gd name="connsiteX64-2381" fmla="*/ 3777022 w 6884912"/>
              <a:gd name="connsiteY64-2382" fmla="*/ 200276 h 1161397"/>
              <a:gd name="connsiteX65-2383" fmla="*/ 3791246 w 6884912"/>
              <a:gd name="connsiteY65-2384" fmla="*/ 189996 h 1161397"/>
              <a:gd name="connsiteX66-2385" fmla="*/ 3819864 w 6884912"/>
              <a:gd name="connsiteY66-2386" fmla="*/ 194605 h 1161397"/>
              <a:gd name="connsiteX67-2387" fmla="*/ 3830398 w 6884912"/>
              <a:gd name="connsiteY67-2388" fmla="*/ 188383 h 1161397"/>
              <a:gd name="connsiteX68-2389" fmla="*/ 3834360 w 6884912"/>
              <a:gd name="connsiteY68-2390" fmla="*/ 188992 h 1161397"/>
              <a:gd name="connsiteX69-2391" fmla="*/ 3843715 w 6884912"/>
              <a:gd name="connsiteY69-2392" fmla="*/ 188752 h 1161397"/>
              <a:gd name="connsiteX70-2393" fmla="*/ 3842609 w 6884912"/>
              <a:gd name="connsiteY70-2394" fmla="*/ 197386 h 1161397"/>
              <a:gd name="connsiteX71-2395" fmla="*/ 3853961 w 6884912"/>
              <a:gd name="connsiteY71-2396" fmla="*/ 213380 h 1161397"/>
              <a:gd name="connsiteX72-2397" fmla="*/ 3907640 w 6884912"/>
              <a:gd name="connsiteY72-2398" fmla="*/ 207568 h 1161397"/>
              <a:gd name="connsiteX73-2399" fmla="*/ 3910449 w 6884912"/>
              <a:gd name="connsiteY73-2400" fmla="*/ 197808 h 1161397"/>
              <a:gd name="connsiteX74-2401" fmla="*/ 3917197 w 6884912"/>
              <a:gd name="connsiteY74-2402" fmla="*/ 196121 h 1161397"/>
              <a:gd name="connsiteX75-2403" fmla="*/ 3922400 w 6884912"/>
              <a:gd name="connsiteY75-2404" fmla="*/ 205056 h 1161397"/>
              <a:gd name="connsiteX76-2405" fmla="*/ 4013061 w 6884912"/>
              <a:gd name="connsiteY76-2406" fmla="*/ 224874 h 1161397"/>
              <a:gd name="connsiteX77-2407" fmla="*/ 4134285 w 6884912"/>
              <a:gd name="connsiteY77-2408" fmla="*/ 235592 h 1161397"/>
              <a:gd name="connsiteX78-2409" fmla="*/ 4220717 w 6884912"/>
              <a:gd name="connsiteY78-2410" fmla="*/ 192946 h 1161397"/>
              <a:gd name="connsiteX79-2411" fmla="*/ 4228802 w 6884912"/>
              <a:gd name="connsiteY79-2412" fmla="*/ 201468 h 1161397"/>
              <a:gd name="connsiteX80-2413" fmla="*/ 4289361 w 6884912"/>
              <a:gd name="connsiteY80-2414" fmla="*/ 196642 h 1161397"/>
              <a:gd name="connsiteX81-2415" fmla="*/ 4498913 w 6884912"/>
              <a:gd name="connsiteY81-2416" fmla="*/ 118915 h 1161397"/>
              <a:gd name="connsiteX82-2417" fmla="*/ 4617330 w 6884912"/>
              <a:gd name="connsiteY82-2418" fmla="*/ 111163 h 1161397"/>
              <a:gd name="connsiteX83-2419" fmla="*/ 4659778 w 6884912"/>
              <a:gd name="connsiteY83-2420" fmla="*/ 118219 h 1161397"/>
              <a:gd name="connsiteX84-2421" fmla="*/ 4730870 w 6884912"/>
              <a:gd name="connsiteY84-2422" fmla="*/ 129432 h 1161397"/>
              <a:gd name="connsiteX85-2423" fmla="*/ 4785037 w 6884912"/>
              <a:gd name="connsiteY85-2424" fmla="*/ 161964 h 1161397"/>
              <a:gd name="connsiteX86-2425" fmla="*/ 4844073 w 6884912"/>
              <a:gd name="connsiteY86-2426" fmla="*/ 161768 h 1161397"/>
              <a:gd name="connsiteX87-2427" fmla="*/ 4856454 w 6884912"/>
              <a:gd name="connsiteY87-2428" fmla="*/ 130488 h 1161397"/>
              <a:gd name="connsiteX88-2429" fmla="*/ 4920038 w 6884912"/>
              <a:gd name="connsiteY88-2430" fmla="*/ 140418 h 1161397"/>
              <a:gd name="connsiteX89-2431" fmla="*/ 5016639 w 6884912"/>
              <a:gd name="connsiteY89-2432" fmla="*/ 158905 h 1161397"/>
              <a:gd name="connsiteX90-2433" fmla="*/ 5072009 w 6884912"/>
              <a:gd name="connsiteY90-2434" fmla="*/ 161502 h 1161397"/>
              <a:gd name="connsiteX91-2435" fmla="*/ 5223626 w 6884912"/>
              <a:gd name="connsiteY91-2436" fmla="*/ 177356 h 1161397"/>
              <a:gd name="connsiteX92-2437" fmla="*/ 5375773 w 6884912"/>
              <a:gd name="connsiteY92-2438" fmla="*/ 199913 h 1161397"/>
              <a:gd name="connsiteX93-2439" fmla="*/ 5467502 w 6884912"/>
              <a:gd name="connsiteY93-2440" fmla="*/ 250963 h 1161397"/>
              <a:gd name="connsiteX94-2441" fmla="*/ 5592395 w 6884912"/>
              <a:gd name="connsiteY94-2442" fmla="*/ 265434 h 1161397"/>
              <a:gd name="connsiteX95-2443" fmla="*/ 5613532 w 6884912"/>
              <a:gd name="connsiteY95-2444" fmla="*/ 273379 h 1161397"/>
              <a:gd name="connsiteX96-2445" fmla="*/ 5642173 w 6884912"/>
              <a:gd name="connsiteY96-2446" fmla="*/ 266904 h 1161397"/>
              <a:gd name="connsiteX97-2447" fmla="*/ 5756910 w 6884912"/>
              <a:gd name="connsiteY97-2448" fmla="*/ 239211 h 1161397"/>
              <a:gd name="connsiteX98-2449" fmla="*/ 5846667 w 6884912"/>
              <a:gd name="connsiteY98-2450" fmla="*/ 201786 h 1161397"/>
              <a:gd name="connsiteX99-2451" fmla="*/ 5960732 w 6884912"/>
              <a:gd name="connsiteY99-2452" fmla="*/ 220708 h 1161397"/>
              <a:gd name="connsiteX100-2453" fmla="*/ 6029542 w 6884912"/>
              <a:gd name="connsiteY100-2454" fmla="*/ 210339 h 1161397"/>
              <a:gd name="connsiteX101-2455" fmla="*/ 6141123 w 6884912"/>
              <a:gd name="connsiteY101-2456" fmla="*/ 159923 h 1161397"/>
              <a:gd name="connsiteX102-2457" fmla="*/ 6290640 w 6884912"/>
              <a:gd name="connsiteY102-2458" fmla="*/ 167441 h 1161397"/>
              <a:gd name="connsiteX103-2459" fmla="*/ 6380420 w 6884912"/>
              <a:gd name="connsiteY103-2460" fmla="*/ 173195 h 1161397"/>
              <a:gd name="connsiteX104-2461" fmla="*/ 6507891 w 6884912"/>
              <a:gd name="connsiteY104-2462" fmla="*/ 118474 h 1161397"/>
              <a:gd name="connsiteX105-2463" fmla="*/ 6571807 w 6884912"/>
              <a:gd name="connsiteY105-2464" fmla="*/ 98636 h 1161397"/>
              <a:gd name="connsiteX106-2465" fmla="*/ 6671880 w 6884912"/>
              <a:gd name="connsiteY106-2466" fmla="*/ 82931 h 1161397"/>
              <a:gd name="connsiteX107-2467" fmla="*/ 6702266 w 6884912"/>
              <a:gd name="connsiteY107-2468" fmla="*/ 75470 h 1161397"/>
              <a:gd name="connsiteX108-2469" fmla="*/ 6845802 w 6884912"/>
              <a:gd name="connsiteY108-2470" fmla="*/ 24496 h 1161397"/>
              <a:gd name="connsiteX109-2471" fmla="*/ 6884912 w 6884912"/>
              <a:gd name="connsiteY109-2472" fmla="*/ 0 h 1161397"/>
              <a:gd name="connsiteX0-2473" fmla="*/ 6884912 w 6884912"/>
              <a:gd name="connsiteY0-2474" fmla="*/ 0 h 1161397"/>
              <a:gd name="connsiteX1-2475" fmla="*/ 6884912 w 6884912"/>
              <a:gd name="connsiteY1-2476" fmla="*/ 1161397 h 1161397"/>
              <a:gd name="connsiteX2-2477" fmla="*/ 0 w 6884912"/>
              <a:gd name="connsiteY2-2478" fmla="*/ 1161397 h 1161397"/>
              <a:gd name="connsiteX3-2479" fmla="*/ 27135 w 6884912"/>
              <a:gd name="connsiteY3-2480" fmla="*/ 1147460 h 1161397"/>
              <a:gd name="connsiteX4-2481" fmla="*/ 115388 w 6884912"/>
              <a:gd name="connsiteY4-2482" fmla="*/ 1159043 h 1161397"/>
              <a:gd name="connsiteX5-2483" fmla="*/ 119094 w 6884912"/>
              <a:gd name="connsiteY5-2484" fmla="*/ 1148463 h 1161397"/>
              <a:gd name="connsiteX6-2485" fmla="*/ 171824 w 6884912"/>
              <a:gd name="connsiteY6-2486" fmla="*/ 1133224 h 1161397"/>
              <a:gd name="connsiteX7-2487" fmla="*/ 376455 w 6884912"/>
              <a:gd name="connsiteY7-2488" fmla="*/ 1137381 h 1161397"/>
              <a:gd name="connsiteX8-2489" fmla="*/ 478946 w 6884912"/>
              <a:gd name="connsiteY8-2490" fmla="*/ 1106011 h 1161397"/>
              <a:gd name="connsiteX9-2491" fmla="*/ 512111 w 6884912"/>
              <a:gd name="connsiteY9-2492" fmla="*/ 1085599 h 1161397"/>
              <a:gd name="connsiteX10-2493" fmla="*/ 567875 w 6884912"/>
              <a:gd name="connsiteY10-2494" fmla="*/ 1051976 h 1161397"/>
              <a:gd name="connsiteX11-2495" fmla="*/ 601644 w 6884912"/>
              <a:gd name="connsiteY11-2496" fmla="*/ 1003997 h 1161397"/>
              <a:gd name="connsiteX12-2497" fmla="*/ 651408 w 6884912"/>
              <a:gd name="connsiteY12-2498" fmla="*/ 984938 h 1161397"/>
              <a:gd name="connsiteX13-2499" fmla="*/ 673197 w 6884912"/>
              <a:gd name="connsiteY13-2500" fmla="*/ 1010060 h 1161397"/>
              <a:gd name="connsiteX14-2501" fmla="*/ 723108 w 6884912"/>
              <a:gd name="connsiteY14-2502" fmla="*/ 980081 h 1161397"/>
              <a:gd name="connsiteX15-2503" fmla="*/ 797699 w 6884912"/>
              <a:gd name="connsiteY15-2504" fmla="*/ 931362 h 1161397"/>
              <a:gd name="connsiteX16-2505" fmla="*/ 843359 w 6884912"/>
              <a:gd name="connsiteY16-2506" fmla="*/ 910894 h 1161397"/>
              <a:gd name="connsiteX17-2507" fmla="*/ 965215 w 6884912"/>
              <a:gd name="connsiteY17-2508" fmla="*/ 846701 h 1161397"/>
              <a:gd name="connsiteX18-2509" fmla="*/ 1085080 w 6884912"/>
              <a:gd name="connsiteY18-2510" fmla="*/ 776086 h 1161397"/>
              <a:gd name="connsiteX19-2511" fmla="*/ 1124901 w 6884912"/>
              <a:gd name="connsiteY19-2512" fmla="*/ 717624 h 1161397"/>
              <a:gd name="connsiteX20-2513" fmla="*/ 1158800 w 6884912"/>
              <a:gd name="connsiteY20-2514" fmla="*/ 700004 h 1161397"/>
              <a:gd name="connsiteX21-2515" fmla="*/ 1166947 w 6884912"/>
              <a:gd name="connsiteY21-2516" fmla="*/ 700762 h 1161397"/>
              <a:gd name="connsiteX22-2517" fmla="*/ 1178135 w 6884912"/>
              <a:gd name="connsiteY22-2518" fmla="*/ 698631 h 1161397"/>
              <a:gd name="connsiteX23-2519" fmla="*/ 1178301 w 6884912"/>
              <a:gd name="connsiteY23-2520" fmla="*/ 698094 h 1161397"/>
              <a:gd name="connsiteX24-2521" fmla="*/ 1188995 w 6884912"/>
              <a:gd name="connsiteY24-2522" fmla="*/ 697048 h 1161397"/>
              <a:gd name="connsiteX25-2523" fmla="*/ 1242716 w 6884912"/>
              <a:gd name="connsiteY25-2524" fmla="*/ 698052 h 1161397"/>
              <a:gd name="connsiteX26-2525" fmla="*/ 1299977 w 6884912"/>
              <a:gd name="connsiteY26-2526" fmla="*/ 639196 h 1161397"/>
              <a:gd name="connsiteX27-2527" fmla="*/ 1326190 w 6884912"/>
              <a:gd name="connsiteY27-2528" fmla="*/ 625955 h 1161397"/>
              <a:gd name="connsiteX28-2529" fmla="*/ 1339600 w 6884912"/>
              <a:gd name="connsiteY28-2530" fmla="*/ 616295 h 1161397"/>
              <a:gd name="connsiteX29-2531" fmla="*/ 1340054 w 6884912"/>
              <a:gd name="connsiteY29-2532" fmla="*/ 614022 h 1161397"/>
              <a:gd name="connsiteX30-2533" fmla="*/ 1391606 w 6884912"/>
              <a:gd name="connsiteY30-2534" fmla="*/ 615229 h 1161397"/>
              <a:gd name="connsiteX31-2535" fmla="*/ 1397565 w 6884912"/>
              <a:gd name="connsiteY31-2536" fmla="*/ 611490 h 1161397"/>
              <a:gd name="connsiteX32-2537" fmla="*/ 1432302 w 6884912"/>
              <a:gd name="connsiteY32-2538" fmla="*/ 617267 h 1161397"/>
              <a:gd name="connsiteX33-2539" fmla="*/ 1449644 w 6884912"/>
              <a:gd name="connsiteY33-2540" fmla="*/ 617591 h 1161397"/>
              <a:gd name="connsiteX34-2541" fmla="*/ 1455793 w 6884912"/>
              <a:gd name="connsiteY34-2542" fmla="*/ 623174 h 1161397"/>
              <a:gd name="connsiteX35-2543" fmla="*/ 1480758 w 6884912"/>
              <a:gd name="connsiteY35-2544" fmla="*/ 620863 h 1161397"/>
              <a:gd name="connsiteX36-2545" fmla="*/ 1483154 w 6884912"/>
              <a:gd name="connsiteY36-2546" fmla="*/ 618527 h 1161397"/>
              <a:gd name="connsiteX37-2547" fmla="*/ 1505495 w 6884912"/>
              <a:gd name="connsiteY37-2548" fmla="*/ 624325 h 1161397"/>
              <a:gd name="connsiteX38-2549" fmla="*/ 1589566 w 6884912"/>
              <a:gd name="connsiteY38-2550" fmla="*/ 621301 h 1161397"/>
              <a:gd name="connsiteX39-2551" fmla="*/ 1731986 w 6884912"/>
              <a:gd name="connsiteY39-2552" fmla="*/ 589682 h 1161397"/>
              <a:gd name="connsiteX40-2553" fmla="*/ 1927935 w 6884912"/>
              <a:gd name="connsiteY40-2554" fmla="*/ 622808 h 1161397"/>
              <a:gd name="connsiteX41-2555" fmla="*/ 2066980 w 6884912"/>
              <a:gd name="connsiteY41-2556" fmla="*/ 550413 h 1161397"/>
              <a:gd name="connsiteX42-2557" fmla="*/ 2317462 w 6884912"/>
              <a:gd name="connsiteY42-2558" fmla="*/ 519603 h 1161397"/>
              <a:gd name="connsiteX43-2559" fmla="*/ 2420791 w 6884912"/>
              <a:gd name="connsiteY43-2560" fmla="*/ 492826 h 1161397"/>
              <a:gd name="connsiteX44-2561" fmla="*/ 2489932 w 6884912"/>
              <a:gd name="connsiteY44-2562" fmla="*/ 507864 h 1161397"/>
              <a:gd name="connsiteX45-2563" fmla="*/ 2512917 w 6884912"/>
              <a:gd name="connsiteY45-2564" fmla="*/ 489127 h 1161397"/>
              <a:gd name="connsiteX46-2565" fmla="*/ 2516783 w 6884912"/>
              <a:gd name="connsiteY46-2566" fmla="*/ 485473 h 1161397"/>
              <a:gd name="connsiteX47-2567" fmla="*/ 2534360 w 6884912"/>
              <a:gd name="connsiteY47-2568" fmla="*/ 480064 h 1161397"/>
              <a:gd name="connsiteX48-2569" fmla="*/ 2536691 w 6884912"/>
              <a:gd name="connsiteY48-2570" fmla="*/ 467018 h 1161397"/>
              <a:gd name="connsiteX49-2571" fmla="*/ 2561265 w 6884912"/>
              <a:gd name="connsiteY49-2572" fmla="*/ 450623 h 1161397"/>
              <a:gd name="connsiteX50-2573" fmla="*/ 2594349 w 6884912"/>
              <a:gd name="connsiteY50-2574" fmla="*/ 443884 h 1161397"/>
              <a:gd name="connsiteX51-2575" fmla="*/ 2754324 w 6884912"/>
              <a:gd name="connsiteY51-2576" fmla="*/ 424766 h 1161397"/>
              <a:gd name="connsiteX52-2577" fmla="*/ 2848470 w 6884912"/>
              <a:gd name="connsiteY52-2578" fmla="*/ 405966 h 1161397"/>
              <a:gd name="connsiteX53-2579" fmla="*/ 2881772 w 6884912"/>
              <a:gd name="connsiteY53-2580" fmla="*/ 387260 h 1161397"/>
              <a:gd name="connsiteX54-2581" fmla="*/ 2929932 w 6884912"/>
              <a:gd name="connsiteY54-2582" fmla="*/ 368912 h 1161397"/>
              <a:gd name="connsiteX55-2583" fmla="*/ 3013020 w 6884912"/>
              <a:gd name="connsiteY55-2584" fmla="*/ 327578 h 1161397"/>
              <a:gd name="connsiteX56-2585" fmla="*/ 3127968 w 6884912"/>
              <a:gd name="connsiteY56-2586" fmla="*/ 287613 h 1161397"/>
              <a:gd name="connsiteX57-2587" fmla="*/ 3222191 w 6884912"/>
              <a:gd name="connsiteY57-2588" fmla="*/ 307887 h 1161397"/>
              <a:gd name="connsiteX58-2589" fmla="*/ 3227953 w 6884912"/>
              <a:gd name="connsiteY58-2590" fmla="*/ 297650 h 1161397"/>
              <a:gd name="connsiteX59-2591" fmla="*/ 3287859 w 6884912"/>
              <a:gd name="connsiteY59-2592" fmla="*/ 287558 h 1161397"/>
              <a:gd name="connsiteX60-2593" fmla="*/ 3510042 w 6884912"/>
              <a:gd name="connsiteY60-2594" fmla="*/ 311820 h 1161397"/>
              <a:gd name="connsiteX61-2595" fmla="*/ 3626773 w 6884912"/>
              <a:gd name="connsiteY61-2596" fmla="*/ 290452 h 1161397"/>
              <a:gd name="connsiteX62-2597" fmla="*/ 3666217 w 6884912"/>
              <a:gd name="connsiteY62-2598" fmla="*/ 273255 h 1161397"/>
              <a:gd name="connsiteX63-2599" fmla="*/ 3732427 w 6884912"/>
              <a:gd name="connsiteY63-2600" fmla="*/ 245039 h 1161397"/>
              <a:gd name="connsiteX64-2601" fmla="*/ 3777022 w 6884912"/>
              <a:gd name="connsiteY64-2602" fmla="*/ 200276 h 1161397"/>
              <a:gd name="connsiteX65-2603" fmla="*/ 3791246 w 6884912"/>
              <a:gd name="connsiteY65-2604" fmla="*/ 189996 h 1161397"/>
              <a:gd name="connsiteX66-2605" fmla="*/ 3819864 w 6884912"/>
              <a:gd name="connsiteY66-2606" fmla="*/ 194605 h 1161397"/>
              <a:gd name="connsiteX67-2607" fmla="*/ 3830398 w 6884912"/>
              <a:gd name="connsiteY67-2608" fmla="*/ 188383 h 1161397"/>
              <a:gd name="connsiteX68-2609" fmla="*/ 3834360 w 6884912"/>
              <a:gd name="connsiteY68-2610" fmla="*/ 188992 h 1161397"/>
              <a:gd name="connsiteX69-2611" fmla="*/ 3843715 w 6884912"/>
              <a:gd name="connsiteY69-2612" fmla="*/ 188752 h 1161397"/>
              <a:gd name="connsiteX70-2613" fmla="*/ 3842609 w 6884912"/>
              <a:gd name="connsiteY70-2614" fmla="*/ 197386 h 1161397"/>
              <a:gd name="connsiteX71-2615" fmla="*/ 3853961 w 6884912"/>
              <a:gd name="connsiteY71-2616" fmla="*/ 213380 h 1161397"/>
              <a:gd name="connsiteX72-2617" fmla="*/ 3907640 w 6884912"/>
              <a:gd name="connsiteY72-2618" fmla="*/ 207568 h 1161397"/>
              <a:gd name="connsiteX73-2619" fmla="*/ 3910449 w 6884912"/>
              <a:gd name="connsiteY73-2620" fmla="*/ 197808 h 1161397"/>
              <a:gd name="connsiteX74-2621" fmla="*/ 3917197 w 6884912"/>
              <a:gd name="connsiteY74-2622" fmla="*/ 196121 h 1161397"/>
              <a:gd name="connsiteX75-2623" fmla="*/ 3922400 w 6884912"/>
              <a:gd name="connsiteY75-2624" fmla="*/ 205056 h 1161397"/>
              <a:gd name="connsiteX76-2625" fmla="*/ 4013061 w 6884912"/>
              <a:gd name="connsiteY76-2626" fmla="*/ 224874 h 1161397"/>
              <a:gd name="connsiteX77-2627" fmla="*/ 4134285 w 6884912"/>
              <a:gd name="connsiteY77-2628" fmla="*/ 235592 h 1161397"/>
              <a:gd name="connsiteX78-2629" fmla="*/ 4220717 w 6884912"/>
              <a:gd name="connsiteY78-2630" fmla="*/ 192946 h 1161397"/>
              <a:gd name="connsiteX79-2631" fmla="*/ 4228802 w 6884912"/>
              <a:gd name="connsiteY79-2632" fmla="*/ 201468 h 1161397"/>
              <a:gd name="connsiteX80-2633" fmla="*/ 4289361 w 6884912"/>
              <a:gd name="connsiteY80-2634" fmla="*/ 196642 h 1161397"/>
              <a:gd name="connsiteX81-2635" fmla="*/ 4498913 w 6884912"/>
              <a:gd name="connsiteY81-2636" fmla="*/ 118915 h 1161397"/>
              <a:gd name="connsiteX82-2637" fmla="*/ 4617330 w 6884912"/>
              <a:gd name="connsiteY82-2638" fmla="*/ 111163 h 1161397"/>
              <a:gd name="connsiteX83-2639" fmla="*/ 4659778 w 6884912"/>
              <a:gd name="connsiteY83-2640" fmla="*/ 118219 h 1161397"/>
              <a:gd name="connsiteX84-2641" fmla="*/ 4730870 w 6884912"/>
              <a:gd name="connsiteY84-2642" fmla="*/ 129432 h 1161397"/>
              <a:gd name="connsiteX85-2643" fmla="*/ 4785037 w 6884912"/>
              <a:gd name="connsiteY85-2644" fmla="*/ 161964 h 1161397"/>
              <a:gd name="connsiteX86-2645" fmla="*/ 4844073 w 6884912"/>
              <a:gd name="connsiteY86-2646" fmla="*/ 161768 h 1161397"/>
              <a:gd name="connsiteX87-2647" fmla="*/ 4856454 w 6884912"/>
              <a:gd name="connsiteY87-2648" fmla="*/ 130488 h 1161397"/>
              <a:gd name="connsiteX88-2649" fmla="*/ 4920038 w 6884912"/>
              <a:gd name="connsiteY88-2650" fmla="*/ 140418 h 1161397"/>
              <a:gd name="connsiteX89-2651" fmla="*/ 5016639 w 6884912"/>
              <a:gd name="connsiteY89-2652" fmla="*/ 158905 h 1161397"/>
              <a:gd name="connsiteX90-2653" fmla="*/ 5072009 w 6884912"/>
              <a:gd name="connsiteY90-2654" fmla="*/ 161502 h 1161397"/>
              <a:gd name="connsiteX91-2655" fmla="*/ 5223626 w 6884912"/>
              <a:gd name="connsiteY91-2656" fmla="*/ 177356 h 1161397"/>
              <a:gd name="connsiteX92-2657" fmla="*/ 5375773 w 6884912"/>
              <a:gd name="connsiteY92-2658" fmla="*/ 199913 h 1161397"/>
              <a:gd name="connsiteX93-2659" fmla="*/ 5467502 w 6884912"/>
              <a:gd name="connsiteY93-2660" fmla="*/ 250963 h 1161397"/>
              <a:gd name="connsiteX94-2661" fmla="*/ 5592395 w 6884912"/>
              <a:gd name="connsiteY94-2662" fmla="*/ 265434 h 1161397"/>
              <a:gd name="connsiteX95-2663" fmla="*/ 5613532 w 6884912"/>
              <a:gd name="connsiteY95-2664" fmla="*/ 273379 h 1161397"/>
              <a:gd name="connsiteX96-2665" fmla="*/ 5642173 w 6884912"/>
              <a:gd name="connsiteY96-2666" fmla="*/ 266904 h 1161397"/>
              <a:gd name="connsiteX97-2667" fmla="*/ 5756910 w 6884912"/>
              <a:gd name="connsiteY97-2668" fmla="*/ 239211 h 1161397"/>
              <a:gd name="connsiteX98-2669" fmla="*/ 5846667 w 6884912"/>
              <a:gd name="connsiteY98-2670" fmla="*/ 201786 h 1161397"/>
              <a:gd name="connsiteX99-2671" fmla="*/ 5960732 w 6884912"/>
              <a:gd name="connsiteY99-2672" fmla="*/ 220708 h 1161397"/>
              <a:gd name="connsiteX100-2673" fmla="*/ 6029542 w 6884912"/>
              <a:gd name="connsiteY100-2674" fmla="*/ 210339 h 1161397"/>
              <a:gd name="connsiteX101-2675" fmla="*/ 6141123 w 6884912"/>
              <a:gd name="connsiteY101-2676" fmla="*/ 159923 h 1161397"/>
              <a:gd name="connsiteX102-2677" fmla="*/ 6290640 w 6884912"/>
              <a:gd name="connsiteY102-2678" fmla="*/ 167441 h 1161397"/>
              <a:gd name="connsiteX103-2679" fmla="*/ 6380420 w 6884912"/>
              <a:gd name="connsiteY103-2680" fmla="*/ 173195 h 1161397"/>
              <a:gd name="connsiteX104-2681" fmla="*/ 6507891 w 6884912"/>
              <a:gd name="connsiteY104-2682" fmla="*/ 118474 h 1161397"/>
              <a:gd name="connsiteX105-2683" fmla="*/ 6571807 w 6884912"/>
              <a:gd name="connsiteY105-2684" fmla="*/ 98636 h 1161397"/>
              <a:gd name="connsiteX106-2685" fmla="*/ 6671880 w 6884912"/>
              <a:gd name="connsiteY106-2686" fmla="*/ 82931 h 1161397"/>
              <a:gd name="connsiteX107-2687" fmla="*/ 6702266 w 6884912"/>
              <a:gd name="connsiteY107-2688" fmla="*/ 75470 h 1161397"/>
              <a:gd name="connsiteX108-2689" fmla="*/ 6845802 w 6884912"/>
              <a:gd name="connsiteY108-2690" fmla="*/ 24496 h 1161397"/>
              <a:gd name="connsiteX109-2691" fmla="*/ 6884912 w 6884912"/>
              <a:gd name="connsiteY109-2692" fmla="*/ 0 h 1161397"/>
              <a:gd name="connsiteX0-2693" fmla="*/ 6884912 w 6884912"/>
              <a:gd name="connsiteY0-2694" fmla="*/ 0 h 1161397"/>
              <a:gd name="connsiteX1-2695" fmla="*/ 6884912 w 6884912"/>
              <a:gd name="connsiteY1-2696" fmla="*/ 1161397 h 1161397"/>
              <a:gd name="connsiteX2-2697" fmla="*/ 0 w 6884912"/>
              <a:gd name="connsiteY2-2698" fmla="*/ 1161397 h 1161397"/>
              <a:gd name="connsiteX3-2699" fmla="*/ 27135 w 6884912"/>
              <a:gd name="connsiteY3-2700" fmla="*/ 1147460 h 1161397"/>
              <a:gd name="connsiteX4-2701" fmla="*/ 115388 w 6884912"/>
              <a:gd name="connsiteY4-2702" fmla="*/ 1159043 h 1161397"/>
              <a:gd name="connsiteX5-2703" fmla="*/ 119094 w 6884912"/>
              <a:gd name="connsiteY5-2704" fmla="*/ 1148463 h 1161397"/>
              <a:gd name="connsiteX6-2705" fmla="*/ 171824 w 6884912"/>
              <a:gd name="connsiteY6-2706" fmla="*/ 1133224 h 1161397"/>
              <a:gd name="connsiteX7-2707" fmla="*/ 376455 w 6884912"/>
              <a:gd name="connsiteY7-2708" fmla="*/ 1137381 h 1161397"/>
              <a:gd name="connsiteX8-2709" fmla="*/ 478946 w 6884912"/>
              <a:gd name="connsiteY8-2710" fmla="*/ 1106011 h 1161397"/>
              <a:gd name="connsiteX9-2711" fmla="*/ 512111 w 6884912"/>
              <a:gd name="connsiteY9-2712" fmla="*/ 1085599 h 1161397"/>
              <a:gd name="connsiteX10-2713" fmla="*/ 567875 w 6884912"/>
              <a:gd name="connsiteY10-2714" fmla="*/ 1051976 h 1161397"/>
              <a:gd name="connsiteX11-2715" fmla="*/ 601644 w 6884912"/>
              <a:gd name="connsiteY11-2716" fmla="*/ 1003997 h 1161397"/>
              <a:gd name="connsiteX12-2717" fmla="*/ 651408 w 6884912"/>
              <a:gd name="connsiteY12-2718" fmla="*/ 984938 h 1161397"/>
              <a:gd name="connsiteX13-2719" fmla="*/ 673197 w 6884912"/>
              <a:gd name="connsiteY13-2720" fmla="*/ 1010060 h 1161397"/>
              <a:gd name="connsiteX14-2721" fmla="*/ 723108 w 6884912"/>
              <a:gd name="connsiteY14-2722" fmla="*/ 980081 h 1161397"/>
              <a:gd name="connsiteX15-2723" fmla="*/ 797699 w 6884912"/>
              <a:gd name="connsiteY15-2724" fmla="*/ 931362 h 1161397"/>
              <a:gd name="connsiteX16-2725" fmla="*/ 843359 w 6884912"/>
              <a:gd name="connsiteY16-2726" fmla="*/ 910894 h 1161397"/>
              <a:gd name="connsiteX17-2727" fmla="*/ 965215 w 6884912"/>
              <a:gd name="connsiteY17-2728" fmla="*/ 846701 h 1161397"/>
              <a:gd name="connsiteX18-2729" fmla="*/ 1085080 w 6884912"/>
              <a:gd name="connsiteY18-2730" fmla="*/ 776086 h 1161397"/>
              <a:gd name="connsiteX19-2731" fmla="*/ 1124901 w 6884912"/>
              <a:gd name="connsiteY19-2732" fmla="*/ 717624 h 1161397"/>
              <a:gd name="connsiteX20-2733" fmla="*/ 1158800 w 6884912"/>
              <a:gd name="connsiteY20-2734" fmla="*/ 700004 h 1161397"/>
              <a:gd name="connsiteX21-2735" fmla="*/ 1166947 w 6884912"/>
              <a:gd name="connsiteY21-2736" fmla="*/ 700762 h 1161397"/>
              <a:gd name="connsiteX22-2737" fmla="*/ 1178135 w 6884912"/>
              <a:gd name="connsiteY22-2738" fmla="*/ 698631 h 1161397"/>
              <a:gd name="connsiteX23-2739" fmla="*/ 1178301 w 6884912"/>
              <a:gd name="connsiteY23-2740" fmla="*/ 698094 h 1161397"/>
              <a:gd name="connsiteX24-2741" fmla="*/ 1188995 w 6884912"/>
              <a:gd name="connsiteY24-2742" fmla="*/ 697048 h 1161397"/>
              <a:gd name="connsiteX25-2743" fmla="*/ 1242716 w 6884912"/>
              <a:gd name="connsiteY25-2744" fmla="*/ 698052 h 1161397"/>
              <a:gd name="connsiteX26-2745" fmla="*/ 1299977 w 6884912"/>
              <a:gd name="connsiteY26-2746" fmla="*/ 639196 h 1161397"/>
              <a:gd name="connsiteX27-2747" fmla="*/ 1326190 w 6884912"/>
              <a:gd name="connsiteY27-2748" fmla="*/ 625955 h 1161397"/>
              <a:gd name="connsiteX28-2749" fmla="*/ 1339600 w 6884912"/>
              <a:gd name="connsiteY28-2750" fmla="*/ 616295 h 1161397"/>
              <a:gd name="connsiteX29-2751" fmla="*/ 1340054 w 6884912"/>
              <a:gd name="connsiteY29-2752" fmla="*/ 614022 h 1161397"/>
              <a:gd name="connsiteX30-2753" fmla="*/ 1391606 w 6884912"/>
              <a:gd name="connsiteY30-2754" fmla="*/ 615229 h 1161397"/>
              <a:gd name="connsiteX31-2755" fmla="*/ 1397565 w 6884912"/>
              <a:gd name="connsiteY31-2756" fmla="*/ 611490 h 1161397"/>
              <a:gd name="connsiteX32-2757" fmla="*/ 1432302 w 6884912"/>
              <a:gd name="connsiteY32-2758" fmla="*/ 617267 h 1161397"/>
              <a:gd name="connsiteX33-2759" fmla="*/ 1449644 w 6884912"/>
              <a:gd name="connsiteY33-2760" fmla="*/ 617591 h 1161397"/>
              <a:gd name="connsiteX34-2761" fmla="*/ 1455793 w 6884912"/>
              <a:gd name="connsiteY34-2762" fmla="*/ 623174 h 1161397"/>
              <a:gd name="connsiteX35-2763" fmla="*/ 1480758 w 6884912"/>
              <a:gd name="connsiteY35-2764" fmla="*/ 620863 h 1161397"/>
              <a:gd name="connsiteX36-2765" fmla="*/ 1483154 w 6884912"/>
              <a:gd name="connsiteY36-2766" fmla="*/ 618527 h 1161397"/>
              <a:gd name="connsiteX37-2767" fmla="*/ 1505495 w 6884912"/>
              <a:gd name="connsiteY37-2768" fmla="*/ 624325 h 1161397"/>
              <a:gd name="connsiteX38-2769" fmla="*/ 1589566 w 6884912"/>
              <a:gd name="connsiteY38-2770" fmla="*/ 621301 h 1161397"/>
              <a:gd name="connsiteX39-2771" fmla="*/ 1731986 w 6884912"/>
              <a:gd name="connsiteY39-2772" fmla="*/ 589682 h 1161397"/>
              <a:gd name="connsiteX40-2773" fmla="*/ 1927935 w 6884912"/>
              <a:gd name="connsiteY40-2774" fmla="*/ 622808 h 1161397"/>
              <a:gd name="connsiteX41-2775" fmla="*/ 2066980 w 6884912"/>
              <a:gd name="connsiteY41-2776" fmla="*/ 550413 h 1161397"/>
              <a:gd name="connsiteX42-2777" fmla="*/ 2317462 w 6884912"/>
              <a:gd name="connsiteY42-2778" fmla="*/ 519603 h 1161397"/>
              <a:gd name="connsiteX43-2779" fmla="*/ 2420791 w 6884912"/>
              <a:gd name="connsiteY43-2780" fmla="*/ 492826 h 1161397"/>
              <a:gd name="connsiteX44-2781" fmla="*/ 2489932 w 6884912"/>
              <a:gd name="connsiteY44-2782" fmla="*/ 507864 h 1161397"/>
              <a:gd name="connsiteX45-2783" fmla="*/ 2512917 w 6884912"/>
              <a:gd name="connsiteY45-2784" fmla="*/ 489127 h 1161397"/>
              <a:gd name="connsiteX46-2785" fmla="*/ 2516783 w 6884912"/>
              <a:gd name="connsiteY46-2786" fmla="*/ 485473 h 1161397"/>
              <a:gd name="connsiteX47-2787" fmla="*/ 2534360 w 6884912"/>
              <a:gd name="connsiteY47-2788" fmla="*/ 480064 h 1161397"/>
              <a:gd name="connsiteX48-2789" fmla="*/ 2536691 w 6884912"/>
              <a:gd name="connsiteY48-2790" fmla="*/ 467018 h 1161397"/>
              <a:gd name="connsiteX49-2791" fmla="*/ 2561265 w 6884912"/>
              <a:gd name="connsiteY49-2792" fmla="*/ 450623 h 1161397"/>
              <a:gd name="connsiteX50-2793" fmla="*/ 2594349 w 6884912"/>
              <a:gd name="connsiteY50-2794" fmla="*/ 443884 h 1161397"/>
              <a:gd name="connsiteX51-2795" fmla="*/ 2754324 w 6884912"/>
              <a:gd name="connsiteY51-2796" fmla="*/ 424766 h 1161397"/>
              <a:gd name="connsiteX52-2797" fmla="*/ 2848470 w 6884912"/>
              <a:gd name="connsiteY52-2798" fmla="*/ 405966 h 1161397"/>
              <a:gd name="connsiteX53-2799" fmla="*/ 2881772 w 6884912"/>
              <a:gd name="connsiteY53-2800" fmla="*/ 387260 h 1161397"/>
              <a:gd name="connsiteX54-2801" fmla="*/ 2929932 w 6884912"/>
              <a:gd name="connsiteY54-2802" fmla="*/ 368912 h 1161397"/>
              <a:gd name="connsiteX55-2803" fmla="*/ 3013020 w 6884912"/>
              <a:gd name="connsiteY55-2804" fmla="*/ 327578 h 1161397"/>
              <a:gd name="connsiteX56-2805" fmla="*/ 3127968 w 6884912"/>
              <a:gd name="connsiteY56-2806" fmla="*/ 287613 h 1161397"/>
              <a:gd name="connsiteX57-2807" fmla="*/ 3222191 w 6884912"/>
              <a:gd name="connsiteY57-2808" fmla="*/ 307887 h 1161397"/>
              <a:gd name="connsiteX58-2809" fmla="*/ 3227953 w 6884912"/>
              <a:gd name="connsiteY58-2810" fmla="*/ 297650 h 1161397"/>
              <a:gd name="connsiteX59-2811" fmla="*/ 3287859 w 6884912"/>
              <a:gd name="connsiteY59-2812" fmla="*/ 287558 h 1161397"/>
              <a:gd name="connsiteX60-2813" fmla="*/ 3510042 w 6884912"/>
              <a:gd name="connsiteY60-2814" fmla="*/ 311820 h 1161397"/>
              <a:gd name="connsiteX61-2815" fmla="*/ 3626773 w 6884912"/>
              <a:gd name="connsiteY61-2816" fmla="*/ 290452 h 1161397"/>
              <a:gd name="connsiteX62-2817" fmla="*/ 3666217 w 6884912"/>
              <a:gd name="connsiteY62-2818" fmla="*/ 273255 h 1161397"/>
              <a:gd name="connsiteX63-2819" fmla="*/ 3732427 w 6884912"/>
              <a:gd name="connsiteY63-2820" fmla="*/ 245039 h 1161397"/>
              <a:gd name="connsiteX64-2821" fmla="*/ 3777022 w 6884912"/>
              <a:gd name="connsiteY64-2822" fmla="*/ 200276 h 1161397"/>
              <a:gd name="connsiteX65-2823" fmla="*/ 3791246 w 6884912"/>
              <a:gd name="connsiteY65-2824" fmla="*/ 189996 h 1161397"/>
              <a:gd name="connsiteX66-2825" fmla="*/ 3819864 w 6884912"/>
              <a:gd name="connsiteY66-2826" fmla="*/ 194605 h 1161397"/>
              <a:gd name="connsiteX67-2827" fmla="*/ 3830398 w 6884912"/>
              <a:gd name="connsiteY67-2828" fmla="*/ 188383 h 1161397"/>
              <a:gd name="connsiteX68-2829" fmla="*/ 3834360 w 6884912"/>
              <a:gd name="connsiteY68-2830" fmla="*/ 188992 h 1161397"/>
              <a:gd name="connsiteX69-2831" fmla="*/ 3843715 w 6884912"/>
              <a:gd name="connsiteY69-2832" fmla="*/ 188752 h 1161397"/>
              <a:gd name="connsiteX70-2833" fmla="*/ 3842609 w 6884912"/>
              <a:gd name="connsiteY70-2834" fmla="*/ 197386 h 1161397"/>
              <a:gd name="connsiteX71-2835" fmla="*/ 3853961 w 6884912"/>
              <a:gd name="connsiteY71-2836" fmla="*/ 213380 h 1161397"/>
              <a:gd name="connsiteX72-2837" fmla="*/ 3907640 w 6884912"/>
              <a:gd name="connsiteY72-2838" fmla="*/ 207568 h 1161397"/>
              <a:gd name="connsiteX73-2839" fmla="*/ 3910449 w 6884912"/>
              <a:gd name="connsiteY73-2840" fmla="*/ 197808 h 1161397"/>
              <a:gd name="connsiteX74-2841" fmla="*/ 3917197 w 6884912"/>
              <a:gd name="connsiteY74-2842" fmla="*/ 196121 h 1161397"/>
              <a:gd name="connsiteX75-2843" fmla="*/ 3922400 w 6884912"/>
              <a:gd name="connsiteY75-2844" fmla="*/ 205056 h 1161397"/>
              <a:gd name="connsiteX76-2845" fmla="*/ 4013061 w 6884912"/>
              <a:gd name="connsiteY76-2846" fmla="*/ 224874 h 1161397"/>
              <a:gd name="connsiteX77-2847" fmla="*/ 4134285 w 6884912"/>
              <a:gd name="connsiteY77-2848" fmla="*/ 235592 h 1161397"/>
              <a:gd name="connsiteX78-2849" fmla="*/ 4220717 w 6884912"/>
              <a:gd name="connsiteY78-2850" fmla="*/ 192946 h 1161397"/>
              <a:gd name="connsiteX79-2851" fmla="*/ 4228802 w 6884912"/>
              <a:gd name="connsiteY79-2852" fmla="*/ 201468 h 1161397"/>
              <a:gd name="connsiteX80-2853" fmla="*/ 4289361 w 6884912"/>
              <a:gd name="connsiteY80-2854" fmla="*/ 196642 h 1161397"/>
              <a:gd name="connsiteX81-2855" fmla="*/ 4498913 w 6884912"/>
              <a:gd name="connsiteY81-2856" fmla="*/ 118915 h 1161397"/>
              <a:gd name="connsiteX82-2857" fmla="*/ 4617330 w 6884912"/>
              <a:gd name="connsiteY82-2858" fmla="*/ 111163 h 1161397"/>
              <a:gd name="connsiteX83-2859" fmla="*/ 4659778 w 6884912"/>
              <a:gd name="connsiteY83-2860" fmla="*/ 118219 h 1161397"/>
              <a:gd name="connsiteX84-2861" fmla="*/ 4730870 w 6884912"/>
              <a:gd name="connsiteY84-2862" fmla="*/ 129432 h 1161397"/>
              <a:gd name="connsiteX85-2863" fmla="*/ 4785037 w 6884912"/>
              <a:gd name="connsiteY85-2864" fmla="*/ 161964 h 1161397"/>
              <a:gd name="connsiteX86-2865" fmla="*/ 4844073 w 6884912"/>
              <a:gd name="connsiteY86-2866" fmla="*/ 161768 h 1161397"/>
              <a:gd name="connsiteX87-2867" fmla="*/ 4856454 w 6884912"/>
              <a:gd name="connsiteY87-2868" fmla="*/ 130488 h 1161397"/>
              <a:gd name="connsiteX88-2869" fmla="*/ 4920038 w 6884912"/>
              <a:gd name="connsiteY88-2870" fmla="*/ 140418 h 1161397"/>
              <a:gd name="connsiteX89-2871" fmla="*/ 5016639 w 6884912"/>
              <a:gd name="connsiteY89-2872" fmla="*/ 158905 h 1161397"/>
              <a:gd name="connsiteX90-2873" fmla="*/ 5072009 w 6884912"/>
              <a:gd name="connsiteY90-2874" fmla="*/ 161502 h 1161397"/>
              <a:gd name="connsiteX91-2875" fmla="*/ 5223626 w 6884912"/>
              <a:gd name="connsiteY91-2876" fmla="*/ 177356 h 1161397"/>
              <a:gd name="connsiteX92-2877" fmla="*/ 5375773 w 6884912"/>
              <a:gd name="connsiteY92-2878" fmla="*/ 199913 h 1161397"/>
              <a:gd name="connsiteX93-2879" fmla="*/ 5467502 w 6884912"/>
              <a:gd name="connsiteY93-2880" fmla="*/ 250963 h 1161397"/>
              <a:gd name="connsiteX94-2881" fmla="*/ 5592395 w 6884912"/>
              <a:gd name="connsiteY94-2882" fmla="*/ 265434 h 1161397"/>
              <a:gd name="connsiteX95-2883" fmla="*/ 5613532 w 6884912"/>
              <a:gd name="connsiteY95-2884" fmla="*/ 273379 h 1161397"/>
              <a:gd name="connsiteX96-2885" fmla="*/ 5642173 w 6884912"/>
              <a:gd name="connsiteY96-2886" fmla="*/ 266904 h 1161397"/>
              <a:gd name="connsiteX97-2887" fmla="*/ 5756910 w 6884912"/>
              <a:gd name="connsiteY97-2888" fmla="*/ 239211 h 1161397"/>
              <a:gd name="connsiteX98-2889" fmla="*/ 5846667 w 6884912"/>
              <a:gd name="connsiteY98-2890" fmla="*/ 201786 h 1161397"/>
              <a:gd name="connsiteX99-2891" fmla="*/ 5960732 w 6884912"/>
              <a:gd name="connsiteY99-2892" fmla="*/ 220708 h 1161397"/>
              <a:gd name="connsiteX100-2893" fmla="*/ 6029542 w 6884912"/>
              <a:gd name="connsiteY100-2894" fmla="*/ 210339 h 1161397"/>
              <a:gd name="connsiteX101-2895" fmla="*/ 6141123 w 6884912"/>
              <a:gd name="connsiteY101-2896" fmla="*/ 159923 h 1161397"/>
              <a:gd name="connsiteX102-2897" fmla="*/ 6290640 w 6884912"/>
              <a:gd name="connsiteY102-2898" fmla="*/ 167441 h 1161397"/>
              <a:gd name="connsiteX103-2899" fmla="*/ 6380420 w 6884912"/>
              <a:gd name="connsiteY103-2900" fmla="*/ 173195 h 1161397"/>
              <a:gd name="connsiteX104-2901" fmla="*/ 6507891 w 6884912"/>
              <a:gd name="connsiteY104-2902" fmla="*/ 118474 h 1161397"/>
              <a:gd name="connsiteX105-2903" fmla="*/ 6571807 w 6884912"/>
              <a:gd name="connsiteY105-2904" fmla="*/ 98636 h 1161397"/>
              <a:gd name="connsiteX106-2905" fmla="*/ 6671880 w 6884912"/>
              <a:gd name="connsiteY106-2906" fmla="*/ 82931 h 1161397"/>
              <a:gd name="connsiteX107-2907" fmla="*/ 6702266 w 6884912"/>
              <a:gd name="connsiteY107-2908" fmla="*/ 75470 h 1161397"/>
              <a:gd name="connsiteX108-2909" fmla="*/ 6845802 w 6884912"/>
              <a:gd name="connsiteY108-2910" fmla="*/ 24496 h 1161397"/>
              <a:gd name="connsiteX109-2911" fmla="*/ 6884912 w 6884912"/>
              <a:gd name="connsiteY109-2912" fmla="*/ 0 h 11613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03986" y="741935"/>
                  <a:pt x="1124901" y="717624"/>
                </a:cubicBez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cubicBezTo>
                  <a:pt x="1178190" y="698452"/>
                  <a:pt x="1178246" y="698273"/>
                  <a:pt x="1178301" y="698094"/>
                </a:cubicBez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83251" y="614883"/>
                  <a:pt x="1589566" y="621301"/>
                </a:cubicBezTo>
                <a:cubicBezTo>
                  <a:pt x="1652500" y="621160"/>
                  <a:pt x="1659006" y="610309"/>
                  <a:pt x="1731986" y="589682"/>
                </a:cubicBezTo>
                <a:cubicBezTo>
                  <a:pt x="1772526" y="597621"/>
                  <a:pt x="1896056" y="567525"/>
                  <a:pt x="1927935" y="622808"/>
                </a:cubicBezTo>
                <a:cubicBezTo>
                  <a:pt x="1983767" y="616263"/>
                  <a:pt x="1996263" y="568569"/>
                  <a:pt x="2066980" y="550413"/>
                </a:cubicBezTo>
                <a:cubicBezTo>
                  <a:pt x="2136397" y="548191"/>
                  <a:pt x="2224774" y="514787"/>
                  <a:pt x="2317462" y="519603"/>
                </a:cubicBezTo>
                <a:cubicBezTo>
                  <a:pt x="2353676" y="459395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3789" y="162396"/>
                  <a:pt x="6290640" y="167441"/>
                </a:cubicBezTo>
                <a:cubicBezTo>
                  <a:pt x="6330523" y="169653"/>
                  <a:pt x="6344211" y="181356"/>
                  <a:pt x="6380420" y="173195"/>
                </a:cubicBezTo>
                <a:cubicBezTo>
                  <a:pt x="6420580" y="151473"/>
                  <a:pt x="6491390" y="127709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89868" y="708300"/>
            <a:ext cx="10449645" cy="409598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1" name="Picture Placeholder 30" descr="Girl with glasses smiling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/>
          <a:srcRect r="3" b="7713"/>
          <a:stretch>
            <a:fillRect/>
          </a:stretch>
        </p:blipFill>
        <p:spPr>
          <a:xfrm>
            <a:off x="1050735" y="874054"/>
            <a:ext cx="2501610" cy="3769360"/>
          </a:xfrm>
          <a:prstGeom prst="rect">
            <a:avLst/>
          </a:prstGeom>
        </p:spPr>
      </p:pic>
      <p:pic>
        <p:nvPicPr>
          <p:cNvPr id="8" name="Picture Placeholder 7" descr="Coach talking to football players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email"/>
          <a:srcRect t="553" r="2" b="2"/>
          <a:stretch>
            <a:fillRect/>
          </a:stretch>
        </p:blipFill>
        <p:spPr>
          <a:xfrm>
            <a:off x="3593922" y="874054"/>
            <a:ext cx="2501610" cy="3769360"/>
          </a:xfrm>
          <a:prstGeom prst="rect">
            <a:avLst/>
          </a:prstGeom>
        </p:spPr>
      </p:pic>
      <p:pic>
        <p:nvPicPr>
          <p:cNvPr id="29" name="Picture Placeholder 28" descr="Group of students standing and sitting on the steps reading books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email"/>
          <a:srcRect r="2" b="555"/>
          <a:stretch>
            <a:fillRect/>
          </a:stretch>
        </p:blipFill>
        <p:spPr>
          <a:xfrm>
            <a:off x="8680295" y="874054"/>
            <a:ext cx="2501610" cy="3769360"/>
          </a:xfrm>
          <a:prstGeom prst="rect">
            <a:avLst/>
          </a:pr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E97DAF9-CE16-4E26-1449-F871E67F3C3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1246"/>
          <a:stretch>
            <a:fillRect/>
          </a:stretch>
        </p:blipFill>
        <p:spPr>
          <a:xfrm rot="5400000">
            <a:off x="5510579" y="1514341"/>
            <a:ext cx="3769361" cy="248879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39" name="Freeform: Shap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0464" y="2646946"/>
            <a:ext cx="4611389" cy="4234957"/>
          </a:xfrm>
          <a:custGeom>
            <a:avLst/>
            <a:gdLst>
              <a:gd name="connsiteX0" fmla="*/ 1027223 w 4611389"/>
              <a:gd name="connsiteY0" fmla="*/ 1561 h 4349060"/>
              <a:gd name="connsiteX1" fmla="*/ 2494275 w 4611389"/>
              <a:gd name="connsiteY1" fmla="*/ 407320 h 4349060"/>
              <a:gd name="connsiteX2" fmla="*/ 4571779 w 4611389"/>
              <a:gd name="connsiteY2" fmla="*/ 4223172 h 4349060"/>
              <a:gd name="connsiteX3" fmla="*/ 4542246 w 4611389"/>
              <a:gd name="connsiteY3" fmla="*/ 4349060 h 4349060"/>
              <a:gd name="connsiteX4" fmla="*/ 0 w 4611389"/>
              <a:gd name="connsiteY4" fmla="*/ 4349060 h 4349060"/>
              <a:gd name="connsiteX5" fmla="*/ 0 w 4611389"/>
              <a:gd name="connsiteY5" fmla="*/ 145315 h 4349060"/>
              <a:gd name="connsiteX6" fmla="*/ 177713 w 4611389"/>
              <a:gd name="connsiteY6" fmla="*/ 92596 h 4349060"/>
              <a:gd name="connsiteX7" fmla="*/ 1027223 w 4611389"/>
              <a:gd name="connsiteY7" fmla="*/ 1561 h 434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11389" h="4349060">
                <a:moveTo>
                  <a:pt x="1027223" y="1561"/>
                </a:moveTo>
                <a:cubicBezTo>
                  <a:pt x="1510283" y="16927"/>
                  <a:pt x="2006320" y="146146"/>
                  <a:pt x="2494275" y="407320"/>
                </a:cubicBezTo>
                <a:cubicBezTo>
                  <a:pt x="3912216" y="1166261"/>
                  <a:pt x="4815410" y="2787044"/>
                  <a:pt x="4571779" y="4223172"/>
                </a:cubicBezTo>
                <a:lnTo>
                  <a:pt x="4542246" y="4349060"/>
                </a:lnTo>
                <a:lnTo>
                  <a:pt x="0" y="4349060"/>
                </a:lnTo>
                <a:lnTo>
                  <a:pt x="0" y="145315"/>
                </a:lnTo>
                <a:lnTo>
                  <a:pt x="177713" y="92596"/>
                </a:lnTo>
                <a:cubicBezTo>
                  <a:pt x="453211" y="23999"/>
                  <a:pt x="737889" y="-7642"/>
                  <a:pt x="1027223" y="1561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1" name="Freeform: Shape 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27910" y="-12717"/>
            <a:ext cx="4495812" cy="2866417"/>
          </a:xfrm>
          <a:custGeom>
            <a:avLst/>
            <a:gdLst>
              <a:gd name="connsiteX0" fmla="*/ 237339 w 4130517"/>
              <a:gd name="connsiteY0" fmla="*/ 0 h 2806419"/>
              <a:gd name="connsiteX1" fmla="*/ 3997489 w 4130517"/>
              <a:gd name="connsiteY1" fmla="*/ 0 h 2806419"/>
              <a:gd name="connsiteX2" fmla="*/ 4006148 w 4130517"/>
              <a:gd name="connsiteY2" fmla="*/ 24333 h 2806419"/>
              <a:gd name="connsiteX3" fmla="*/ 4130517 w 4130517"/>
              <a:gd name="connsiteY3" fmla="*/ 887307 h 2806419"/>
              <a:gd name="connsiteX4" fmla="*/ 3915925 w 4130517"/>
              <a:gd name="connsiteY4" fmla="*/ 1525677 h 2806419"/>
              <a:gd name="connsiteX5" fmla="*/ 3280571 w 4130517"/>
              <a:gd name="connsiteY5" fmla="*/ 2120090 h 2806419"/>
              <a:gd name="connsiteX6" fmla="*/ 3140878 w 4130517"/>
              <a:gd name="connsiteY6" fmla="*/ 2233796 h 2806419"/>
              <a:gd name="connsiteX7" fmla="*/ 1993019 w 4130517"/>
              <a:gd name="connsiteY7" fmla="*/ 2806419 h 2806419"/>
              <a:gd name="connsiteX8" fmla="*/ 480948 w 4130517"/>
              <a:gd name="connsiteY8" fmla="*/ 1875638 h 2806419"/>
              <a:gd name="connsiteX9" fmla="*/ 319805 w 4130517"/>
              <a:gd name="connsiteY9" fmla="*/ 1637519 h 2806419"/>
              <a:gd name="connsiteX10" fmla="*/ 0 w 4130517"/>
              <a:gd name="connsiteY10" fmla="*/ 887307 h 2806419"/>
              <a:gd name="connsiteX11" fmla="*/ 193231 w 4130517"/>
              <a:gd name="connsiteY11" fmla="*/ 79360 h 2806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30517" h="2806419">
                <a:moveTo>
                  <a:pt x="237339" y="0"/>
                </a:moveTo>
                <a:lnTo>
                  <a:pt x="3997489" y="0"/>
                </a:lnTo>
                <a:lnTo>
                  <a:pt x="4006148" y="24333"/>
                </a:lnTo>
                <a:cubicBezTo>
                  <a:pt x="4087750" y="288004"/>
                  <a:pt x="4130517" y="579903"/>
                  <a:pt x="4130517" y="887307"/>
                </a:cubicBezTo>
                <a:cubicBezTo>
                  <a:pt x="4130517" y="1132599"/>
                  <a:pt x="4064304" y="1329464"/>
                  <a:pt x="3915925" y="1525677"/>
                </a:cubicBezTo>
                <a:cubicBezTo>
                  <a:pt x="3760721" y="1730924"/>
                  <a:pt x="3527514" y="1919967"/>
                  <a:pt x="3280571" y="2120090"/>
                </a:cubicBezTo>
                <a:cubicBezTo>
                  <a:pt x="3235011" y="2156968"/>
                  <a:pt x="3187944" y="2195151"/>
                  <a:pt x="3140878" y="2233796"/>
                </a:cubicBezTo>
                <a:cubicBezTo>
                  <a:pt x="2719582" y="2579662"/>
                  <a:pt x="2412097" y="2806419"/>
                  <a:pt x="1993019" y="2806419"/>
                </a:cubicBezTo>
                <a:cubicBezTo>
                  <a:pt x="1354472" y="2806419"/>
                  <a:pt x="902244" y="2528070"/>
                  <a:pt x="480948" y="1875638"/>
                </a:cubicBezTo>
                <a:cubicBezTo>
                  <a:pt x="425816" y="1790244"/>
                  <a:pt x="371924" y="1712578"/>
                  <a:pt x="319805" y="1637519"/>
                </a:cubicBezTo>
                <a:cubicBezTo>
                  <a:pt x="103795" y="1326296"/>
                  <a:pt x="0" y="1164446"/>
                  <a:pt x="0" y="887307"/>
                </a:cubicBezTo>
                <a:cubicBezTo>
                  <a:pt x="0" y="612125"/>
                  <a:pt x="65060" y="340293"/>
                  <a:pt x="193231" y="7936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3" name="Freeform: Shap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969413">
            <a:off x="5578738" y="1299898"/>
            <a:ext cx="2299137" cy="2600447"/>
          </a:xfrm>
          <a:custGeom>
            <a:avLst/>
            <a:gdLst>
              <a:gd name="connsiteX0" fmla="*/ 1448892 w 2805016"/>
              <a:gd name="connsiteY0" fmla="*/ 1295 h 3049345"/>
              <a:gd name="connsiteX1" fmla="*/ 1762036 w 2805016"/>
              <a:gd name="connsiteY1" fmla="*/ 37054 h 3049345"/>
              <a:gd name="connsiteX2" fmla="*/ 2172496 w 2805016"/>
              <a:gd name="connsiteY2" fmla="*/ 276646 h 3049345"/>
              <a:gd name="connsiteX3" fmla="*/ 2494528 w 2805016"/>
              <a:gd name="connsiteY3" fmla="*/ 816190 h 3049345"/>
              <a:gd name="connsiteX4" fmla="*/ 2553622 w 2805016"/>
              <a:gd name="connsiteY4" fmla="*/ 932591 h 3049345"/>
              <a:gd name="connsiteX5" fmla="*/ 2789833 w 2805016"/>
              <a:gd name="connsiteY5" fmla="*/ 1841650 h 3049345"/>
              <a:gd name="connsiteX6" fmla="*/ 1939259 w 2805016"/>
              <a:gd name="connsiteY6" fmla="*/ 2818274 h 3049345"/>
              <a:gd name="connsiteX7" fmla="*/ 1752834 w 2805016"/>
              <a:gd name="connsiteY7" fmla="*/ 2904144 h 3049345"/>
              <a:gd name="connsiteX8" fmla="*/ 1191447 w 2805016"/>
              <a:gd name="connsiteY8" fmla="*/ 3038170 h 3049345"/>
              <a:gd name="connsiteX9" fmla="*/ 661126 w 2805016"/>
              <a:gd name="connsiteY9" fmla="*/ 2791872 h 3049345"/>
              <a:gd name="connsiteX10" fmla="*/ 256115 w 2805016"/>
              <a:gd name="connsiteY10" fmla="*/ 2313690 h 3049345"/>
              <a:gd name="connsiteX11" fmla="*/ 30620 w 2805016"/>
              <a:gd name="connsiteY11" fmla="*/ 1690804 h 3049345"/>
              <a:gd name="connsiteX12" fmla="*/ 29591 w 2805016"/>
              <a:gd name="connsiteY12" fmla="*/ 1037726 h 3049345"/>
              <a:gd name="connsiteX13" fmla="*/ 244525 w 2805016"/>
              <a:gd name="connsiteY13" fmla="*/ 519197 h 3049345"/>
              <a:gd name="connsiteX14" fmla="*/ 622356 w 2805016"/>
              <a:gd name="connsiteY14" fmla="*/ 183048 h 3049345"/>
              <a:gd name="connsiteX15" fmla="*/ 1448892 w 2805016"/>
              <a:gd name="connsiteY15" fmla="*/ 1295 h 304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05016" h="3049345">
                <a:moveTo>
                  <a:pt x="1448892" y="1295"/>
                </a:moveTo>
                <a:cubicBezTo>
                  <a:pt x="1551302" y="5038"/>
                  <a:pt x="1656071" y="16908"/>
                  <a:pt x="1762036" y="37054"/>
                </a:cubicBezTo>
                <a:cubicBezTo>
                  <a:pt x="1931145" y="69206"/>
                  <a:pt x="2057720" y="143119"/>
                  <a:pt x="2172496" y="276646"/>
                </a:cubicBezTo>
                <a:cubicBezTo>
                  <a:pt x="2292557" y="416316"/>
                  <a:pt x="2390672" y="610536"/>
                  <a:pt x="2494528" y="816190"/>
                </a:cubicBezTo>
                <a:cubicBezTo>
                  <a:pt x="2513659" y="854126"/>
                  <a:pt x="2533480" y="893328"/>
                  <a:pt x="2553622" y="932591"/>
                </a:cubicBezTo>
                <a:cubicBezTo>
                  <a:pt x="2733870" y="1284027"/>
                  <a:pt x="2847724" y="1537159"/>
                  <a:pt x="2789833" y="1841650"/>
                </a:cubicBezTo>
                <a:cubicBezTo>
                  <a:pt x="2701624" y="2305599"/>
                  <a:pt x="2447254" y="2597690"/>
                  <a:pt x="1939259" y="2818274"/>
                </a:cubicBezTo>
                <a:cubicBezTo>
                  <a:pt x="1872770" y="2847138"/>
                  <a:pt x="1811781" y="2876114"/>
                  <a:pt x="1752834" y="2904144"/>
                </a:cubicBezTo>
                <a:cubicBezTo>
                  <a:pt x="1508432" y="3020297"/>
                  <a:pt x="1382512" y="3074496"/>
                  <a:pt x="1191447" y="3038170"/>
                </a:cubicBezTo>
                <a:cubicBezTo>
                  <a:pt x="1001732" y="3002100"/>
                  <a:pt x="823313" y="2919199"/>
                  <a:pt x="661126" y="2791872"/>
                </a:cubicBezTo>
                <a:cubicBezTo>
                  <a:pt x="502474" y="2667286"/>
                  <a:pt x="366163" y="2506376"/>
                  <a:pt x="256115" y="2313690"/>
                </a:cubicBezTo>
                <a:cubicBezTo>
                  <a:pt x="147904" y="2124290"/>
                  <a:pt x="69906" y="1908939"/>
                  <a:pt x="30620" y="1690804"/>
                </a:cubicBezTo>
                <a:cubicBezTo>
                  <a:pt x="-9871" y="1466769"/>
                  <a:pt x="-10191" y="1246967"/>
                  <a:pt x="29591" y="1037726"/>
                </a:cubicBezTo>
                <a:cubicBezTo>
                  <a:pt x="67109" y="840400"/>
                  <a:pt x="139452" y="665977"/>
                  <a:pt x="244525" y="519197"/>
                </a:cubicBezTo>
                <a:cubicBezTo>
                  <a:pt x="343054" y="381648"/>
                  <a:pt x="470192" y="268558"/>
                  <a:pt x="622356" y="183048"/>
                </a:cubicBezTo>
                <a:cubicBezTo>
                  <a:pt x="855671" y="51991"/>
                  <a:pt x="1141662" y="-9932"/>
                  <a:pt x="1448892" y="1295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4979" y="3749689"/>
            <a:ext cx="6769184" cy="1573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smarteduverse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Placeholder 7" descr="A room with white tables and yellow chairs&#10;&#10;AI-generated content may be incorrect."/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7536" r="20653" b="3"/>
          <a:stretch>
            <a:fillRect/>
          </a:stretch>
        </p:blipFill>
        <p:spPr>
          <a:xfrm>
            <a:off x="5584924" y="1547578"/>
            <a:ext cx="2292493" cy="2122880"/>
          </a:xfrm>
          <a:custGeom>
            <a:avLst/>
            <a:gdLst/>
            <a:ahLst/>
            <a:cxnLst/>
            <a:rect l="l" t="t" r="r" b="b"/>
            <a:pathLst>
              <a:path w="2292493" h="2122880">
                <a:moveTo>
                  <a:pt x="1235443" y="101"/>
                </a:moveTo>
                <a:cubicBezTo>
                  <a:pt x="1263084" y="-395"/>
                  <a:pt x="1291217" y="936"/>
                  <a:pt x="1320072" y="4230"/>
                </a:cubicBezTo>
                <a:cubicBezTo>
                  <a:pt x="1671802" y="44384"/>
                  <a:pt x="1902125" y="218473"/>
                  <a:pt x="2090172" y="586366"/>
                </a:cubicBezTo>
                <a:cubicBezTo>
                  <a:pt x="2114779" y="634518"/>
                  <a:pt x="2139225" y="678547"/>
                  <a:pt x="2162870" y="721101"/>
                </a:cubicBezTo>
                <a:cubicBezTo>
                  <a:pt x="2260860" y="897539"/>
                  <a:pt x="2307113" y="988758"/>
                  <a:pt x="2288417" y="1133777"/>
                </a:cubicBezTo>
                <a:cubicBezTo>
                  <a:pt x="2269852" y="1277773"/>
                  <a:pt x="2215677" y="1415925"/>
                  <a:pt x="2127475" y="1544405"/>
                </a:cubicBezTo>
                <a:cubicBezTo>
                  <a:pt x="2041168" y="1670087"/>
                  <a:pt x="1926635" y="1781072"/>
                  <a:pt x="1787108" y="1874175"/>
                </a:cubicBezTo>
                <a:cubicBezTo>
                  <a:pt x="1649962" y="1965719"/>
                  <a:pt x="1492014" y="2036098"/>
                  <a:pt x="1330248" y="2077660"/>
                </a:cubicBezTo>
                <a:cubicBezTo>
                  <a:pt x="1164114" y="2120453"/>
                  <a:pt x="999359" y="2132944"/>
                  <a:pt x="840730" y="2114835"/>
                </a:cubicBezTo>
                <a:cubicBezTo>
                  <a:pt x="691132" y="2097757"/>
                  <a:pt x="557149" y="2053337"/>
                  <a:pt x="442425" y="1982881"/>
                </a:cubicBezTo>
                <a:cubicBezTo>
                  <a:pt x="334913" y="1916810"/>
                  <a:pt x="244458" y="1827961"/>
                  <a:pt x="173560" y="1718848"/>
                </a:cubicBezTo>
                <a:cubicBezTo>
                  <a:pt x="83005" y="1579424"/>
                  <a:pt x="26806" y="1409945"/>
                  <a:pt x="7516" y="1223899"/>
                </a:cubicBezTo>
                <a:cubicBezTo>
                  <a:pt x="-4057" y="1112273"/>
                  <a:pt x="-2343" y="994681"/>
                  <a:pt x="13211" y="874039"/>
                </a:cubicBezTo>
                <a:cubicBezTo>
                  <a:pt x="29758" y="745684"/>
                  <a:pt x="79512" y="646833"/>
                  <a:pt x="174480" y="553491"/>
                </a:cubicBezTo>
                <a:cubicBezTo>
                  <a:pt x="273817" y="455849"/>
                  <a:pt x="415027" y="371593"/>
                  <a:pt x="564552" y="282403"/>
                </a:cubicBezTo>
                <a:cubicBezTo>
                  <a:pt x="592135" y="265970"/>
                  <a:pt x="620637" y="248950"/>
                  <a:pt x="649169" y="231687"/>
                </a:cubicBezTo>
                <a:cubicBezTo>
                  <a:pt x="872639" y="96509"/>
                  <a:pt x="1041960" y="3569"/>
                  <a:pt x="1235443" y="101"/>
                </a:cubicBezTo>
                <a:close/>
              </a:path>
            </a:pathLst>
          </a:custGeom>
        </p:spPr>
      </p:pic>
      <p:sp>
        <p:nvSpPr>
          <p:cNvPr id="45" name="Freeform: Shape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20005" y="0"/>
            <a:ext cx="4077699" cy="2646947"/>
          </a:xfrm>
          <a:custGeom>
            <a:avLst/>
            <a:gdLst>
              <a:gd name="connsiteX0" fmla="*/ 298869 w 4077699"/>
              <a:gd name="connsiteY0" fmla="*/ 0 h 2646947"/>
              <a:gd name="connsiteX1" fmla="*/ 392277 w 4077699"/>
              <a:gd name="connsiteY1" fmla="*/ 0 h 2646947"/>
              <a:gd name="connsiteX2" fmla="*/ 387217 w 4077699"/>
              <a:gd name="connsiteY2" fmla="*/ 6841 h 2646947"/>
              <a:gd name="connsiteX3" fmla="*/ 289956 w 4077699"/>
              <a:gd name="connsiteY3" fmla="*/ 170861 h 2646947"/>
              <a:gd name="connsiteX4" fmla="*/ 109408 w 4077699"/>
              <a:gd name="connsiteY4" fmla="*/ 878451 h 2646947"/>
              <a:gd name="connsiteX5" fmla="*/ 183128 w 4077699"/>
              <a:gd name="connsiteY5" fmla="*/ 1195768 h 2646947"/>
              <a:gd name="connsiteX6" fmla="*/ 190272 w 4077699"/>
              <a:gd name="connsiteY6" fmla="*/ 1207732 h 2646947"/>
              <a:gd name="connsiteX7" fmla="*/ 207472 w 4077699"/>
              <a:gd name="connsiteY7" fmla="*/ 1253396 h 2646947"/>
              <a:gd name="connsiteX8" fmla="*/ 425597 w 4077699"/>
              <a:gd name="connsiteY8" fmla="*/ 1574987 h 2646947"/>
              <a:gd name="connsiteX9" fmla="*/ 571502 w 4077699"/>
              <a:gd name="connsiteY9" fmla="*/ 1772408 h 2646947"/>
              <a:gd name="connsiteX10" fmla="*/ 1019876 w 4077699"/>
              <a:gd name="connsiteY10" fmla="*/ 2254288 h 2646947"/>
              <a:gd name="connsiteX11" fmla="*/ 1170214 w 4077699"/>
              <a:gd name="connsiteY11" fmla="*/ 2353167 h 2646947"/>
              <a:gd name="connsiteX12" fmla="*/ 1189078 w 4077699"/>
              <a:gd name="connsiteY12" fmla="*/ 2365867 h 2646947"/>
              <a:gd name="connsiteX13" fmla="*/ 1971610 w 4077699"/>
              <a:gd name="connsiteY13" fmla="*/ 2559177 h 2646947"/>
              <a:gd name="connsiteX14" fmla="*/ 3044126 w 4077699"/>
              <a:gd name="connsiteY14" fmla="*/ 2057684 h 2646947"/>
              <a:gd name="connsiteX15" fmla="*/ 3174649 w 4077699"/>
              <a:gd name="connsiteY15" fmla="*/ 1958102 h 2646947"/>
              <a:gd name="connsiteX16" fmla="*/ 3768300 w 4077699"/>
              <a:gd name="connsiteY16" fmla="*/ 1437524 h 2646947"/>
              <a:gd name="connsiteX17" fmla="*/ 3968807 w 4077699"/>
              <a:gd name="connsiteY17" fmla="*/ 878451 h 2646947"/>
              <a:gd name="connsiteX18" fmla="*/ 3852601 w 4077699"/>
              <a:gd name="connsiteY18" fmla="*/ 122670 h 2646947"/>
              <a:gd name="connsiteX19" fmla="*/ 3806026 w 4077699"/>
              <a:gd name="connsiteY19" fmla="*/ 0 h 2646947"/>
              <a:gd name="connsiteX20" fmla="*/ 3905710 w 4077699"/>
              <a:gd name="connsiteY20" fmla="*/ 0 h 2646947"/>
              <a:gd name="connsiteX21" fmla="*/ 3954920 w 4077699"/>
              <a:gd name="connsiteY21" fmla="*/ 126878 h 2646947"/>
              <a:gd name="connsiteX22" fmla="*/ 4077699 w 4077699"/>
              <a:gd name="connsiteY22" fmla="*/ 908578 h 2646947"/>
              <a:gd name="connsiteX23" fmla="*/ 3865851 w 4077699"/>
              <a:gd name="connsiteY23" fmla="*/ 1486825 h 2646947"/>
              <a:gd name="connsiteX24" fmla="*/ 3238621 w 4077699"/>
              <a:gd name="connsiteY24" fmla="*/ 2025258 h 2646947"/>
              <a:gd name="connsiteX25" fmla="*/ 3100715 w 4077699"/>
              <a:gd name="connsiteY25" fmla="*/ 2128254 h 2646947"/>
              <a:gd name="connsiteX26" fmla="*/ 1967534 w 4077699"/>
              <a:gd name="connsiteY26" fmla="*/ 2646947 h 2646947"/>
              <a:gd name="connsiteX27" fmla="*/ 474798 w 4077699"/>
              <a:gd name="connsiteY27" fmla="*/ 1803828 h 2646947"/>
              <a:gd name="connsiteX28" fmla="*/ 315716 w 4077699"/>
              <a:gd name="connsiteY28" fmla="*/ 1588134 h 2646947"/>
              <a:gd name="connsiteX29" fmla="*/ 0 w 4077699"/>
              <a:gd name="connsiteY29" fmla="*/ 908578 h 2646947"/>
              <a:gd name="connsiteX30" fmla="*/ 190760 w 4077699"/>
              <a:gd name="connsiteY30" fmla="*/ 176721 h 2646947"/>
              <a:gd name="connsiteX31" fmla="*/ 293521 w 4077699"/>
              <a:gd name="connsiteY31" fmla="*/ 7075 h 2646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77699" h="2646947">
                <a:moveTo>
                  <a:pt x="298869" y="0"/>
                </a:moveTo>
                <a:lnTo>
                  <a:pt x="392277" y="0"/>
                </a:lnTo>
                <a:lnTo>
                  <a:pt x="387217" y="6841"/>
                </a:lnTo>
                <a:cubicBezTo>
                  <a:pt x="351698" y="60269"/>
                  <a:pt x="319254" y="114975"/>
                  <a:pt x="289956" y="170861"/>
                </a:cubicBezTo>
                <a:cubicBezTo>
                  <a:pt x="170198" y="399383"/>
                  <a:pt x="109408" y="637450"/>
                  <a:pt x="109408" y="878451"/>
                </a:cubicBezTo>
                <a:cubicBezTo>
                  <a:pt x="109408" y="999807"/>
                  <a:pt x="133654" y="1095922"/>
                  <a:pt x="183128" y="1195768"/>
                </a:cubicBezTo>
                <a:lnTo>
                  <a:pt x="190272" y="1207732"/>
                </a:lnTo>
                <a:lnTo>
                  <a:pt x="207472" y="1253396"/>
                </a:lnTo>
                <a:cubicBezTo>
                  <a:pt x="255415" y="1347918"/>
                  <a:pt x="327805" y="1445972"/>
                  <a:pt x="425597" y="1574987"/>
                </a:cubicBezTo>
                <a:cubicBezTo>
                  <a:pt x="472787" y="1637218"/>
                  <a:pt x="521584" y="1701608"/>
                  <a:pt x="571502" y="1772408"/>
                </a:cubicBezTo>
                <a:cubicBezTo>
                  <a:pt x="714549" y="1975254"/>
                  <a:pt x="861533" y="2134485"/>
                  <a:pt x="1019876" y="2254288"/>
                </a:cubicBezTo>
                <a:lnTo>
                  <a:pt x="1170214" y="2353167"/>
                </a:lnTo>
                <a:lnTo>
                  <a:pt x="1189078" y="2365867"/>
                </a:lnTo>
                <a:cubicBezTo>
                  <a:pt x="1418499" y="2498234"/>
                  <a:pt x="1673294" y="2559177"/>
                  <a:pt x="1971610" y="2559177"/>
                </a:cubicBezTo>
                <a:cubicBezTo>
                  <a:pt x="2363180" y="2559177"/>
                  <a:pt x="2650483" y="2360587"/>
                  <a:pt x="3044126" y="2057684"/>
                </a:cubicBezTo>
                <a:cubicBezTo>
                  <a:pt x="3088102" y="2023837"/>
                  <a:pt x="3132080" y="1990399"/>
                  <a:pt x="3174649" y="1958102"/>
                </a:cubicBezTo>
                <a:cubicBezTo>
                  <a:pt x="3405384" y="1782837"/>
                  <a:pt x="3623283" y="1617276"/>
                  <a:pt x="3768300" y="1437524"/>
                </a:cubicBezTo>
                <a:cubicBezTo>
                  <a:pt x="3906940" y="1265683"/>
                  <a:pt x="3968807" y="1093272"/>
                  <a:pt x="3968807" y="878451"/>
                </a:cubicBezTo>
                <a:cubicBezTo>
                  <a:pt x="3968807" y="609229"/>
                  <a:pt x="3928847" y="353589"/>
                  <a:pt x="3852601" y="122670"/>
                </a:cubicBezTo>
                <a:lnTo>
                  <a:pt x="3806026" y="0"/>
                </a:lnTo>
                <a:lnTo>
                  <a:pt x="3905710" y="0"/>
                </a:lnTo>
                <a:lnTo>
                  <a:pt x="3954920" y="126878"/>
                </a:lnTo>
                <a:cubicBezTo>
                  <a:pt x="4035479" y="365716"/>
                  <a:pt x="4077699" y="630123"/>
                  <a:pt x="4077699" y="908578"/>
                </a:cubicBezTo>
                <a:cubicBezTo>
                  <a:pt x="4077699" y="1130767"/>
                  <a:pt x="4012333" y="1309091"/>
                  <a:pt x="3865851" y="1486825"/>
                </a:cubicBezTo>
                <a:cubicBezTo>
                  <a:pt x="3712631" y="1672742"/>
                  <a:pt x="3482407" y="1843981"/>
                  <a:pt x="3238621" y="2025258"/>
                </a:cubicBezTo>
                <a:cubicBezTo>
                  <a:pt x="3193644" y="2058662"/>
                  <a:pt x="3147179" y="2093248"/>
                  <a:pt x="3100715" y="2128254"/>
                </a:cubicBezTo>
                <a:cubicBezTo>
                  <a:pt x="2684806" y="2441546"/>
                  <a:pt x="2381253" y="2646947"/>
                  <a:pt x="1967534" y="2646947"/>
                </a:cubicBezTo>
                <a:cubicBezTo>
                  <a:pt x="1337153" y="2646947"/>
                  <a:pt x="890707" y="2394813"/>
                  <a:pt x="474798" y="1803828"/>
                </a:cubicBezTo>
                <a:cubicBezTo>
                  <a:pt x="420372" y="1726474"/>
                  <a:pt x="367168" y="1656124"/>
                  <a:pt x="315716" y="1588134"/>
                </a:cubicBezTo>
                <a:cubicBezTo>
                  <a:pt x="102468" y="1306223"/>
                  <a:pt x="0" y="1159615"/>
                  <a:pt x="0" y="908578"/>
                </a:cubicBezTo>
                <a:cubicBezTo>
                  <a:pt x="0" y="659312"/>
                  <a:pt x="64228" y="413080"/>
                  <a:pt x="190760" y="176721"/>
                </a:cubicBezTo>
                <a:cubicBezTo>
                  <a:pt x="221715" y="118918"/>
                  <a:pt x="255994" y="62336"/>
                  <a:pt x="293521" y="7075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" name="Picture Placeholder 9" descr="A group of people in a classroom&#10;&#10;AI-generated content may be incorrect."/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3000"/>
                    </a14:imgEffect>
                  </a14:imgLayer>
                </a14:imgProps>
              </a:ext>
            </a:extLst>
          </a:blip>
          <a:srcRect t="2753" r="-2" b="-2"/>
          <a:stretch>
            <a:fillRect/>
          </a:stretch>
        </p:blipFill>
        <p:spPr>
          <a:xfrm>
            <a:off x="1620005" y="10"/>
            <a:ext cx="4077699" cy="2646937"/>
          </a:xfrm>
          <a:custGeom>
            <a:avLst/>
            <a:gdLst/>
            <a:ahLst/>
            <a:cxnLst/>
            <a:rect l="l" t="t" r="r" b="b"/>
            <a:pathLst>
              <a:path w="4077699" h="2646947">
                <a:moveTo>
                  <a:pt x="298869" y="0"/>
                </a:moveTo>
                <a:lnTo>
                  <a:pt x="3905710" y="0"/>
                </a:lnTo>
                <a:lnTo>
                  <a:pt x="3954920" y="126877"/>
                </a:lnTo>
                <a:cubicBezTo>
                  <a:pt x="4035479" y="365716"/>
                  <a:pt x="4077699" y="630123"/>
                  <a:pt x="4077699" y="908578"/>
                </a:cubicBezTo>
                <a:cubicBezTo>
                  <a:pt x="4077699" y="1130767"/>
                  <a:pt x="4012333" y="1309091"/>
                  <a:pt x="3865851" y="1486825"/>
                </a:cubicBezTo>
                <a:cubicBezTo>
                  <a:pt x="3712631" y="1672742"/>
                  <a:pt x="3482407" y="1843981"/>
                  <a:pt x="3238621" y="2025257"/>
                </a:cubicBezTo>
                <a:cubicBezTo>
                  <a:pt x="3193644" y="2058662"/>
                  <a:pt x="3147179" y="2093247"/>
                  <a:pt x="3100715" y="2128254"/>
                </a:cubicBezTo>
                <a:cubicBezTo>
                  <a:pt x="2684806" y="2441546"/>
                  <a:pt x="2381253" y="2646947"/>
                  <a:pt x="1967534" y="2646947"/>
                </a:cubicBezTo>
                <a:cubicBezTo>
                  <a:pt x="1337153" y="2646947"/>
                  <a:pt x="890707" y="2394813"/>
                  <a:pt x="474798" y="1803828"/>
                </a:cubicBezTo>
                <a:cubicBezTo>
                  <a:pt x="420372" y="1726474"/>
                  <a:pt x="367168" y="1656124"/>
                  <a:pt x="315716" y="1588134"/>
                </a:cubicBezTo>
                <a:cubicBezTo>
                  <a:pt x="102468" y="1306222"/>
                  <a:pt x="0" y="1159615"/>
                  <a:pt x="0" y="908578"/>
                </a:cubicBezTo>
                <a:cubicBezTo>
                  <a:pt x="0" y="659312"/>
                  <a:pt x="64228" y="413080"/>
                  <a:pt x="190760" y="176721"/>
                </a:cubicBezTo>
                <a:cubicBezTo>
                  <a:pt x="221715" y="118918"/>
                  <a:pt x="255994" y="62336"/>
                  <a:pt x="293522" y="7075"/>
                </a:cubicBezTo>
                <a:close/>
              </a:path>
            </a:pathLst>
          </a:custGeom>
        </p:spPr>
      </p:pic>
      <p:sp>
        <p:nvSpPr>
          <p:cNvPr id="47" name="Freeform: Shape 4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5969413">
            <a:off x="5678778" y="1463140"/>
            <a:ext cx="2104785" cy="2291756"/>
          </a:xfrm>
          <a:custGeom>
            <a:avLst/>
            <a:gdLst>
              <a:gd name="connsiteX0" fmla="*/ 2023353 w 2104785"/>
              <a:gd name="connsiteY0" fmla="*/ 1284444 h 2291756"/>
              <a:gd name="connsiteX1" fmla="*/ 1845451 w 2104785"/>
              <a:gd name="connsiteY1" fmla="*/ 738354 h 2291756"/>
              <a:gd name="connsiteX2" fmla="*/ 1803825 w 2104785"/>
              <a:gd name="connsiteY2" fmla="*/ 658465 h 2291756"/>
              <a:gd name="connsiteX3" fmla="*/ 1577531 w 2104785"/>
              <a:gd name="connsiteY3" fmla="*/ 287879 h 2291756"/>
              <a:gd name="connsiteX4" fmla="*/ 1291674 w 2104785"/>
              <a:gd name="connsiteY4" fmla="*/ 121748 h 2291756"/>
              <a:gd name="connsiteX5" fmla="*/ 969299 w 2104785"/>
              <a:gd name="connsiteY5" fmla="*/ 94904 h 2291756"/>
              <a:gd name="connsiteX6" fmla="*/ 502626 w 2104785"/>
              <a:gd name="connsiteY6" fmla="*/ 214833 h 2291756"/>
              <a:gd name="connsiteX7" fmla="*/ 242694 w 2104785"/>
              <a:gd name="connsiteY7" fmla="*/ 442328 h 2291756"/>
              <a:gd name="connsiteX8" fmla="*/ 96707 w 2104785"/>
              <a:gd name="connsiteY8" fmla="*/ 795407 h 2291756"/>
              <a:gd name="connsiteX9" fmla="*/ 101173 w 2104785"/>
              <a:gd name="connsiteY9" fmla="*/ 1241694 h 2291756"/>
              <a:gd name="connsiteX10" fmla="*/ 261039 w 2104785"/>
              <a:gd name="connsiteY10" fmla="*/ 1668667 h 2291756"/>
              <a:gd name="connsiteX11" fmla="*/ 322410 w 2104785"/>
              <a:gd name="connsiteY11" fmla="*/ 1763813 h 2291756"/>
              <a:gd name="connsiteX12" fmla="*/ 346848 w 2104785"/>
              <a:gd name="connsiteY12" fmla="*/ 1795056 h 2291756"/>
              <a:gd name="connsiteX13" fmla="*/ 361092 w 2104785"/>
              <a:gd name="connsiteY13" fmla="*/ 1818185 h 2291756"/>
              <a:gd name="connsiteX14" fmla="*/ 572684 w 2104785"/>
              <a:gd name="connsiteY14" fmla="*/ 2050800 h 2291756"/>
              <a:gd name="connsiteX15" fmla="*/ 925201 w 2104785"/>
              <a:gd name="connsiteY15" fmla="*/ 2220268 h 2291756"/>
              <a:gd name="connsiteX16" fmla="*/ 1297410 w 2104785"/>
              <a:gd name="connsiteY16" fmla="*/ 2130336 h 2291756"/>
              <a:gd name="connsiteX17" fmla="*/ 1420912 w 2104785"/>
              <a:gd name="connsiteY17" fmla="*/ 2072252 h 2291756"/>
              <a:gd name="connsiteX18" fmla="*/ 1868653 w 2104785"/>
              <a:gd name="connsiteY18" fmla="*/ 1718003 h 2291756"/>
              <a:gd name="connsiteX19" fmla="*/ 1887533 w 2104785"/>
              <a:gd name="connsiteY19" fmla="*/ 1682401 h 2291756"/>
              <a:gd name="connsiteX20" fmla="*/ 1896444 w 2104785"/>
              <a:gd name="connsiteY20" fmla="*/ 1670669 h 2291756"/>
              <a:gd name="connsiteX21" fmla="*/ 2014388 w 2104785"/>
              <a:gd name="connsiteY21" fmla="*/ 1360945 h 2291756"/>
              <a:gd name="connsiteX22" fmla="*/ 2023353 w 2104785"/>
              <a:gd name="connsiteY22" fmla="*/ 1284444 h 2291756"/>
              <a:gd name="connsiteX23" fmla="*/ 2104032 w 2104785"/>
              <a:gd name="connsiteY23" fmla="*/ 1308097 h 2291756"/>
              <a:gd name="connsiteX24" fmla="*/ 2094240 w 2104785"/>
              <a:gd name="connsiteY24" fmla="*/ 1392259 h 2291756"/>
              <a:gd name="connsiteX25" fmla="*/ 1461797 w 2104785"/>
              <a:gd name="connsiteY25" fmla="*/ 2121609 h 2291756"/>
              <a:gd name="connsiteX26" fmla="*/ 1322492 w 2104785"/>
              <a:gd name="connsiteY26" fmla="*/ 2185114 h 2291756"/>
              <a:gd name="connsiteX27" fmla="*/ 902329 w 2104785"/>
              <a:gd name="connsiteY27" fmla="*/ 2282718 h 2291756"/>
              <a:gd name="connsiteX28" fmla="*/ 503412 w 2104785"/>
              <a:gd name="connsiteY28" fmla="*/ 2094616 h 2291756"/>
              <a:gd name="connsiteX29" fmla="*/ 197197 w 2104785"/>
              <a:gd name="connsiteY29" fmla="*/ 1732912 h 2291756"/>
              <a:gd name="connsiteX30" fmla="*/ 24790 w 2104785"/>
              <a:gd name="connsiteY30" fmla="*/ 1263441 h 2291756"/>
              <a:gd name="connsiteX31" fmla="*/ 20509 w 2104785"/>
              <a:gd name="connsiteY31" fmla="*/ 772532 h 2291756"/>
              <a:gd name="connsiteX32" fmla="*/ 178862 w 2104785"/>
              <a:gd name="connsiteY32" fmla="*/ 383966 h 2291756"/>
              <a:gd name="connsiteX33" fmla="*/ 460322 w 2104785"/>
              <a:gd name="connsiteY33" fmla="*/ 133403 h 2291756"/>
              <a:gd name="connsiteX34" fmla="*/ 965287 w 2104785"/>
              <a:gd name="connsiteY34" fmla="*/ 907 h 2291756"/>
              <a:gd name="connsiteX35" fmla="*/ 1313979 w 2104785"/>
              <a:gd name="connsiteY35" fmla="*/ 30038 h 2291756"/>
              <a:gd name="connsiteX36" fmla="*/ 1622997 w 2104785"/>
              <a:gd name="connsiteY36" fmla="*/ 212429 h 2291756"/>
              <a:gd name="connsiteX37" fmla="*/ 1867331 w 2104785"/>
              <a:gd name="connsiteY37" fmla="*/ 619793 h 2291756"/>
              <a:gd name="connsiteX38" fmla="*/ 1912261 w 2104785"/>
              <a:gd name="connsiteY38" fmla="*/ 707619 h 2291756"/>
              <a:gd name="connsiteX39" fmla="*/ 2104032 w 2104785"/>
              <a:gd name="connsiteY39" fmla="*/ 1308097 h 2291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104785" h="2291756">
                <a:moveTo>
                  <a:pt x="2023353" y="1284444"/>
                </a:moveTo>
                <a:cubicBezTo>
                  <a:pt x="2031943" y="1108744"/>
                  <a:pt x="1956528" y="949413"/>
                  <a:pt x="1845451" y="738354"/>
                </a:cubicBezTo>
                <a:cubicBezTo>
                  <a:pt x="1831266" y="711406"/>
                  <a:pt x="1817303" y="684501"/>
                  <a:pt x="1803825" y="658465"/>
                </a:cubicBezTo>
                <a:cubicBezTo>
                  <a:pt x="1730664" y="517322"/>
                  <a:pt x="1661547" y="384026"/>
                  <a:pt x="1577531" y="287879"/>
                </a:cubicBezTo>
                <a:cubicBezTo>
                  <a:pt x="1497216" y="195961"/>
                  <a:pt x="1409064" y="144710"/>
                  <a:pt x="1291674" y="121748"/>
                </a:cubicBezTo>
                <a:cubicBezTo>
                  <a:pt x="1181338" y="100166"/>
                  <a:pt x="1072971" y="91324"/>
                  <a:pt x="969299" y="94904"/>
                </a:cubicBezTo>
                <a:cubicBezTo>
                  <a:pt x="796509" y="100872"/>
                  <a:pt x="636753" y="141341"/>
                  <a:pt x="502626" y="214833"/>
                </a:cubicBezTo>
                <a:cubicBezTo>
                  <a:pt x="397658" y="272375"/>
                  <a:pt x="310190" y="348911"/>
                  <a:pt x="242694" y="442328"/>
                </a:cubicBezTo>
                <a:cubicBezTo>
                  <a:pt x="170713" y="542015"/>
                  <a:pt x="121575" y="660783"/>
                  <a:pt x="96707" y="795407"/>
                </a:cubicBezTo>
                <a:cubicBezTo>
                  <a:pt x="70339" y="938158"/>
                  <a:pt x="71822" y="1088362"/>
                  <a:pt x="101173" y="1241694"/>
                </a:cubicBezTo>
                <a:cubicBezTo>
                  <a:pt x="129656" y="1390988"/>
                  <a:pt x="184952" y="1538606"/>
                  <a:pt x="261039" y="1668667"/>
                </a:cubicBezTo>
                <a:cubicBezTo>
                  <a:pt x="280384" y="1701746"/>
                  <a:pt x="300855" y="1733478"/>
                  <a:pt x="322410" y="1763813"/>
                </a:cubicBezTo>
                <a:lnTo>
                  <a:pt x="346848" y="1795056"/>
                </a:lnTo>
                <a:lnTo>
                  <a:pt x="361092" y="1818185"/>
                </a:lnTo>
                <a:cubicBezTo>
                  <a:pt x="422597" y="1908754"/>
                  <a:pt x="493496" y="1986730"/>
                  <a:pt x="572684" y="2050800"/>
                </a:cubicBezTo>
                <a:cubicBezTo>
                  <a:pt x="680619" y="2138109"/>
                  <a:pt x="799219" y="2195149"/>
                  <a:pt x="925201" y="2220268"/>
                </a:cubicBezTo>
                <a:cubicBezTo>
                  <a:pt x="1052079" y="2245566"/>
                  <a:pt x="1135508" y="2208926"/>
                  <a:pt x="1297410" y="2130336"/>
                </a:cubicBezTo>
                <a:cubicBezTo>
                  <a:pt x="1336459" y="2111372"/>
                  <a:pt x="1376862" y="2091764"/>
                  <a:pt x="1420912" y="2072252"/>
                </a:cubicBezTo>
                <a:cubicBezTo>
                  <a:pt x="1631268" y="1979045"/>
                  <a:pt x="1775811" y="1866515"/>
                  <a:pt x="1868653" y="1718003"/>
                </a:cubicBezTo>
                <a:lnTo>
                  <a:pt x="1887533" y="1682401"/>
                </a:lnTo>
                <a:lnTo>
                  <a:pt x="1896444" y="1670669"/>
                </a:lnTo>
                <a:cubicBezTo>
                  <a:pt x="1954203" y="1581687"/>
                  <a:pt x="1992462" y="1479642"/>
                  <a:pt x="2014388" y="1360945"/>
                </a:cubicBezTo>
                <a:cubicBezTo>
                  <a:pt x="2019185" y="1334978"/>
                  <a:pt x="2022126" y="1309545"/>
                  <a:pt x="2023353" y="1284444"/>
                </a:cubicBezTo>
                <a:close/>
                <a:moveTo>
                  <a:pt x="2104032" y="1308097"/>
                </a:moveTo>
                <a:cubicBezTo>
                  <a:pt x="2102674" y="1335709"/>
                  <a:pt x="2099461" y="1363690"/>
                  <a:pt x="2094240" y="1392259"/>
                </a:cubicBezTo>
                <a:cubicBezTo>
                  <a:pt x="2030602" y="1740507"/>
                  <a:pt x="1841466" y="1958643"/>
                  <a:pt x="1461797" y="2121609"/>
                </a:cubicBezTo>
                <a:cubicBezTo>
                  <a:pt x="1412104" y="2142934"/>
                  <a:pt x="1366535" y="2164374"/>
                  <a:pt x="1322492" y="2185114"/>
                </a:cubicBezTo>
                <a:cubicBezTo>
                  <a:pt x="1139883" y="2271057"/>
                  <a:pt x="1045769" y="2311093"/>
                  <a:pt x="902329" y="2282718"/>
                </a:cubicBezTo>
                <a:cubicBezTo>
                  <a:pt x="759902" y="2254544"/>
                  <a:pt x="625692" y="2191232"/>
                  <a:pt x="503412" y="2094616"/>
                </a:cubicBezTo>
                <a:cubicBezTo>
                  <a:pt x="383798" y="2000079"/>
                  <a:pt x="280738" y="1878365"/>
                  <a:pt x="197197" y="1732912"/>
                </a:cubicBezTo>
                <a:cubicBezTo>
                  <a:pt x="115050" y="1589939"/>
                  <a:pt x="55417" y="1427629"/>
                  <a:pt x="24790" y="1263441"/>
                </a:cubicBezTo>
                <a:cubicBezTo>
                  <a:pt x="-6771" y="1094812"/>
                  <a:pt x="-8192" y="929591"/>
                  <a:pt x="20509" y="772532"/>
                </a:cubicBezTo>
                <a:cubicBezTo>
                  <a:pt x="47575" y="624415"/>
                  <a:pt x="100875" y="493710"/>
                  <a:pt x="178862" y="383966"/>
                </a:cubicBezTo>
                <a:cubicBezTo>
                  <a:pt x="251990" y="281125"/>
                  <a:pt x="346702" y="196829"/>
                  <a:pt x="460322" y="133403"/>
                </a:cubicBezTo>
                <a:cubicBezTo>
                  <a:pt x="605502" y="52397"/>
                  <a:pt x="778367" y="7684"/>
                  <a:pt x="965287" y="907"/>
                </a:cubicBezTo>
                <a:cubicBezTo>
                  <a:pt x="1077438" y="-3159"/>
                  <a:pt x="1194651" y="6433"/>
                  <a:pt x="1313979" y="30038"/>
                </a:cubicBezTo>
                <a:cubicBezTo>
                  <a:pt x="1440936" y="55151"/>
                  <a:pt x="1536230" y="111418"/>
                  <a:pt x="1622997" y="212429"/>
                </a:cubicBezTo>
                <a:cubicBezTo>
                  <a:pt x="1713761" y="318087"/>
                  <a:pt x="1788363" y="464627"/>
                  <a:pt x="1867331" y="619793"/>
                </a:cubicBezTo>
                <a:cubicBezTo>
                  <a:pt x="1881878" y="648416"/>
                  <a:pt x="1896949" y="677994"/>
                  <a:pt x="1912261" y="707619"/>
                </a:cubicBezTo>
                <a:cubicBezTo>
                  <a:pt x="2032157" y="939647"/>
                  <a:pt x="2113539" y="1114817"/>
                  <a:pt x="2104032" y="13080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9" name="Freeform: Shape 4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51951" y="-11953"/>
            <a:ext cx="4152001" cy="3562347"/>
          </a:xfrm>
          <a:custGeom>
            <a:avLst/>
            <a:gdLst>
              <a:gd name="connsiteX0" fmla="*/ 305212 w 4069058"/>
              <a:gd name="connsiteY0" fmla="*/ 0 h 3547008"/>
              <a:gd name="connsiteX1" fmla="*/ 4069058 w 4069058"/>
              <a:gd name="connsiteY1" fmla="*/ 0 h 3547008"/>
              <a:gd name="connsiteX2" fmla="*/ 4069058 w 4069058"/>
              <a:gd name="connsiteY2" fmla="*/ 2865785 h 3547008"/>
              <a:gd name="connsiteX3" fmla="*/ 3996814 w 4069058"/>
              <a:gd name="connsiteY3" fmla="*/ 2947457 h 3547008"/>
              <a:gd name="connsiteX4" fmla="*/ 2732780 w 4069058"/>
              <a:gd name="connsiteY4" fmla="*/ 3541640 h 3547008"/>
              <a:gd name="connsiteX5" fmla="*/ 1317550 w 4069058"/>
              <a:gd name="connsiteY5" fmla="*/ 3015110 h 3547008"/>
              <a:gd name="connsiteX6" fmla="*/ 1140977 w 4069058"/>
              <a:gd name="connsiteY6" fmla="*/ 2901419 h 3547008"/>
              <a:gd name="connsiteX7" fmla="*/ 330269 w 4069058"/>
              <a:gd name="connsiteY7" fmla="*/ 2297252 h 3547008"/>
              <a:gd name="connsiteX8" fmla="*/ 13299 w 4069058"/>
              <a:gd name="connsiteY8" fmla="*/ 1599966 h 3547008"/>
              <a:gd name="connsiteX9" fmla="*/ 217457 w 4069058"/>
              <a:gd name="connsiteY9" fmla="*/ 178659 h 354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9058" h="3547008">
                <a:moveTo>
                  <a:pt x="305212" y="0"/>
                </a:moveTo>
                <a:lnTo>
                  <a:pt x="4069058" y="0"/>
                </a:lnTo>
                <a:lnTo>
                  <a:pt x="4069058" y="2865785"/>
                </a:lnTo>
                <a:lnTo>
                  <a:pt x="3996814" y="2947457"/>
                </a:lnTo>
                <a:cubicBezTo>
                  <a:pt x="3654887" y="3311545"/>
                  <a:pt x="3252443" y="3496175"/>
                  <a:pt x="2732780" y="3541640"/>
                </a:cubicBezTo>
                <a:cubicBezTo>
                  <a:pt x="2236701" y="3585041"/>
                  <a:pt x="1850359" y="3361306"/>
                  <a:pt x="1317550" y="3015110"/>
                </a:cubicBezTo>
                <a:cubicBezTo>
                  <a:pt x="1258026" y="2976425"/>
                  <a:pt x="1198546" y="2938265"/>
                  <a:pt x="1140977" y="2901419"/>
                </a:cubicBezTo>
                <a:cubicBezTo>
                  <a:pt x="828927" y="2701433"/>
                  <a:pt x="534230" y="2512513"/>
                  <a:pt x="330269" y="2297252"/>
                </a:cubicBezTo>
                <a:cubicBezTo>
                  <a:pt x="135278" y="2091465"/>
                  <a:pt x="37487" y="1876435"/>
                  <a:pt x="13299" y="1599966"/>
                </a:cubicBezTo>
                <a:cubicBezTo>
                  <a:pt x="-32170" y="1080250"/>
                  <a:pt x="39709" y="589889"/>
                  <a:pt x="217457" y="178659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1" name="Freeform: Shap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253663" y="0"/>
            <a:ext cx="3938337" cy="3321595"/>
          </a:xfrm>
          <a:custGeom>
            <a:avLst/>
            <a:gdLst>
              <a:gd name="connsiteX0" fmla="*/ 1166365 w 3938337"/>
              <a:gd name="connsiteY0" fmla="*/ 0 h 3321595"/>
              <a:gd name="connsiteX1" fmla="*/ 107576 w 3938337"/>
              <a:gd name="connsiteY1" fmla="*/ 0 h 3321595"/>
              <a:gd name="connsiteX2" fmla="*/ 66927 w 3938337"/>
              <a:gd name="connsiteY2" fmla="*/ 0 h 3321595"/>
              <a:gd name="connsiteX3" fmla="*/ 0 w 3938337"/>
              <a:gd name="connsiteY3" fmla="*/ 0 h 3321595"/>
              <a:gd name="connsiteX4" fmla="*/ 0 w 3938337"/>
              <a:gd name="connsiteY4" fmla="*/ 59511 h 3321595"/>
              <a:gd name="connsiteX5" fmla="*/ 0 w 3938337"/>
              <a:gd name="connsiteY5" fmla="*/ 155390 h 3321595"/>
              <a:gd name="connsiteX6" fmla="*/ 0 w 3938337"/>
              <a:gd name="connsiteY6" fmla="*/ 901114 h 3321595"/>
              <a:gd name="connsiteX7" fmla="*/ 4 w 3938337"/>
              <a:gd name="connsiteY7" fmla="*/ 901114 h 3321595"/>
              <a:gd name="connsiteX8" fmla="*/ 4 w 3938337"/>
              <a:gd name="connsiteY8" fmla="*/ 471771 h 3321595"/>
              <a:gd name="connsiteX9" fmla="*/ 50187 w 3938337"/>
              <a:gd name="connsiteY9" fmla="*/ 407556 h 3321595"/>
              <a:gd name="connsiteX10" fmla="*/ 352921 w 3938337"/>
              <a:gd name="connsiteY10" fmla="*/ 118259 h 3321595"/>
              <a:gd name="connsiteX11" fmla="*/ 514890 w 3938337"/>
              <a:gd name="connsiteY11" fmla="*/ 2 h 3321595"/>
              <a:gd name="connsiteX12" fmla="*/ 1166365 w 3938337"/>
              <a:gd name="connsiteY12" fmla="*/ 2 h 3321595"/>
              <a:gd name="connsiteX13" fmla="*/ 3525817 w 3938337"/>
              <a:gd name="connsiteY13" fmla="*/ 0 h 3321595"/>
              <a:gd name="connsiteX14" fmla="*/ 3384145 w 3938337"/>
              <a:gd name="connsiteY14" fmla="*/ 0 h 3321595"/>
              <a:gd name="connsiteX15" fmla="*/ 3385646 w 3938337"/>
              <a:gd name="connsiteY15" fmla="*/ 1904 h 3321595"/>
              <a:gd name="connsiteX16" fmla="*/ 3780089 w 3938337"/>
              <a:gd name="connsiteY16" fmla="*/ 1354125 h 3321595"/>
              <a:gd name="connsiteX17" fmla="*/ 3552458 w 3938337"/>
              <a:gd name="connsiteY17" fmla="*/ 1969288 h 3321595"/>
              <a:gd name="connsiteX18" fmla="*/ 3414534 w 3938337"/>
              <a:gd name="connsiteY18" fmla="*/ 2115111 h 3321595"/>
              <a:gd name="connsiteX19" fmla="*/ 3395732 w 3938337"/>
              <a:gd name="connsiteY19" fmla="*/ 2131585 h 3321595"/>
              <a:gd name="connsiteX20" fmla="*/ 3390273 w 3938337"/>
              <a:gd name="connsiteY20" fmla="*/ 2137223 h 3321595"/>
              <a:gd name="connsiteX21" fmla="*/ 3348116 w 3938337"/>
              <a:gd name="connsiteY21" fmla="*/ 2173305 h 3321595"/>
              <a:gd name="connsiteX22" fmla="*/ 3251972 w 3938337"/>
              <a:gd name="connsiteY22" fmla="*/ 2257543 h 3321595"/>
              <a:gd name="connsiteX23" fmla="*/ 2878500 w 3938337"/>
              <a:gd name="connsiteY23" fmla="*/ 2542096 h 3321595"/>
              <a:gd name="connsiteX24" fmla="*/ 2730320 w 3938337"/>
              <a:gd name="connsiteY24" fmla="*/ 2651667 h 3321595"/>
              <a:gd name="connsiteX25" fmla="*/ 1512716 w 3938337"/>
              <a:gd name="connsiteY25" fmla="*/ 3203474 h 3321595"/>
              <a:gd name="connsiteX26" fmla="*/ 78219 w 3938337"/>
              <a:gd name="connsiteY26" fmla="*/ 2525579 h 3321595"/>
              <a:gd name="connsiteX27" fmla="*/ 0 w 3938337"/>
              <a:gd name="connsiteY27" fmla="*/ 2428877 h 3321595"/>
              <a:gd name="connsiteX28" fmla="*/ 0 w 3938337"/>
              <a:gd name="connsiteY28" fmla="*/ 2518435 h 3321595"/>
              <a:gd name="connsiteX29" fmla="*/ 81495 w 3938337"/>
              <a:gd name="connsiteY29" fmla="*/ 2618704 h 3321595"/>
              <a:gd name="connsiteX30" fmla="*/ 1576046 w 3938337"/>
              <a:gd name="connsiteY30" fmla="*/ 3321595 h 3321595"/>
              <a:gd name="connsiteX31" fmla="*/ 2844621 w 3938337"/>
              <a:gd name="connsiteY31" fmla="*/ 2749441 h 3321595"/>
              <a:gd name="connsiteX32" fmla="*/ 2999005 w 3938337"/>
              <a:gd name="connsiteY32" fmla="*/ 2635829 h 3321595"/>
              <a:gd name="connsiteX33" fmla="*/ 3701177 w 3938337"/>
              <a:gd name="connsiteY33" fmla="*/ 2041901 h 3321595"/>
              <a:gd name="connsiteX34" fmla="*/ 3938337 w 3938337"/>
              <a:gd name="connsiteY34" fmla="*/ 1404055 h 3321595"/>
              <a:gd name="connsiteX35" fmla="*/ 3527383 w 3938337"/>
              <a:gd name="connsiteY35" fmla="*/ 1974 h 3321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938337" h="3321595">
                <a:moveTo>
                  <a:pt x="1166365" y="0"/>
                </a:moveTo>
                <a:lnTo>
                  <a:pt x="107576" y="0"/>
                </a:lnTo>
                <a:lnTo>
                  <a:pt x="66927" y="0"/>
                </a:lnTo>
                <a:lnTo>
                  <a:pt x="0" y="0"/>
                </a:lnTo>
                <a:lnTo>
                  <a:pt x="0" y="59511"/>
                </a:lnTo>
                <a:lnTo>
                  <a:pt x="0" y="155390"/>
                </a:lnTo>
                <a:lnTo>
                  <a:pt x="0" y="901114"/>
                </a:lnTo>
                <a:lnTo>
                  <a:pt x="4" y="901114"/>
                </a:lnTo>
                <a:lnTo>
                  <a:pt x="4" y="471771"/>
                </a:lnTo>
                <a:lnTo>
                  <a:pt x="50187" y="407556"/>
                </a:lnTo>
                <a:cubicBezTo>
                  <a:pt x="138559" y="305382"/>
                  <a:pt x="239680" y="208703"/>
                  <a:pt x="352921" y="118259"/>
                </a:cubicBezTo>
                <a:lnTo>
                  <a:pt x="514890" y="2"/>
                </a:lnTo>
                <a:lnTo>
                  <a:pt x="1166365" y="2"/>
                </a:lnTo>
                <a:close/>
                <a:moveTo>
                  <a:pt x="3525817" y="0"/>
                </a:moveTo>
                <a:lnTo>
                  <a:pt x="3384145" y="0"/>
                </a:lnTo>
                <a:lnTo>
                  <a:pt x="3385646" y="1904"/>
                </a:lnTo>
                <a:cubicBezTo>
                  <a:pt x="3641155" y="363079"/>
                  <a:pt x="3780089" y="835723"/>
                  <a:pt x="3780089" y="1354125"/>
                </a:cubicBezTo>
                <a:cubicBezTo>
                  <a:pt x="3780089" y="1590500"/>
                  <a:pt x="3709854" y="1780209"/>
                  <a:pt x="3552458" y="1969288"/>
                </a:cubicBezTo>
                <a:cubicBezTo>
                  <a:pt x="3511300" y="2018735"/>
                  <a:pt x="3464970" y="2067206"/>
                  <a:pt x="3414534" y="2115111"/>
                </a:cubicBezTo>
                <a:lnTo>
                  <a:pt x="3395732" y="2131585"/>
                </a:lnTo>
                <a:lnTo>
                  <a:pt x="3390273" y="2137223"/>
                </a:lnTo>
                <a:lnTo>
                  <a:pt x="3348116" y="2173305"/>
                </a:lnTo>
                <a:lnTo>
                  <a:pt x="3251972" y="2257543"/>
                </a:lnTo>
                <a:cubicBezTo>
                  <a:pt x="3136805" y="2351916"/>
                  <a:pt x="3009474" y="2445671"/>
                  <a:pt x="2878500" y="2542096"/>
                </a:cubicBezTo>
                <a:cubicBezTo>
                  <a:pt x="2830172" y="2577632"/>
                  <a:pt x="2780245" y="2614426"/>
                  <a:pt x="2730320" y="2651667"/>
                </a:cubicBezTo>
                <a:cubicBezTo>
                  <a:pt x="2283426" y="2984960"/>
                  <a:pt x="1957258" y="3203474"/>
                  <a:pt x="1512716" y="3203474"/>
                </a:cubicBezTo>
                <a:cubicBezTo>
                  <a:pt x="920041" y="3203474"/>
                  <a:pt x="478682" y="2998110"/>
                  <a:pt x="78219" y="2525579"/>
                </a:cubicBezTo>
                <a:lnTo>
                  <a:pt x="0" y="2428877"/>
                </a:lnTo>
                <a:lnTo>
                  <a:pt x="0" y="2518435"/>
                </a:lnTo>
                <a:lnTo>
                  <a:pt x="81495" y="2618704"/>
                </a:lnTo>
                <a:cubicBezTo>
                  <a:pt x="498723" y="3108658"/>
                  <a:pt x="958559" y="3321595"/>
                  <a:pt x="1576046" y="3321595"/>
                </a:cubicBezTo>
                <a:cubicBezTo>
                  <a:pt x="2039197" y="3321595"/>
                  <a:pt x="2379018" y="3095023"/>
                  <a:pt x="2844621" y="2749441"/>
                </a:cubicBezTo>
                <a:cubicBezTo>
                  <a:pt x="2896636" y="2710827"/>
                  <a:pt x="2948653" y="2672676"/>
                  <a:pt x="2999005" y="2635829"/>
                </a:cubicBezTo>
                <a:cubicBezTo>
                  <a:pt x="3271919" y="2435869"/>
                  <a:pt x="3529651" y="2246981"/>
                  <a:pt x="3701177" y="2041901"/>
                </a:cubicBezTo>
                <a:cubicBezTo>
                  <a:pt x="3865161" y="1845849"/>
                  <a:pt x="3938337" y="1649145"/>
                  <a:pt x="3938337" y="1404055"/>
                </a:cubicBezTo>
                <a:cubicBezTo>
                  <a:pt x="3938337" y="866538"/>
                  <a:pt x="3793587" y="376466"/>
                  <a:pt x="3527383" y="197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Picture Placeholder 8" descr="A group of people outside a building&#10;&#10;AI-generated content may be incorrect."/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l="10983" r="388"/>
          <a:stretch>
            <a:fillRect/>
          </a:stretch>
        </p:blipFill>
        <p:spPr>
          <a:xfrm>
            <a:off x="8253664" y="10"/>
            <a:ext cx="3938337" cy="3321585"/>
          </a:xfrm>
          <a:custGeom>
            <a:avLst/>
            <a:gdLst/>
            <a:ahLst/>
            <a:cxnLst/>
            <a:rect l="l" t="t" r="r" b="b"/>
            <a:pathLst>
              <a:path w="3938337" h="3321595">
                <a:moveTo>
                  <a:pt x="412520" y="0"/>
                </a:moveTo>
                <a:lnTo>
                  <a:pt x="3217629" y="0"/>
                </a:lnTo>
                <a:lnTo>
                  <a:pt x="3871410" y="0"/>
                </a:lnTo>
                <a:lnTo>
                  <a:pt x="3938337" y="0"/>
                </a:lnTo>
                <a:lnTo>
                  <a:pt x="3938337" y="59511"/>
                </a:lnTo>
                <a:lnTo>
                  <a:pt x="3938337" y="699247"/>
                </a:lnTo>
                <a:lnTo>
                  <a:pt x="3938337" y="2518435"/>
                </a:lnTo>
                <a:lnTo>
                  <a:pt x="3856842" y="2618704"/>
                </a:lnTo>
                <a:cubicBezTo>
                  <a:pt x="3439614" y="3108658"/>
                  <a:pt x="2979779" y="3321595"/>
                  <a:pt x="2362292" y="3321595"/>
                </a:cubicBezTo>
                <a:cubicBezTo>
                  <a:pt x="1899140" y="3321595"/>
                  <a:pt x="1559319" y="3095023"/>
                  <a:pt x="1093716" y="2749441"/>
                </a:cubicBezTo>
                <a:cubicBezTo>
                  <a:pt x="1041701" y="2710827"/>
                  <a:pt x="989684" y="2672676"/>
                  <a:pt x="939333" y="2635829"/>
                </a:cubicBezTo>
                <a:cubicBezTo>
                  <a:pt x="666418" y="2435869"/>
                  <a:pt x="408686" y="2246981"/>
                  <a:pt x="237160" y="2041901"/>
                </a:cubicBezTo>
                <a:cubicBezTo>
                  <a:pt x="73176" y="1845849"/>
                  <a:pt x="0" y="1649145"/>
                  <a:pt x="0" y="1404055"/>
                </a:cubicBezTo>
                <a:cubicBezTo>
                  <a:pt x="0" y="866538"/>
                  <a:pt x="144750" y="376466"/>
                  <a:pt x="410955" y="1974"/>
                </a:cubicBezTo>
                <a:close/>
              </a:path>
            </a:pathLst>
          </a:custGeom>
        </p:spPr>
      </p:pic>
      <p:sp>
        <p:nvSpPr>
          <p:cNvPr id="53" name="Freeform: Shap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857855"/>
            <a:ext cx="4211055" cy="4000145"/>
          </a:xfrm>
          <a:custGeom>
            <a:avLst/>
            <a:gdLst>
              <a:gd name="connsiteX0" fmla="*/ 1165310 w 4211055"/>
              <a:gd name="connsiteY0" fmla="*/ 990 h 4000145"/>
              <a:gd name="connsiteX1" fmla="*/ 2418078 w 4211055"/>
              <a:gd name="connsiteY1" fmla="*/ 367333 h 4000145"/>
              <a:gd name="connsiteX2" fmla="*/ 4174528 w 4211055"/>
              <a:gd name="connsiteY2" fmla="*/ 3871009 h 4000145"/>
              <a:gd name="connsiteX3" fmla="*/ 4145661 w 4211055"/>
              <a:gd name="connsiteY3" fmla="*/ 4000145 h 4000145"/>
              <a:gd name="connsiteX4" fmla="*/ 0 w 4211055"/>
              <a:gd name="connsiteY4" fmla="*/ 4000145 h 4000145"/>
              <a:gd name="connsiteX5" fmla="*/ 0 w 4211055"/>
              <a:gd name="connsiteY5" fmla="*/ 4000144 h 4000145"/>
              <a:gd name="connsiteX6" fmla="*/ 3932946 w 4211055"/>
              <a:gd name="connsiteY6" fmla="*/ 4000144 h 4000145"/>
              <a:gd name="connsiteX7" fmla="*/ 3985875 w 4211055"/>
              <a:gd name="connsiteY7" fmla="*/ 3757912 h 4000145"/>
              <a:gd name="connsiteX8" fmla="*/ 2314254 w 4211055"/>
              <a:gd name="connsiteY8" fmla="*/ 461503 h 4000145"/>
              <a:gd name="connsiteX9" fmla="*/ 1133823 w 4211055"/>
              <a:gd name="connsiteY9" fmla="*/ 110981 h 4000145"/>
              <a:gd name="connsiteX10" fmla="*/ 994619 w 4211055"/>
              <a:gd name="connsiteY10" fmla="*/ 110419 h 4000145"/>
              <a:gd name="connsiteX11" fmla="*/ 60036 w 4211055"/>
              <a:gd name="connsiteY11" fmla="*/ 330041 h 4000145"/>
              <a:gd name="connsiteX12" fmla="*/ 0 w 4211055"/>
              <a:gd name="connsiteY12" fmla="*/ 360008 h 4000145"/>
              <a:gd name="connsiteX13" fmla="*/ 0 w 4211055"/>
              <a:gd name="connsiteY13" fmla="*/ 251609 h 4000145"/>
              <a:gd name="connsiteX14" fmla="*/ 158783 w 4211055"/>
              <a:gd name="connsiteY14" fmla="*/ 182603 h 4000145"/>
              <a:gd name="connsiteX15" fmla="*/ 1165310 w 4211055"/>
              <a:gd name="connsiteY15" fmla="*/ 990 h 4000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11055" h="4000145">
                <a:moveTo>
                  <a:pt x="1165310" y="990"/>
                </a:moveTo>
                <a:cubicBezTo>
                  <a:pt x="1578456" y="12730"/>
                  <a:pt x="2002082" y="129252"/>
                  <a:pt x="2418078" y="367333"/>
                </a:cubicBezTo>
                <a:cubicBezTo>
                  <a:pt x="3626917" y="1059170"/>
                  <a:pt x="4390740" y="2547253"/>
                  <a:pt x="4174528" y="3871009"/>
                </a:cubicBezTo>
                <a:lnTo>
                  <a:pt x="4145661" y="4000145"/>
                </a:lnTo>
                <a:lnTo>
                  <a:pt x="0" y="4000145"/>
                </a:lnTo>
                <a:lnTo>
                  <a:pt x="0" y="4000144"/>
                </a:lnTo>
                <a:lnTo>
                  <a:pt x="3932946" y="4000144"/>
                </a:lnTo>
                <a:lnTo>
                  <a:pt x="3985875" y="3757912"/>
                </a:lnTo>
                <a:cubicBezTo>
                  <a:pt x="4181907" y="2517281"/>
                  <a:pt x="3455171" y="1117132"/>
                  <a:pt x="2314254" y="461503"/>
                </a:cubicBezTo>
                <a:cubicBezTo>
                  <a:pt x="1921632" y="235883"/>
                  <a:pt x="1522506" y="124256"/>
                  <a:pt x="1133823" y="110981"/>
                </a:cubicBezTo>
                <a:cubicBezTo>
                  <a:pt x="1087262" y="109391"/>
                  <a:pt x="1040851" y="109212"/>
                  <a:pt x="994619" y="110419"/>
                </a:cubicBezTo>
                <a:cubicBezTo>
                  <a:pt x="670992" y="118859"/>
                  <a:pt x="356135" y="195139"/>
                  <a:pt x="60036" y="330041"/>
                </a:cubicBezTo>
                <a:lnTo>
                  <a:pt x="0" y="360008"/>
                </a:lnTo>
                <a:lnTo>
                  <a:pt x="0" y="251609"/>
                </a:lnTo>
                <a:lnTo>
                  <a:pt x="158783" y="182603"/>
                </a:lnTo>
                <a:cubicBezTo>
                  <a:pt x="479801" y="54981"/>
                  <a:pt x="818871" y="-8854"/>
                  <a:pt x="1165310" y="99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1" name="Picture Placeholder 10" descr="An aerial view of a playground&#10;&#10;AI-generated content may be incorrect."/>
          <p:cNvPicPr>
            <a:picLocks noGrp="1" noChangeAspect="1"/>
          </p:cNvPicPr>
          <p:nvPr>
            <p:ph type="pic" sz="quarter" idx="14"/>
          </p:nvPr>
        </p:nvPicPr>
        <p:blipFill>
          <a:blip r:embed="rId6"/>
          <a:srcRect t="2504" r="4" b="2508"/>
          <a:stretch>
            <a:fillRect/>
          </a:stretch>
        </p:blipFill>
        <p:spPr>
          <a:xfrm>
            <a:off x="20" y="2857855"/>
            <a:ext cx="4211035" cy="4000145"/>
          </a:xfrm>
          <a:custGeom>
            <a:avLst/>
            <a:gdLst/>
            <a:ahLst/>
            <a:cxnLst/>
            <a:rect l="l" t="t" r="r" b="b"/>
            <a:pathLst>
              <a:path w="4211055" h="4000145">
                <a:moveTo>
                  <a:pt x="1165310" y="990"/>
                </a:moveTo>
                <a:cubicBezTo>
                  <a:pt x="1578456" y="12730"/>
                  <a:pt x="2002082" y="129252"/>
                  <a:pt x="2418078" y="367333"/>
                </a:cubicBezTo>
                <a:cubicBezTo>
                  <a:pt x="3626917" y="1059170"/>
                  <a:pt x="4390740" y="2547253"/>
                  <a:pt x="4174528" y="3871009"/>
                </a:cubicBezTo>
                <a:lnTo>
                  <a:pt x="4145661" y="4000145"/>
                </a:lnTo>
                <a:lnTo>
                  <a:pt x="0" y="4000145"/>
                </a:lnTo>
                <a:lnTo>
                  <a:pt x="0" y="251609"/>
                </a:lnTo>
                <a:lnTo>
                  <a:pt x="158783" y="182603"/>
                </a:lnTo>
                <a:cubicBezTo>
                  <a:pt x="479801" y="54981"/>
                  <a:pt x="818871" y="-8854"/>
                  <a:pt x="1165310" y="99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5498" y="0"/>
            <a:ext cx="4901184" cy="4032504"/>
          </a:xfrm>
          <a:custGeom>
            <a:avLst/>
            <a:gdLst>
              <a:gd name="connsiteX0" fmla="*/ 0 w 4901184"/>
              <a:gd name="connsiteY0" fmla="*/ 0 h 4032504"/>
              <a:gd name="connsiteX1" fmla="*/ 4901184 w 4901184"/>
              <a:gd name="connsiteY1" fmla="*/ 0 h 4032504"/>
              <a:gd name="connsiteX2" fmla="*/ 4901184 w 4901184"/>
              <a:gd name="connsiteY2" fmla="*/ 3813911 h 4032504"/>
              <a:gd name="connsiteX3" fmla="*/ 4682591 w 4901184"/>
              <a:gd name="connsiteY3" fmla="*/ 4032504 h 4032504"/>
              <a:gd name="connsiteX4" fmla="*/ 218593 w 4901184"/>
              <a:gd name="connsiteY4" fmla="*/ 4032504 h 4032504"/>
              <a:gd name="connsiteX5" fmla="*/ 0 w 4901184"/>
              <a:gd name="connsiteY5" fmla="*/ 3813911 h 4032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4032504">
                <a:moveTo>
                  <a:pt x="0" y="0"/>
                </a:moveTo>
                <a:lnTo>
                  <a:pt x="4901184" y="0"/>
                </a:lnTo>
                <a:lnTo>
                  <a:pt x="4901184" y="3813911"/>
                </a:lnTo>
                <a:cubicBezTo>
                  <a:pt x="4901184" y="3934637"/>
                  <a:pt x="4803317" y="4032504"/>
                  <a:pt x="4682591" y="4032504"/>
                </a:cubicBezTo>
                <a:lnTo>
                  <a:pt x="218593" y="4032504"/>
                </a:lnTo>
                <a:cubicBezTo>
                  <a:pt x="97867" y="4032504"/>
                  <a:pt x="0" y="3934637"/>
                  <a:pt x="0" y="381391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7" name="Freeform: Shap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0090" y="-3"/>
            <a:ext cx="4572000" cy="3867912"/>
          </a:xfrm>
          <a:custGeom>
            <a:avLst/>
            <a:gdLst>
              <a:gd name="connsiteX0" fmla="*/ 0 w 4572000"/>
              <a:gd name="connsiteY0" fmla="*/ 0 h 3867912"/>
              <a:gd name="connsiteX1" fmla="*/ 4572000 w 4572000"/>
              <a:gd name="connsiteY1" fmla="*/ 0 h 3867912"/>
              <a:gd name="connsiteX2" fmla="*/ 4572000 w 4572000"/>
              <a:gd name="connsiteY2" fmla="*/ 3704966 h 3867912"/>
              <a:gd name="connsiteX3" fmla="*/ 4409054 w 4572000"/>
              <a:gd name="connsiteY3" fmla="*/ 3867912 h 3867912"/>
              <a:gd name="connsiteX4" fmla="*/ 162946 w 4572000"/>
              <a:gd name="connsiteY4" fmla="*/ 3867912 h 3867912"/>
              <a:gd name="connsiteX5" fmla="*/ 0 w 4572000"/>
              <a:gd name="connsiteY5" fmla="*/ 3704966 h 386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2000" h="3867912">
                <a:moveTo>
                  <a:pt x="0" y="0"/>
                </a:moveTo>
                <a:lnTo>
                  <a:pt x="4572000" y="0"/>
                </a:lnTo>
                <a:lnTo>
                  <a:pt x="4572000" y="3704966"/>
                </a:lnTo>
                <a:cubicBezTo>
                  <a:pt x="4572000" y="3794959"/>
                  <a:pt x="4499047" y="3867912"/>
                  <a:pt x="4409054" y="3867912"/>
                </a:cubicBezTo>
                <a:lnTo>
                  <a:pt x="162946" y="3867912"/>
                </a:lnTo>
                <a:cubicBezTo>
                  <a:pt x="72953" y="3867912"/>
                  <a:pt x="0" y="3794959"/>
                  <a:pt x="0" y="370496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Placeholder 12" descr="Students sitting around a table studying"/>
          <p:cNvPicPr>
            <a:picLocks noGrp="1" noChangeAspect="1"/>
          </p:cNvPicPr>
          <p:nvPr>
            <p:ph type="pic" sz="quarter" idx="20"/>
          </p:nvPr>
        </p:nvPicPr>
        <p:blipFill>
          <a:blip r:embed="rId3" cstate="email"/>
          <a:srcRect l="736" r="736"/>
          <a:stretch>
            <a:fillRect/>
          </a:stretch>
        </p:blipFill>
        <p:spPr>
          <a:xfrm>
            <a:off x="1829548" y="124878"/>
            <a:ext cx="2691492" cy="3618150"/>
          </a:xfrm>
          <a:prstGeom prst="rect">
            <a:avLst/>
          </a:prstGeom>
        </p:spPr>
      </p:pic>
      <p:sp>
        <p:nvSpPr>
          <p:cNvPr id="68" name="Freeform: Shap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5498" y="4241249"/>
            <a:ext cx="4901184" cy="2616751"/>
          </a:xfrm>
          <a:custGeom>
            <a:avLst/>
            <a:gdLst>
              <a:gd name="connsiteX0" fmla="*/ 218593 w 4901184"/>
              <a:gd name="connsiteY0" fmla="*/ 0 h 2616751"/>
              <a:gd name="connsiteX1" fmla="*/ 4682591 w 4901184"/>
              <a:gd name="connsiteY1" fmla="*/ 0 h 2616751"/>
              <a:gd name="connsiteX2" fmla="*/ 4901184 w 4901184"/>
              <a:gd name="connsiteY2" fmla="*/ 218593 h 2616751"/>
              <a:gd name="connsiteX3" fmla="*/ 4901184 w 4901184"/>
              <a:gd name="connsiteY3" fmla="*/ 2616751 h 2616751"/>
              <a:gd name="connsiteX4" fmla="*/ 0 w 4901184"/>
              <a:gd name="connsiteY4" fmla="*/ 2616751 h 2616751"/>
              <a:gd name="connsiteX5" fmla="*/ 0 w 4901184"/>
              <a:gd name="connsiteY5" fmla="*/ 218593 h 2616751"/>
              <a:gd name="connsiteX6" fmla="*/ 218593 w 4901184"/>
              <a:gd name="connsiteY6" fmla="*/ 0 h 2616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1184" h="2616751">
                <a:moveTo>
                  <a:pt x="218593" y="0"/>
                </a:moveTo>
                <a:lnTo>
                  <a:pt x="4682591" y="0"/>
                </a:lnTo>
                <a:cubicBezTo>
                  <a:pt x="4803317" y="0"/>
                  <a:pt x="4901184" y="97867"/>
                  <a:pt x="4901184" y="218593"/>
                </a:cubicBezTo>
                <a:lnTo>
                  <a:pt x="4901184" y="2616751"/>
                </a:lnTo>
                <a:lnTo>
                  <a:pt x="0" y="2616751"/>
                </a:lnTo>
                <a:lnTo>
                  <a:pt x="0" y="218593"/>
                </a:lnTo>
                <a:cubicBezTo>
                  <a:pt x="0" y="97867"/>
                  <a:pt x="97867" y="0"/>
                  <a:pt x="2185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9" name="Freeform: Shap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0090" y="4405848"/>
            <a:ext cx="4572000" cy="2452159"/>
          </a:xfrm>
          <a:custGeom>
            <a:avLst/>
            <a:gdLst>
              <a:gd name="connsiteX0" fmla="*/ 162946 w 4572000"/>
              <a:gd name="connsiteY0" fmla="*/ 0 h 2452159"/>
              <a:gd name="connsiteX1" fmla="*/ 4409054 w 4572000"/>
              <a:gd name="connsiteY1" fmla="*/ 0 h 2452159"/>
              <a:gd name="connsiteX2" fmla="*/ 4572000 w 4572000"/>
              <a:gd name="connsiteY2" fmla="*/ 162946 h 2452159"/>
              <a:gd name="connsiteX3" fmla="*/ 4572000 w 4572000"/>
              <a:gd name="connsiteY3" fmla="*/ 2452159 h 2452159"/>
              <a:gd name="connsiteX4" fmla="*/ 0 w 4572000"/>
              <a:gd name="connsiteY4" fmla="*/ 2452159 h 2452159"/>
              <a:gd name="connsiteX5" fmla="*/ 0 w 4572000"/>
              <a:gd name="connsiteY5" fmla="*/ 162946 h 2452159"/>
              <a:gd name="connsiteX6" fmla="*/ 162946 w 4572000"/>
              <a:gd name="connsiteY6" fmla="*/ 0 h 2452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2452159">
                <a:moveTo>
                  <a:pt x="162946" y="0"/>
                </a:moveTo>
                <a:lnTo>
                  <a:pt x="4409054" y="0"/>
                </a:lnTo>
                <a:cubicBezTo>
                  <a:pt x="4499047" y="0"/>
                  <a:pt x="4572000" y="72953"/>
                  <a:pt x="4572000" y="162946"/>
                </a:cubicBezTo>
                <a:lnTo>
                  <a:pt x="4572000" y="2452159"/>
                </a:lnTo>
                <a:lnTo>
                  <a:pt x="0" y="2452159"/>
                </a:lnTo>
                <a:lnTo>
                  <a:pt x="0" y="162946"/>
                </a:lnTo>
                <a:cubicBezTo>
                  <a:pt x="0" y="72953"/>
                  <a:pt x="72953" y="0"/>
                  <a:pt x="16294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9" name="Picture Placeholder 28" descr="Three students taking a selfie"/>
          <p:cNvPicPr>
            <a:picLocks noGrp="1" noChangeAspect="1"/>
          </p:cNvPicPr>
          <p:nvPr>
            <p:ph type="pic" sz="quarter" idx="19"/>
          </p:nvPr>
        </p:nvPicPr>
        <p:blipFill>
          <a:blip r:embed="rId4" cstate="email"/>
          <a:srcRect t="60" b="60"/>
          <a:stretch>
            <a:fillRect/>
          </a:stretch>
        </p:blipFill>
        <p:spPr>
          <a:xfrm>
            <a:off x="1315235" y="4659969"/>
            <a:ext cx="3747259" cy="18994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10269" y="286817"/>
            <a:ext cx="5476921" cy="613519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4400" dirty="0"/>
              <a:t>  </a:t>
            </a:r>
            <a:r>
              <a:rPr lang="en-GB" sz="4400" u="sng" dirty="0">
                <a:latin typeface="Century" panose="02040604050505020304"/>
              </a:rPr>
              <a:t>Group Details</a:t>
            </a:r>
            <a:endParaRPr lang="en-US" sz="4400" u="sng" dirty="0">
              <a:latin typeface="Century" panose="02040604050505020304"/>
            </a:endParaRP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 </a:t>
            </a:r>
            <a:r>
              <a:rPr lang="en-GB" sz="2400" dirty="0">
                <a:latin typeface="Centaur" panose="02030504050205020304"/>
              </a:rPr>
              <a:t>1.  </a:t>
            </a:r>
            <a:r>
              <a:rPr lang="en-GB" sz="2400" dirty="0">
                <a:latin typeface="Centaur" panose="02030504050205020304"/>
                <a:ea typeface="Cambria" panose="02040503050406030204"/>
              </a:rPr>
              <a:t> </a:t>
            </a:r>
            <a:r>
              <a:rPr lang="en-GB" sz="2400" dirty="0">
                <a:latin typeface="Cambria" panose="02040503050406030204"/>
                <a:ea typeface="Cambria" panose="02040503050406030204"/>
              </a:rPr>
              <a:t>Roll no. : 2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      Name : </a:t>
            </a:r>
            <a:r>
              <a:rPr lang="en-GB" sz="2400" dirty="0" err="1">
                <a:latin typeface="Cambria" panose="02040503050406030204"/>
                <a:ea typeface="Cambria" panose="02040503050406030204"/>
              </a:rPr>
              <a:t>Bhalala</a:t>
            </a:r>
            <a:r>
              <a:rPr lang="en-GB" sz="2400" dirty="0">
                <a:latin typeface="Cambria" panose="02040503050406030204"/>
                <a:ea typeface="Cambria" panose="02040503050406030204"/>
              </a:rPr>
              <a:t> Tulsi </a:t>
            </a:r>
            <a:r>
              <a:rPr lang="en-GB" sz="2400" dirty="0" err="1">
                <a:latin typeface="Cambria" panose="02040503050406030204"/>
                <a:ea typeface="Cambria" panose="02040503050406030204"/>
              </a:rPr>
              <a:t>Mansukhbhai</a:t>
            </a:r>
            <a:r>
              <a:rPr lang="en-GB" sz="2400" dirty="0">
                <a:latin typeface="Cambria" panose="02040503050406030204"/>
                <a:ea typeface="Cambria" panose="02040503050406030204"/>
              </a:rPr>
              <a:t> 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       Contact no. : 9016768711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 2.   Roll no. : 4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      Name : Bhatt Aastha </a:t>
            </a:r>
            <a:r>
              <a:rPr lang="en-GB" sz="2400" dirty="0" err="1">
                <a:latin typeface="Cambria" panose="02040503050406030204"/>
                <a:ea typeface="Cambria" panose="02040503050406030204"/>
              </a:rPr>
              <a:t>Vijaybhai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      Contact no. : 9904137419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 3.   Roll no. : 51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      Name : </a:t>
            </a:r>
            <a:r>
              <a:rPr lang="en-GB" sz="2400" dirty="0" err="1">
                <a:latin typeface="Cambria" panose="02040503050406030204"/>
                <a:ea typeface="Cambria" panose="02040503050406030204"/>
              </a:rPr>
              <a:t>Odedara</a:t>
            </a:r>
            <a:r>
              <a:rPr lang="en-GB" sz="2400" dirty="0">
                <a:latin typeface="Cambria" panose="02040503050406030204"/>
                <a:ea typeface="Cambria" panose="02040503050406030204"/>
              </a:rPr>
              <a:t> Leelu </a:t>
            </a:r>
            <a:r>
              <a:rPr lang="en-GB" sz="2400" dirty="0" err="1">
                <a:latin typeface="Cambria" panose="02040503050406030204"/>
                <a:ea typeface="Cambria" panose="02040503050406030204"/>
              </a:rPr>
              <a:t>Khimabhai</a:t>
            </a:r>
            <a:br>
              <a:rPr lang="en-GB" sz="2400" dirty="0">
                <a:latin typeface="Cambria" panose="02040503050406030204"/>
                <a:ea typeface="Cambria" panose="02040503050406030204"/>
              </a:rPr>
            </a:br>
            <a:r>
              <a:rPr lang="en-GB" sz="2400" dirty="0">
                <a:latin typeface="Cambria" panose="02040503050406030204"/>
                <a:ea typeface="Cambria" panose="02040503050406030204"/>
              </a:rPr>
              <a:t>       Contact no. : 6355494975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7985" y="1127470"/>
            <a:ext cx="6894576" cy="206127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>
                <a:solidFill>
                  <a:srgbClr val="262626"/>
                </a:solidFill>
                <a:latin typeface="Perpetua Titling MT" panose="02020502060505020804"/>
              </a:rPr>
              <a:t>Internal            Guide </a:t>
            </a:r>
            <a:r>
              <a:rPr lang="en-US" sz="4800" b="1" dirty="0">
                <a:solidFill>
                  <a:srgbClr val="262626"/>
                </a:solidFill>
                <a:latin typeface="Bernard MT Condensed" panose="02050806060905020404"/>
              </a:rPr>
              <a:t>:</a:t>
            </a:r>
            <a:endParaRPr lang="en-US" sz="4800" dirty="0"/>
          </a:p>
          <a:p>
            <a:pPr>
              <a:lnSpc>
                <a:spcPct val="90000"/>
              </a:lnSpc>
            </a:pPr>
            <a:endParaRPr lang="en-US" sz="61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8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Placeholder 21" descr="A person holding a model airplane&#10;&#10;AI-generated content may be incorrect.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15483" b="15483"/>
          <a:stretch>
            <a:fillRect/>
          </a:stretch>
        </p:blipFill>
        <p:spPr>
          <a:xfrm>
            <a:off x="8156454" y="-7"/>
            <a:ext cx="4035547" cy="4178808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8" name="Picture Placeholder 7" descr="A person standing in front of a group of people sitting around a table&#10;&#10;AI-generated content may be incorrect."/>
          <p:cNvPicPr>
            <a:picLocks noGrp="1" noChangeAspect="1"/>
          </p:cNvPicPr>
          <p:nvPr>
            <p:ph type="pic" sz="quarter" idx="21"/>
          </p:nvPr>
        </p:nvPicPr>
        <p:blipFill>
          <a:blip r:embed="rId4"/>
          <a:srcRect t="17996" b="17996"/>
          <a:stretch>
            <a:fillRect/>
          </a:stretch>
        </p:blipFill>
        <p:spPr>
          <a:xfrm>
            <a:off x="8144356" y="4267201"/>
            <a:ext cx="4047645" cy="2590808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sp>
        <p:nvSpPr>
          <p:cNvPr id="10" name="TextBox 9"/>
          <p:cNvSpPr txBox="1"/>
          <p:nvPr/>
        </p:nvSpPr>
        <p:spPr>
          <a:xfrm>
            <a:off x="1011162" y="3877734"/>
            <a:ext cx="71458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dirty="0">
                <a:solidFill>
                  <a:srgbClr val="262626"/>
                </a:solidFill>
                <a:latin typeface="Baskerville Old Face" panose="02020602080505020303"/>
                <a:cs typeface="Segoe UI" panose="020B0502040204020203"/>
              </a:rPr>
              <a:t>             Prof. Dhruvi Suthar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" name="Rectangle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477" y="645236"/>
            <a:ext cx="3087195" cy="55773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kern="1200" dirty="0">
                <a:solidFill>
                  <a:schemeClr val="tx1"/>
                </a:solidFill>
                <a:latin typeface="Aptos" panose="020B0004020202020204" pitchFamily="34" charset="0"/>
                <a:cs typeface="Cascadia Code SemiBold" panose="020B0609020000020004" pitchFamily="49" charset="0"/>
              </a:rPr>
              <a:t>Development</a:t>
            </a:r>
            <a:br>
              <a:rPr lang="en-US" sz="2200" dirty="0">
                <a:latin typeface="Aptos" panose="020B0004020202020204" pitchFamily="34" charset="0"/>
                <a:cs typeface="Cascadia Code SemiBold" panose="020B0609020000020004" pitchFamily="49" charset="0"/>
              </a:rPr>
            </a:br>
            <a:br>
              <a:rPr lang="en-US" sz="2200" dirty="0">
                <a:latin typeface="Aptos" panose="020B0004020202020204" pitchFamily="34" charset="0"/>
                <a:cs typeface="Cascadia Code SemiBold" panose="020B0609020000020004" pitchFamily="49" charset="0"/>
              </a:rPr>
            </a:br>
            <a:r>
              <a:rPr lang="en-US" sz="2200" kern="1200" dirty="0">
                <a:solidFill>
                  <a:schemeClr val="tx1"/>
                </a:solidFill>
                <a:latin typeface="Aptos" panose="020B0004020202020204" pitchFamily="34" charset="0"/>
                <a:cs typeface="Cascadia Code SemiBold" panose="020B0609020000020004" pitchFamily="49" charset="0"/>
              </a:rPr>
              <a:t>tools &amp;</a:t>
            </a:r>
            <a:br>
              <a:rPr lang="en-US" sz="2200" dirty="0">
                <a:latin typeface="Aptos" panose="020B0004020202020204" pitchFamily="34" charset="0"/>
                <a:cs typeface="Cascadia Code SemiBold" panose="020B0609020000020004" pitchFamily="49" charset="0"/>
              </a:rPr>
            </a:br>
            <a:br>
              <a:rPr lang="en-US" sz="2200" dirty="0">
                <a:latin typeface="Aptos" panose="020B0004020202020204" pitchFamily="34" charset="0"/>
                <a:cs typeface="Cascadia Code SemiBold" panose="020B0609020000020004" pitchFamily="49" charset="0"/>
              </a:rPr>
            </a:br>
            <a:r>
              <a:rPr lang="en-US" sz="2200" kern="1200" dirty="0">
                <a:solidFill>
                  <a:schemeClr val="tx1"/>
                </a:solidFill>
                <a:latin typeface="Aptos" panose="020B0004020202020204" pitchFamily="34" charset="0"/>
                <a:cs typeface="Cascadia Code SemiBold" panose="020B0609020000020004" pitchFamily="49" charset="0"/>
              </a:rPr>
              <a:t>technologies</a:t>
            </a:r>
          </a:p>
        </p:txBody>
      </p:sp>
      <p:graphicFrame>
        <p:nvGraphicFramePr>
          <p:cNvPr id="100" name="Text Placeholder 2"/>
          <p:cNvGraphicFramePr/>
          <p:nvPr/>
        </p:nvGraphicFramePr>
        <p:xfrm>
          <a:off x="174171" y="293821"/>
          <a:ext cx="8807316" cy="626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0" name="Group 249"/>
          <p:cNvGrpSpPr>
            <a:grpSpLocks noGrp="1" noUngrp="1" noRot="1" noChangeAspect="1" noMove="1" noResize="1"/>
          </p:cNvGrpSpPr>
          <p:nvPr/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51" name="Rectangle 25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4" name="Rectangle 2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9528" y="922919"/>
            <a:ext cx="11111729" cy="5461252"/>
          </a:xfrm>
          <a:custGeom>
            <a:avLst/>
            <a:gdLst>
              <a:gd name="connsiteX0" fmla="*/ 0 w 11111729"/>
              <a:gd name="connsiteY0" fmla="*/ 0 h 5461252"/>
              <a:gd name="connsiteX1" fmla="*/ 805600 w 11111729"/>
              <a:gd name="connsiteY1" fmla="*/ 0 h 5461252"/>
              <a:gd name="connsiteX2" fmla="*/ 1500083 w 11111729"/>
              <a:gd name="connsiteY2" fmla="*/ 0 h 5461252"/>
              <a:gd name="connsiteX3" fmla="*/ 1861215 w 11111729"/>
              <a:gd name="connsiteY3" fmla="*/ 0 h 5461252"/>
              <a:gd name="connsiteX4" fmla="*/ 2666815 w 11111729"/>
              <a:gd name="connsiteY4" fmla="*/ 0 h 5461252"/>
              <a:gd name="connsiteX5" fmla="*/ 3472415 w 11111729"/>
              <a:gd name="connsiteY5" fmla="*/ 0 h 5461252"/>
              <a:gd name="connsiteX6" fmla="*/ 4389133 w 11111729"/>
              <a:gd name="connsiteY6" fmla="*/ 0 h 5461252"/>
              <a:gd name="connsiteX7" fmla="*/ 4861381 w 11111729"/>
              <a:gd name="connsiteY7" fmla="*/ 0 h 5461252"/>
              <a:gd name="connsiteX8" fmla="*/ 5555865 w 11111729"/>
              <a:gd name="connsiteY8" fmla="*/ 0 h 5461252"/>
              <a:gd name="connsiteX9" fmla="*/ 6361465 w 11111729"/>
              <a:gd name="connsiteY9" fmla="*/ 0 h 5461252"/>
              <a:gd name="connsiteX10" fmla="*/ 6833713 w 11111729"/>
              <a:gd name="connsiteY10" fmla="*/ 0 h 5461252"/>
              <a:gd name="connsiteX11" fmla="*/ 7417079 w 11111729"/>
              <a:gd name="connsiteY11" fmla="*/ 0 h 5461252"/>
              <a:gd name="connsiteX12" fmla="*/ 8222679 w 11111729"/>
              <a:gd name="connsiteY12" fmla="*/ 0 h 5461252"/>
              <a:gd name="connsiteX13" fmla="*/ 9139397 w 11111729"/>
              <a:gd name="connsiteY13" fmla="*/ 0 h 5461252"/>
              <a:gd name="connsiteX14" fmla="*/ 9833880 w 11111729"/>
              <a:gd name="connsiteY14" fmla="*/ 0 h 5461252"/>
              <a:gd name="connsiteX15" fmla="*/ 11111729 w 11111729"/>
              <a:gd name="connsiteY15" fmla="*/ 0 h 5461252"/>
              <a:gd name="connsiteX16" fmla="*/ 11111729 w 11111729"/>
              <a:gd name="connsiteY16" fmla="*/ 682657 h 5461252"/>
              <a:gd name="connsiteX17" fmla="*/ 11111729 w 11111729"/>
              <a:gd name="connsiteY17" fmla="*/ 1201475 h 5461252"/>
              <a:gd name="connsiteX18" fmla="*/ 11111729 w 11111729"/>
              <a:gd name="connsiteY18" fmla="*/ 1829519 h 5461252"/>
              <a:gd name="connsiteX19" fmla="*/ 11111729 w 11111729"/>
              <a:gd name="connsiteY19" fmla="*/ 2512176 h 5461252"/>
              <a:gd name="connsiteX20" fmla="*/ 11111729 w 11111729"/>
              <a:gd name="connsiteY20" fmla="*/ 3249445 h 5461252"/>
              <a:gd name="connsiteX21" fmla="*/ 11111729 w 11111729"/>
              <a:gd name="connsiteY21" fmla="*/ 3877489 h 5461252"/>
              <a:gd name="connsiteX22" fmla="*/ 11111729 w 11111729"/>
              <a:gd name="connsiteY22" fmla="*/ 4669370 h 5461252"/>
              <a:gd name="connsiteX23" fmla="*/ 11111729 w 11111729"/>
              <a:gd name="connsiteY23" fmla="*/ 5461252 h 5461252"/>
              <a:gd name="connsiteX24" fmla="*/ 10195011 w 11111729"/>
              <a:gd name="connsiteY24" fmla="*/ 5461252 h 5461252"/>
              <a:gd name="connsiteX25" fmla="*/ 9389411 w 11111729"/>
              <a:gd name="connsiteY25" fmla="*/ 5461252 h 5461252"/>
              <a:gd name="connsiteX26" fmla="*/ 8583811 w 11111729"/>
              <a:gd name="connsiteY26" fmla="*/ 5461252 h 5461252"/>
              <a:gd name="connsiteX27" fmla="*/ 7778210 w 11111729"/>
              <a:gd name="connsiteY27" fmla="*/ 5461252 h 5461252"/>
              <a:gd name="connsiteX28" fmla="*/ 7083727 w 11111729"/>
              <a:gd name="connsiteY28" fmla="*/ 5461252 h 5461252"/>
              <a:gd name="connsiteX29" fmla="*/ 6167010 w 11111729"/>
              <a:gd name="connsiteY29" fmla="*/ 5461252 h 5461252"/>
              <a:gd name="connsiteX30" fmla="*/ 5361409 w 11111729"/>
              <a:gd name="connsiteY30" fmla="*/ 5461252 h 5461252"/>
              <a:gd name="connsiteX31" fmla="*/ 4889161 w 11111729"/>
              <a:gd name="connsiteY31" fmla="*/ 5461252 h 5461252"/>
              <a:gd name="connsiteX32" fmla="*/ 4416912 w 11111729"/>
              <a:gd name="connsiteY32" fmla="*/ 5461252 h 5461252"/>
              <a:gd name="connsiteX33" fmla="*/ 3611312 w 11111729"/>
              <a:gd name="connsiteY33" fmla="*/ 5461252 h 5461252"/>
              <a:gd name="connsiteX34" fmla="*/ 2694594 w 11111729"/>
              <a:gd name="connsiteY34" fmla="*/ 5461252 h 5461252"/>
              <a:gd name="connsiteX35" fmla="*/ 2333463 w 11111729"/>
              <a:gd name="connsiteY35" fmla="*/ 5461252 h 5461252"/>
              <a:gd name="connsiteX36" fmla="*/ 1527863 w 11111729"/>
              <a:gd name="connsiteY36" fmla="*/ 5461252 h 5461252"/>
              <a:gd name="connsiteX37" fmla="*/ 833380 w 11111729"/>
              <a:gd name="connsiteY37" fmla="*/ 5461252 h 5461252"/>
              <a:gd name="connsiteX38" fmla="*/ 0 w 11111729"/>
              <a:gd name="connsiteY38" fmla="*/ 5461252 h 5461252"/>
              <a:gd name="connsiteX39" fmla="*/ 0 w 11111729"/>
              <a:gd name="connsiteY39" fmla="*/ 4833208 h 5461252"/>
              <a:gd name="connsiteX40" fmla="*/ 0 w 11111729"/>
              <a:gd name="connsiteY40" fmla="*/ 4259777 h 5461252"/>
              <a:gd name="connsiteX41" fmla="*/ 0 w 11111729"/>
              <a:gd name="connsiteY41" fmla="*/ 3577120 h 5461252"/>
              <a:gd name="connsiteX42" fmla="*/ 0 w 11111729"/>
              <a:gd name="connsiteY42" fmla="*/ 3003689 h 5461252"/>
              <a:gd name="connsiteX43" fmla="*/ 0 w 11111729"/>
              <a:gd name="connsiteY43" fmla="*/ 2266420 h 5461252"/>
              <a:gd name="connsiteX44" fmla="*/ 0 w 11111729"/>
              <a:gd name="connsiteY44" fmla="*/ 1474538 h 5461252"/>
              <a:gd name="connsiteX45" fmla="*/ 0 w 11111729"/>
              <a:gd name="connsiteY45" fmla="*/ 955719 h 5461252"/>
              <a:gd name="connsiteX46" fmla="*/ 0 w 11111729"/>
              <a:gd name="connsiteY46" fmla="*/ 0 h 54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1111729" h="5461252" fill="none" extrusionOk="0">
                <a:moveTo>
                  <a:pt x="0" y="0"/>
                </a:moveTo>
                <a:cubicBezTo>
                  <a:pt x="359693" y="14486"/>
                  <a:pt x="442968" y="-6771"/>
                  <a:pt x="805600" y="0"/>
                </a:cubicBezTo>
                <a:cubicBezTo>
                  <a:pt x="1168232" y="6771"/>
                  <a:pt x="1333374" y="-5528"/>
                  <a:pt x="1500083" y="0"/>
                </a:cubicBezTo>
                <a:cubicBezTo>
                  <a:pt x="1666792" y="5528"/>
                  <a:pt x="1736449" y="12708"/>
                  <a:pt x="1861215" y="0"/>
                </a:cubicBezTo>
                <a:cubicBezTo>
                  <a:pt x="1985981" y="-12708"/>
                  <a:pt x="2360976" y="-12415"/>
                  <a:pt x="2666815" y="0"/>
                </a:cubicBezTo>
                <a:cubicBezTo>
                  <a:pt x="2972654" y="12415"/>
                  <a:pt x="3175843" y="8765"/>
                  <a:pt x="3472415" y="0"/>
                </a:cubicBezTo>
                <a:cubicBezTo>
                  <a:pt x="3768987" y="-8765"/>
                  <a:pt x="4085186" y="-9848"/>
                  <a:pt x="4389133" y="0"/>
                </a:cubicBezTo>
                <a:cubicBezTo>
                  <a:pt x="4693080" y="9848"/>
                  <a:pt x="4675671" y="6515"/>
                  <a:pt x="4861381" y="0"/>
                </a:cubicBezTo>
                <a:cubicBezTo>
                  <a:pt x="5047091" y="-6515"/>
                  <a:pt x="5285267" y="28282"/>
                  <a:pt x="5555865" y="0"/>
                </a:cubicBezTo>
                <a:cubicBezTo>
                  <a:pt x="5826463" y="-28282"/>
                  <a:pt x="6130275" y="28598"/>
                  <a:pt x="6361465" y="0"/>
                </a:cubicBezTo>
                <a:cubicBezTo>
                  <a:pt x="6592655" y="-28598"/>
                  <a:pt x="6602989" y="-2670"/>
                  <a:pt x="6833713" y="0"/>
                </a:cubicBezTo>
                <a:cubicBezTo>
                  <a:pt x="7064437" y="2670"/>
                  <a:pt x="7126997" y="25505"/>
                  <a:pt x="7417079" y="0"/>
                </a:cubicBezTo>
                <a:cubicBezTo>
                  <a:pt x="7707161" y="-25505"/>
                  <a:pt x="8033189" y="34140"/>
                  <a:pt x="8222679" y="0"/>
                </a:cubicBezTo>
                <a:cubicBezTo>
                  <a:pt x="8412169" y="-34140"/>
                  <a:pt x="8874321" y="-20432"/>
                  <a:pt x="9139397" y="0"/>
                </a:cubicBezTo>
                <a:cubicBezTo>
                  <a:pt x="9404473" y="20432"/>
                  <a:pt x="9545071" y="29802"/>
                  <a:pt x="9833880" y="0"/>
                </a:cubicBezTo>
                <a:cubicBezTo>
                  <a:pt x="10122689" y="-29802"/>
                  <a:pt x="10479731" y="-51976"/>
                  <a:pt x="11111729" y="0"/>
                </a:cubicBezTo>
                <a:cubicBezTo>
                  <a:pt x="11095132" y="210315"/>
                  <a:pt x="11111479" y="387007"/>
                  <a:pt x="11111729" y="682657"/>
                </a:cubicBezTo>
                <a:cubicBezTo>
                  <a:pt x="11111979" y="978307"/>
                  <a:pt x="11121340" y="991769"/>
                  <a:pt x="11111729" y="1201475"/>
                </a:cubicBezTo>
                <a:cubicBezTo>
                  <a:pt x="11102118" y="1411181"/>
                  <a:pt x="11102361" y="1672151"/>
                  <a:pt x="11111729" y="1829519"/>
                </a:cubicBezTo>
                <a:cubicBezTo>
                  <a:pt x="11121097" y="1986887"/>
                  <a:pt x="11128487" y="2277597"/>
                  <a:pt x="11111729" y="2512176"/>
                </a:cubicBezTo>
                <a:cubicBezTo>
                  <a:pt x="11094971" y="2746755"/>
                  <a:pt x="11085917" y="3049101"/>
                  <a:pt x="11111729" y="3249445"/>
                </a:cubicBezTo>
                <a:cubicBezTo>
                  <a:pt x="11137541" y="3449789"/>
                  <a:pt x="11107046" y="3651552"/>
                  <a:pt x="11111729" y="3877489"/>
                </a:cubicBezTo>
                <a:cubicBezTo>
                  <a:pt x="11116412" y="4103426"/>
                  <a:pt x="11124276" y="4274513"/>
                  <a:pt x="11111729" y="4669370"/>
                </a:cubicBezTo>
                <a:cubicBezTo>
                  <a:pt x="11099182" y="5064227"/>
                  <a:pt x="11115866" y="5147872"/>
                  <a:pt x="11111729" y="5461252"/>
                </a:cubicBezTo>
                <a:cubicBezTo>
                  <a:pt x="10779709" y="5420155"/>
                  <a:pt x="10556024" y="5461599"/>
                  <a:pt x="10195011" y="5461252"/>
                </a:cubicBezTo>
                <a:cubicBezTo>
                  <a:pt x="9833998" y="5460905"/>
                  <a:pt x="9673487" y="5449105"/>
                  <a:pt x="9389411" y="5461252"/>
                </a:cubicBezTo>
                <a:cubicBezTo>
                  <a:pt x="9105335" y="5473399"/>
                  <a:pt x="8810181" y="5491543"/>
                  <a:pt x="8583811" y="5461252"/>
                </a:cubicBezTo>
                <a:cubicBezTo>
                  <a:pt x="8357441" y="5430961"/>
                  <a:pt x="8026722" y="5431134"/>
                  <a:pt x="7778210" y="5461252"/>
                </a:cubicBezTo>
                <a:cubicBezTo>
                  <a:pt x="7529698" y="5491370"/>
                  <a:pt x="7311829" y="5429767"/>
                  <a:pt x="7083727" y="5461252"/>
                </a:cubicBezTo>
                <a:cubicBezTo>
                  <a:pt x="6855625" y="5492737"/>
                  <a:pt x="6411470" y="5468213"/>
                  <a:pt x="6167010" y="5461252"/>
                </a:cubicBezTo>
                <a:cubicBezTo>
                  <a:pt x="5922550" y="5454291"/>
                  <a:pt x="5726914" y="5455851"/>
                  <a:pt x="5361409" y="5461252"/>
                </a:cubicBezTo>
                <a:cubicBezTo>
                  <a:pt x="4995904" y="5466653"/>
                  <a:pt x="5115037" y="5443094"/>
                  <a:pt x="4889161" y="5461252"/>
                </a:cubicBezTo>
                <a:cubicBezTo>
                  <a:pt x="4663285" y="5479410"/>
                  <a:pt x="4581044" y="5452706"/>
                  <a:pt x="4416912" y="5461252"/>
                </a:cubicBezTo>
                <a:cubicBezTo>
                  <a:pt x="4252780" y="5469798"/>
                  <a:pt x="3890397" y="5455441"/>
                  <a:pt x="3611312" y="5461252"/>
                </a:cubicBezTo>
                <a:cubicBezTo>
                  <a:pt x="3332227" y="5467063"/>
                  <a:pt x="3135523" y="5473896"/>
                  <a:pt x="2694594" y="5461252"/>
                </a:cubicBezTo>
                <a:cubicBezTo>
                  <a:pt x="2253665" y="5448608"/>
                  <a:pt x="2451194" y="5469901"/>
                  <a:pt x="2333463" y="5461252"/>
                </a:cubicBezTo>
                <a:cubicBezTo>
                  <a:pt x="2215732" y="5452603"/>
                  <a:pt x="1855272" y="5450584"/>
                  <a:pt x="1527863" y="5461252"/>
                </a:cubicBezTo>
                <a:cubicBezTo>
                  <a:pt x="1200454" y="5471920"/>
                  <a:pt x="1143218" y="5452099"/>
                  <a:pt x="833380" y="5461252"/>
                </a:cubicBezTo>
                <a:cubicBezTo>
                  <a:pt x="523542" y="5470405"/>
                  <a:pt x="278718" y="5452468"/>
                  <a:pt x="0" y="5461252"/>
                </a:cubicBezTo>
                <a:cubicBezTo>
                  <a:pt x="31005" y="5211250"/>
                  <a:pt x="1400" y="5127763"/>
                  <a:pt x="0" y="4833208"/>
                </a:cubicBezTo>
                <a:cubicBezTo>
                  <a:pt x="-1400" y="4538653"/>
                  <a:pt x="-3213" y="4482076"/>
                  <a:pt x="0" y="4259777"/>
                </a:cubicBezTo>
                <a:cubicBezTo>
                  <a:pt x="3213" y="4037478"/>
                  <a:pt x="24001" y="3785551"/>
                  <a:pt x="0" y="3577120"/>
                </a:cubicBezTo>
                <a:cubicBezTo>
                  <a:pt x="-24001" y="3368689"/>
                  <a:pt x="18816" y="3220951"/>
                  <a:pt x="0" y="3003689"/>
                </a:cubicBezTo>
                <a:cubicBezTo>
                  <a:pt x="-18816" y="2786427"/>
                  <a:pt x="-7822" y="2496181"/>
                  <a:pt x="0" y="2266420"/>
                </a:cubicBezTo>
                <a:cubicBezTo>
                  <a:pt x="7822" y="2036659"/>
                  <a:pt x="-19206" y="1834580"/>
                  <a:pt x="0" y="1474538"/>
                </a:cubicBezTo>
                <a:cubicBezTo>
                  <a:pt x="19206" y="1114496"/>
                  <a:pt x="-19288" y="1187327"/>
                  <a:pt x="0" y="955719"/>
                </a:cubicBezTo>
                <a:cubicBezTo>
                  <a:pt x="19288" y="724111"/>
                  <a:pt x="29527" y="303394"/>
                  <a:pt x="0" y="0"/>
                </a:cubicBezTo>
                <a:close/>
              </a:path>
              <a:path w="11111729" h="5461252" stroke="0" extrusionOk="0">
                <a:moveTo>
                  <a:pt x="0" y="0"/>
                </a:moveTo>
                <a:cubicBezTo>
                  <a:pt x="254984" y="37181"/>
                  <a:pt x="544472" y="19109"/>
                  <a:pt x="916718" y="0"/>
                </a:cubicBezTo>
                <a:cubicBezTo>
                  <a:pt x="1288964" y="-19109"/>
                  <a:pt x="1333114" y="27650"/>
                  <a:pt x="1500083" y="0"/>
                </a:cubicBezTo>
                <a:cubicBezTo>
                  <a:pt x="1667053" y="-27650"/>
                  <a:pt x="1730214" y="-11662"/>
                  <a:pt x="1861215" y="0"/>
                </a:cubicBezTo>
                <a:cubicBezTo>
                  <a:pt x="1992216" y="11662"/>
                  <a:pt x="2333988" y="-9036"/>
                  <a:pt x="2555698" y="0"/>
                </a:cubicBezTo>
                <a:cubicBezTo>
                  <a:pt x="2777408" y="9036"/>
                  <a:pt x="3037830" y="-31807"/>
                  <a:pt x="3250181" y="0"/>
                </a:cubicBezTo>
                <a:cubicBezTo>
                  <a:pt x="3462532" y="31807"/>
                  <a:pt x="3556038" y="-21492"/>
                  <a:pt x="3833547" y="0"/>
                </a:cubicBezTo>
                <a:cubicBezTo>
                  <a:pt x="4111056" y="21492"/>
                  <a:pt x="4308121" y="30983"/>
                  <a:pt x="4528030" y="0"/>
                </a:cubicBezTo>
                <a:cubicBezTo>
                  <a:pt x="4747939" y="-30983"/>
                  <a:pt x="4972383" y="-3693"/>
                  <a:pt x="5333630" y="0"/>
                </a:cubicBezTo>
                <a:cubicBezTo>
                  <a:pt x="5694877" y="3693"/>
                  <a:pt x="5607149" y="15059"/>
                  <a:pt x="5805878" y="0"/>
                </a:cubicBezTo>
                <a:cubicBezTo>
                  <a:pt x="6004607" y="-15059"/>
                  <a:pt x="6297381" y="-282"/>
                  <a:pt x="6722596" y="0"/>
                </a:cubicBezTo>
                <a:cubicBezTo>
                  <a:pt x="7147811" y="282"/>
                  <a:pt x="6998227" y="9820"/>
                  <a:pt x="7194845" y="0"/>
                </a:cubicBezTo>
                <a:cubicBezTo>
                  <a:pt x="7391463" y="-9820"/>
                  <a:pt x="7561983" y="4548"/>
                  <a:pt x="7667093" y="0"/>
                </a:cubicBezTo>
                <a:cubicBezTo>
                  <a:pt x="7772203" y="-4548"/>
                  <a:pt x="7861374" y="-6508"/>
                  <a:pt x="8028224" y="0"/>
                </a:cubicBezTo>
                <a:cubicBezTo>
                  <a:pt x="8195074" y="6508"/>
                  <a:pt x="8415007" y="-19509"/>
                  <a:pt x="8611590" y="0"/>
                </a:cubicBezTo>
                <a:cubicBezTo>
                  <a:pt x="8808173" y="19509"/>
                  <a:pt x="8989295" y="9104"/>
                  <a:pt x="9083838" y="0"/>
                </a:cubicBezTo>
                <a:cubicBezTo>
                  <a:pt x="9178381" y="-9104"/>
                  <a:pt x="9616490" y="33349"/>
                  <a:pt x="9889439" y="0"/>
                </a:cubicBezTo>
                <a:cubicBezTo>
                  <a:pt x="10162388" y="-33349"/>
                  <a:pt x="10706314" y="32019"/>
                  <a:pt x="11111729" y="0"/>
                </a:cubicBezTo>
                <a:cubicBezTo>
                  <a:pt x="11145410" y="237468"/>
                  <a:pt x="11108789" y="438960"/>
                  <a:pt x="11111729" y="682657"/>
                </a:cubicBezTo>
                <a:cubicBezTo>
                  <a:pt x="11114669" y="926354"/>
                  <a:pt x="11097825" y="1021709"/>
                  <a:pt x="11111729" y="1310700"/>
                </a:cubicBezTo>
                <a:cubicBezTo>
                  <a:pt x="11125633" y="1599691"/>
                  <a:pt x="11119874" y="1863058"/>
                  <a:pt x="11111729" y="2047970"/>
                </a:cubicBezTo>
                <a:cubicBezTo>
                  <a:pt x="11103585" y="2232882"/>
                  <a:pt x="11127037" y="2441573"/>
                  <a:pt x="11111729" y="2566788"/>
                </a:cubicBezTo>
                <a:cubicBezTo>
                  <a:pt x="11096421" y="2692003"/>
                  <a:pt x="11124128" y="3017108"/>
                  <a:pt x="11111729" y="3140220"/>
                </a:cubicBezTo>
                <a:cubicBezTo>
                  <a:pt x="11099330" y="3263332"/>
                  <a:pt x="11074020" y="3681896"/>
                  <a:pt x="11111729" y="3932101"/>
                </a:cubicBezTo>
                <a:cubicBezTo>
                  <a:pt x="11149438" y="4182306"/>
                  <a:pt x="11143751" y="4278136"/>
                  <a:pt x="11111729" y="4614758"/>
                </a:cubicBezTo>
                <a:cubicBezTo>
                  <a:pt x="11079707" y="4951380"/>
                  <a:pt x="11074621" y="5054458"/>
                  <a:pt x="11111729" y="5461252"/>
                </a:cubicBezTo>
                <a:cubicBezTo>
                  <a:pt x="10900163" y="5445554"/>
                  <a:pt x="10475078" y="5498140"/>
                  <a:pt x="10306129" y="5461252"/>
                </a:cubicBezTo>
                <a:cubicBezTo>
                  <a:pt x="10137180" y="5424364"/>
                  <a:pt x="9724564" y="5506649"/>
                  <a:pt x="9389411" y="5461252"/>
                </a:cubicBezTo>
                <a:cubicBezTo>
                  <a:pt x="9054258" y="5415855"/>
                  <a:pt x="9161524" y="5450714"/>
                  <a:pt x="9028280" y="5461252"/>
                </a:cubicBezTo>
                <a:cubicBezTo>
                  <a:pt x="8895036" y="5471790"/>
                  <a:pt x="8751245" y="5471130"/>
                  <a:pt x="8667149" y="5461252"/>
                </a:cubicBezTo>
                <a:cubicBezTo>
                  <a:pt x="8583053" y="5451374"/>
                  <a:pt x="8478204" y="5457780"/>
                  <a:pt x="8306017" y="5461252"/>
                </a:cubicBezTo>
                <a:cubicBezTo>
                  <a:pt x="8133830" y="5464724"/>
                  <a:pt x="7997678" y="5464675"/>
                  <a:pt x="7833769" y="5461252"/>
                </a:cubicBezTo>
                <a:cubicBezTo>
                  <a:pt x="7669860" y="5457829"/>
                  <a:pt x="7310082" y="5495201"/>
                  <a:pt x="7139286" y="5461252"/>
                </a:cubicBezTo>
                <a:cubicBezTo>
                  <a:pt x="6968490" y="5427303"/>
                  <a:pt x="6761475" y="5472440"/>
                  <a:pt x="6555920" y="5461252"/>
                </a:cubicBezTo>
                <a:cubicBezTo>
                  <a:pt x="6350365" y="5450064"/>
                  <a:pt x="6211602" y="5465907"/>
                  <a:pt x="6083672" y="5461252"/>
                </a:cubicBezTo>
                <a:cubicBezTo>
                  <a:pt x="5955742" y="5456597"/>
                  <a:pt x="5633061" y="5494686"/>
                  <a:pt x="5278071" y="5461252"/>
                </a:cubicBezTo>
                <a:cubicBezTo>
                  <a:pt x="4923081" y="5427818"/>
                  <a:pt x="4682391" y="5429104"/>
                  <a:pt x="4472471" y="5461252"/>
                </a:cubicBezTo>
                <a:cubicBezTo>
                  <a:pt x="4262551" y="5493400"/>
                  <a:pt x="4162408" y="5470931"/>
                  <a:pt x="4000222" y="5461252"/>
                </a:cubicBezTo>
                <a:cubicBezTo>
                  <a:pt x="3838036" y="5451573"/>
                  <a:pt x="3525650" y="5487656"/>
                  <a:pt x="3194622" y="5461252"/>
                </a:cubicBezTo>
                <a:cubicBezTo>
                  <a:pt x="2863594" y="5434848"/>
                  <a:pt x="2846646" y="5438273"/>
                  <a:pt x="2722374" y="5461252"/>
                </a:cubicBezTo>
                <a:cubicBezTo>
                  <a:pt x="2598102" y="5484231"/>
                  <a:pt x="2343149" y="5490827"/>
                  <a:pt x="2027891" y="5461252"/>
                </a:cubicBezTo>
                <a:cubicBezTo>
                  <a:pt x="1712633" y="5431677"/>
                  <a:pt x="1822595" y="5478938"/>
                  <a:pt x="1666759" y="5461252"/>
                </a:cubicBezTo>
                <a:cubicBezTo>
                  <a:pt x="1510923" y="5443566"/>
                  <a:pt x="1311138" y="5454220"/>
                  <a:pt x="972276" y="5461252"/>
                </a:cubicBezTo>
                <a:cubicBezTo>
                  <a:pt x="633414" y="5468284"/>
                  <a:pt x="229740" y="5477122"/>
                  <a:pt x="0" y="5461252"/>
                </a:cubicBezTo>
                <a:cubicBezTo>
                  <a:pt x="25895" y="5258444"/>
                  <a:pt x="-20070" y="5149095"/>
                  <a:pt x="0" y="4942433"/>
                </a:cubicBezTo>
                <a:cubicBezTo>
                  <a:pt x="20070" y="4735771"/>
                  <a:pt x="-18211" y="4528151"/>
                  <a:pt x="0" y="4150552"/>
                </a:cubicBezTo>
                <a:cubicBezTo>
                  <a:pt x="18211" y="3772953"/>
                  <a:pt x="10239" y="3769603"/>
                  <a:pt x="0" y="3467895"/>
                </a:cubicBezTo>
                <a:cubicBezTo>
                  <a:pt x="-10239" y="3166187"/>
                  <a:pt x="23826" y="2903608"/>
                  <a:pt x="0" y="2676013"/>
                </a:cubicBezTo>
                <a:cubicBezTo>
                  <a:pt x="-23826" y="2448418"/>
                  <a:pt x="9747" y="2214897"/>
                  <a:pt x="0" y="1884132"/>
                </a:cubicBezTo>
                <a:cubicBezTo>
                  <a:pt x="-9747" y="1553367"/>
                  <a:pt x="9524" y="1526880"/>
                  <a:pt x="0" y="1310700"/>
                </a:cubicBezTo>
                <a:cubicBezTo>
                  <a:pt x="-9524" y="1094520"/>
                  <a:pt x="-11764" y="40425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B55101"/>
            </a:solidFill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EXISTING SYSTEM</a:t>
            </a:r>
          </a:p>
          <a:p>
            <a:pPr>
              <a:lnSpc>
                <a:spcPct val="90000"/>
              </a:lnSpc>
            </a:pP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16236" y="2151351"/>
            <a:ext cx="9849751" cy="390899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143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current school management system includes only basic features for handling school related work. </a:t>
            </a:r>
            <a:br>
              <a:rPr lang="en-US" sz="2200" cap="none" dirty="0">
                <a:latin typeface="Calibri" panose="020F0502020204030204"/>
              </a:rPr>
            </a:b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It gives general information about the school, search as a courses admission rules and available staff.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Many tasks still need to be done manually, and students or staff often have to visit the school in person to get updates or complete activities.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Earlier we had to come to the school every day to check our daily  activities</a:t>
            </a:r>
            <a:r>
              <a:rPr lang="en-US" sz="2200" cap="none" dirty="0">
                <a:solidFill>
                  <a:schemeClr val="tx1"/>
                </a:solidFill>
                <a:latin typeface="Century" panose="02040604050505020304"/>
              </a:rPr>
              <a:t>.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75498" y="3472447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Oval 4"/>
          <p:cNvSpPr/>
          <p:nvPr/>
        </p:nvSpPr>
        <p:spPr>
          <a:xfrm>
            <a:off x="1375498" y="5280049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val 5"/>
          <p:cNvSpPr/>
          <p:nvPr/>
        </p:nvSpPr>
        <p:spPr>
          <a:xfrm>
            <a:off x="1375498" y="4357143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8" name="Rectangle 24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0" name="Group 249"/>
          <p:cNvGrpSpPr>
            <a:grpSpLocks noGrp="1" noUngrp="1" noRot="1" noChangeAspect="1" noMove="1" noResize="1"/>
          </p:cNvGrpSpPr>
          <p:nvPr/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51" name="Rectangle 25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4" name="Rectangle 2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79528" y="922919"/>
            <a:ext cx="11111729" cy="5461252"/>
          </a:xfrm>
          <a:custGeom>
            <a:avLst/>
            <a:gdLst>
              <a:gd name="connsiteX0" fmla="*/ 0 w 11111729"/>
              <a:gd name="connsiteY0" fmla="*/ 0 h 5461252"/>
              <a:gd name="connsiteX1" fmla="*/ 805600 w 11111729"/>
              <a:gd name="connsiteY1" fmla="*/ 0 h 5461252"/>
              <a:gd name="connsiteX2" fmla="*/ 1500083 w 11111729"/>
              <a:gd name="connsiteY2" fmla="*/ 0 h 5461252"/>
              <a:gd name="connsiteX3" fmla="*/ 1861215 w 11111729"/>
              <a:gd name="connsiteY3" fmla="*/ 0 h 5461252"/>
              <a:gd name="connsiteX4" fmla="*/ 2666815 w 11111729"/>
              <a:gd name="connsiteY4" fmla="*/ 0 h 5461252"/>
              <a:gd name="connsiteX5" fmla="*/ 3472415 w 11111729"/>
              <a:gd name="connsiteY5" fmla="*/ 0 h 5461252"/>
              <a:gd name="connsiteX6" fmla="*/ 4389133 w 11111729"/>
              <a:gd name="connsiteY6" fmla="*/ 0 h 5461252"/>
              <a:gd name="connsiteX7" fmla="*/ 4861381 w 11111729"/>
              <a:gd name="connsiteY7" fmla="*/ 0 h 5461252"/>
              <a:gd name="connsiteX8" fmla="*/ 5555865 w 11111729"/>
              <a:gd name="connsiteY8" fmla="*/ 0 h 5461252"/>
              <a:gd name="connsiteX9" fmla="*/ 6361465 w 11111729"/>
              <a:gd name="connsiteY9" fmla="*/ 0 h 5461252"/>
              <a:gd name="connsiteX10" fmla="*/ 6833713 w 11111729"/>
              <a:gd name="connsiteY10" fmla="*/ 0 h 5461252"/>
              <a:gd name="connsiteX11" fmla="*/ 7417079 w 11111729"/>
              <a:gd name="connsiteY11" fmla="*/ 0 h 5461252"/>
              <a:gd name="connsiteX12" fmla="*/ 8222679 w 11111729"/>
              <a:gd name="connsiteY12" fmla="*/ 0 h 5461252"/>
              <a:gd name="connsiteX13" fmla="*/ 9139397 w 11111729"/>
              <a:gd name="connsiteY13" fmla="*/ 0 h 5461252"/>
              <a:gd name="connsiteX14" fmla="*/ 9833880 w 11111729"/>
              <a:gd name="connsiteY14" fmla="*/ 0 h 5461252"/>
              <a:gd name="connsiteX15" fmla="*/ 11111729 w 11111729"/>
              <a:gd name="connsiteY15" fmla="*/ 0 h 5461252"/>
              <a:gd name="connsiteX16" fmla="*/ 11111729 w 11111729"/>
              <a:gd name="connsiteY16" fmla="*/ 682657 h 5461252"/>
              <a:gd name="connsiteX17" fmla="*/ 11111729 w 11111729"/>
              <a:gd name="connsiteY17" fmla="*/ 1201475 h 5461252"/>
              <a:gd name="connsiteX18" fmla="*/ 11111729 w 11111729"/>
              <a:gd name="connsiteY18" fmla="*/ 1829519 h 5461252"/>
              <a:gd name="connsiteX19" fmla="*/ 11111729 w 11111729"/>
              <a:gd name="connsiteY19" fmla="*/ 2512176 h 5461252"/>
              <a:gd name="connsiteX20" fmla="*/ 11111729 w 11111729"/>
              <a:gd name="connsiteY20" fmla="*/ 3249445 h 5461252"/>
              <a:gd name="connsiteX21" fmla="*/ 11111729 w 11111729"/>
              <a:gd name="connsiteY21" fmla="*/ 3877489 h 5461252"/>
              <a:gd name="connsiteX22" fmla="*/ 11111729 w 11111729"/>
              <a:gd name="connsiteY22" fmla="*/ 4669370 h 5461252"/>
              <a:gd name="connsiteX23" fmla="*/ 11111729 w 11111729"/>
              <a:gd name="connsiteY23" fmla="*/ 5461252 h 5461252"/>
              <a:gd name="connsiteX24" fmla="*/ 10195011 w 11111729"/>
              <a:gd name="connsiteY24" fmla="*/ 5461252 h 5461252"/>
              <a:gd name="connsiteX25" fmla="*/ 9389411 w 11111729"/>
              <a:gd name="connsiteY25" fmla="*/ 5461252 h 5461252"/>
              <a:gd name="connsiteX26" fmla="*/ 8583811 w 11111729"/>
              <a:gd name="connsiteY26" fmla="*/ 5461252 h 5461252"/>
              <a:gd name="connsiteX27" fmla="*/ 7778210 w 11111729"/>
              <a:gd name="connsiteY27" fmla="*/ 5461252 h 5461252"/>
              <a:gd name="connsiteX28" fmla="*/ 7083727 w 11111729"/>
              <a:gd name="connsiteY28" fmla="*/ 5461252 h 5461252"/>
              <a:gd name="connsiteX29" fmla="*/ 6167010 w 11111729"/>
              <a:gd name="connsiteY29" fmla="*/ 5461252 h 5461252"/>
              <a:gd name="connsiteX30" fmla="*/ 5361409 w 11111729"/>
              <a:gd name="connsiteY30" fmla="*/ 5461252 h 5461252"/>
              <a:gd name="connsiteX31" fmla="*/ 4889161 w 11111729"/>
              <a:gd name="connsiteY31" fmla="*/ 5461252 h 5461252"/>
              <a:gd name="connsiteX32" fmla="*/ 4416912 w 11111729"/>
              <a:gd name="connsiteY32" fmla="*/ 5461252 h 5461252"/>
              <a:gd name="connsiteX33" fmla="*/ 3611312 w 11111729"/>
              <a:gd name="connsiteY33" fmla="*/ 5461252 h 5461252"/>
              <a:gd name="connsiteX34" fmla="*/ 2694594 w 11111729"/>
              <a:gd name="connsiteY34" fmla="*/ 5461252 h 5461252"/>
              <a:gd name="connsiteX35" fmla="*/ 2333463 w 11111729"/>
              <a:gd name="connsiteY35" fmla="*/ 5461252 h 5461252"/>
              <a:gd name="connsiteX36" fmla="*/ 1527863 w 11111729"/>
              <a:gd name="connsiteY36" fmla="*/ 5461252 h 5461252"/>
              <a:gd name="connsiteX37" fmla="*/ 833380 w 11111729"/>
              <a:gd name="connsiteY37" fmla="*/ 5461252 h 5461252"/>
              <a:gd name="connsiteX38" fmla="*/ 0 w 11111729"/>
              <a:gd name="connsiteY38" fmla="*/ 5461252 h 5461252"/>
              <a:gd name="connsiteX39" fmla="*/ 0 w 11111729"/>
              <a:gd name="connsiteY39" fmla="*/ 4833208 h 5461252"/>
              <a:gd name="connsiteX40" fmla="*/ 0 w 11111729"/>
              <a:gd name="connsiteY40" fmla="*/ 4259777 h 5461252"/>
              <a:gd name="connsiteX41" fmla="*/ 0 w 11111729"/>
              <a:gd name="connsiteY41" fmla="*/ 3577120 h 5461252"/>
              <a:gd name="connsiteX42" fmla="*/ 0 w 11111729"/>
              <a:gd name="connsiteY42" fmla="*/ 3003689 h 5461252"/>
              <a:gd name="connsiteX43" fmla="*/ 0 w 11111729"/>
              <a:gd name="connsiteY43" fmla="*/ 2266420 h 5461252"/>
              <a:gd name="connsiteX44" fmla="*/ 0 w 11111729"/>
              <a:gd name="connsiteY44" fmla="*/ 1474538 h 5461252"/>
              <a:gd name="connsiteX45" fmla="*/ 0 w 11111729"/>
              <a:gd name="connsiteY45" fmla="*/ 955719 h 5461252"/>
              <a:gd name="connsiteX46" fmla="*/ 0 w 11111729"/>
              <a:gd name="connsiteY46" fmla="*/ 0 h 54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1111729" h="5461252" fill="none" extrusionOk="0">
                <a:moveTo>
                  <a:pt x="0" y="0"/>
                </a:moveTo>
                <a:cubicBezTo>
                  <a:pt x="359693" y="14486"/>
                  <a:pt x="442968" y="-6771"/>
                  <a:pt x="805600" y="0"/>
                </a:cubicBezTo>
                <a:cubicBezTo>
                  <a:pt x="1168232" y="6771"/>
                  <a:pt x="1333374" y="-5528"/>
                  <a:pt x="1500083" y="0"/>
                </a:cubicBezTo>
                <a:cubicBezTo>
                  <a:pt x="1666792" y="5528"/>
                  <a:pt x="1736449" y="12708"/>
                  <a:pt x="1861215" y="0"/>
                </a:cubicBezTo>
                <a:cubicBezTo>
                  <a:pt x="1985981" y="-12708"/>
                  <a:pt x="2360976" y="-12415"/>
                  <a:pt x="2666815" y="0"/>
                </a:cubicBezTo>
                <a:cubicBezTo>
                  <a:pt x="2972654" y="12415"/>
                  <a:pt x="3175843" y="8765"/>
                  <a:pt x="3472415" y="0"/>
                </a:cubicBezTo>
                <a:cubicBezTo>
                  <a:pt x="3768987" y="-8765"/>
                  <a:pt x="4085186" y="-9848"/>
                  <a:pt x="4389133" y="0"/>
                </a:cubicBezTo>
                <a:cubicBezTo>
                  <a:pt x="4693080" y="9848"/>
                  <a:pt x="4675671" y="6515"/>
                  <a:pt x="4861381" y="0"/>
                </a:cubicBezTo>
                <a:cubicBezTo>
                  <a:pt x="5047091" y="-6515"/>
                  <a:pt x="5285267" y="28282"/>
                  <a:pt x="5555865" y="0"/>
                </a:cubicBezTo>
                <a:cubicBezTo>
                  <a:pt x="5826463" y="-28282"/>
                  <a:pt x="6130275" y="28598"/>
                  <a:pt x="6361465" y="0"/>
                </a:cubicBezTo>
                <a:cubicBezTo>
                  <a:pt x="6592655" y="-28598"/>
                  <a:pt x="6602989" y="-2670"/>
                  <a:pt x="6833713" y="0"/>
                </a:cubicBezTo>
                <a:cubicBezTo>
                  <a:pt x="7064437" y="2670"/>
                  <a:pt x="7126997" y="25505"/>
                  <a:pt x="7417079" y="0"/>
                </a:cubicBezTo>
                <a:cubicBezTo>
                  <a:pt x="7707161" y="-25505"/>
                  <a:pt x="8033189" y="34140"/>
                  <a:pt x="8222679" y="0"/>
                </a:cubicBezTo>
                <a:cubicBezTo>
                  <a:pt x="8412169" y="-34140"/>
                  <a:pt x="8874321" y="-20432"/>
                  <a:pt x="9139397" y="0"/>
                </a:cubicBezTo>
                <a:cubicBezTo>
                  <a:pt x="9404473" y="20432"/>
                  <a:pt x="9545071" y="29802"/>
                  <a:pt x="9833880" y="0"/>
                </a:cubicBezTo>
                <a:cubicBezTo>
                  <a:pt x="10122689" y="-29802"/>
                  <a:pt x="10479731" y="-51976"/>
                  <a:pt x="11111729" y="0"/>
                </a:cubicBezTo>
                <a:cubicBezTo>
                  <a:pt x="11095132" y="210315"/>
                  <a:pt x="11111479" y="387007"/>
                  <a:pt x="11111729" y="682657"/>
                </a:cubicBezTo>
                <a:cubicBezTo>
                  <a:pt x="11111979" y="978307"/>
                  <a:pt x="11121340" y="991769"/>
                  <a:pt x="11111729" y="1201475"/>
                </a:cubicBezTo>
                <a:cubicBezTo>
                  <a:pt x="11102118" y="1411181"/>
                  <a:pt x="11102361" y="1672151"/>
                  <a:pt x="11111729" y="1829519"/>
                </a:cubicBezTo>
                <a:cubicBezTo>
                  <a:pt x="11121097" y="1986887"/>
                  <a:pt x="11128487" y="2277597"/>
                  <a:pt x="11111729" y="2512176"/>
                </a:cubicBezTo>
                <a:cubicBezTo>
                  <a:pt x="11094971" y="2746755"/>
                  <a:pt x="11085917" y="3049101"/>
                  <a:pt x="11111729" y="3249445"/>
                </a:cubicBezTo>
                <a:cubicBezTo>
                  <a:pt x="11137541" y="3449789"/>
                  <a:pt x="11107046" y="3651552"/>
                  <a:pt x="11111729" y="3877489"/>
                </a:cubicBezTo>
                <a:cubicBezTo>
                  <a:pt x="11116412" y="4103426"/>
                  <a:pt x="11124276" y="4274513"/>
                  <a:pt x="11111729" y="4669370"/>
                </a:cubicBezTo>
                <a:cubicBezTo>
                  <a:pt x="11099182" y="5064227"/>
                  <a:pt x="11115866" y="5147872"/>
                  <a:pt x="11111729" y="5461252"/>
                </a:cubicBezTo>
                <a:cubicBezTo>
                  <a:pt x="10779709" y="5420155"/>
                  <a:pt x="10556024" y="5461599"/>
                  <a:pt x="10195011" y="5461252"/>
                </a:cubicBezTo>
                <a:cubicBezTo>
                  <a:pt x="9833998" y="5460905"/>
                  <a:pt x="9673487" y="5449105"/>
                  <a:pt x="9389411" y="5461252"/>
                </a:cubicBezTo>
                <a:cubicBezTo>
                  <a:pt x="9105335" y="5473399"/>
                  <a:pt x="8810181" y="5491543"/>
                  <a:pt x="8583811" y="5461252"/>
                </a:cubicBezTo>
                <a:cubicBezTo>
                  <a:pt x="8357441" y="5430961"/>
                  <a:pt x="8026722" y="5431134"/>
                  <a:pt x="7778210" y="5461252"/>
                </a:cubicBezTo>
                <a:cubicBezTo>
                  <a:pt x="7529698" y="5491370"/>
                  <a:pt x="7311829" y="5429767"/>
                  <a:pt x="7083727" y="5461252"/>
                </a:cubicBezTo>
                <a:cubicBezTo>
                  <a:pt x="6855625" y="5492737"/>
                  <a:pt x="6411470" y="5468213"/>
                  <a:pt x="6167010" y="5461252"/>
                </a:cubicBezTo>
                <a:cubicBezTo>
                  <a:pt x="5922550" y="5454291"/>
                  <a:pt x="5726914" y="5455851"/>
                  <a:pt x="5361409" y="5461252"/>
                </a:cubicBezTo>
                <a:cubicBezTo>
                  <a:pt x="4995904" y="5466653"/>
                  <a:pt x="5115037" y="5443094"/>
                  <a:pt x="4889161" y="5461252"/>
                </a:cubicBezTo>
                <a:cubicBezTo>
                  <a:pt x="4663285" y="5479410"/>
                  <a:pt x="4581044" y="5452706"/>
                  <a:pt x="4416912" y="5461252"/>
                </a:cubicBezTo>
                <a:cubicBezTo>
                  <a:pt x="4252780" y="5469798"/>
                  <a:pt x="3890397" y="5455441"/>
                  <a:pt x="3611312" y="5461252"/>
                </a:cubicBezTo>
                <a:cubicBezTo>
                  <a:pt x="3332227" y="5467063"/>
                  <a:pt x="3135523" y="5473896"/>
                  <a:pt x="2694594" y="5461252"/>
                </a:cubicBezTo>
                <a:cubicBezTo>
                  <a:pt x="2253665" y="5448608"/>
                  <a:pt x="2451194" y="5469901"/>
                  <a:pt x="2333463" y="5461252"/>
                </a:cubicBezTo>
                <a:cubicBezTo>
                  <a:pt x="2215732" y="5452603"/>
                  <a:pt x="1855272" y="5450584"/>
                  <a:pt x="1527863" y="5461252"/>
                </a:cubicBezTo>
                <a:cubicBezTo>
                  <a:pt x="1200454" y="5471920"/>
                  <a:pt x="1143218" y="5452099"/>
                  <a:pt x="833380" y="5461252"/>
                </a:cubicBezTo>
                <a:cubicBezTo>
                  <a:pt x="523542" y="5470405"/>
                  <a:pt x="278718" y="5452468"/>
                  <a:pt x="0" y="5461252"/>
                </a:cubicBezTo>
                <a:cubicBezTo>
                  <a:pt x="31005" y="5211250"/>
                  <a:pt x="1400" y="5127763"/>
                  <a:pt x="0" y="4833208"/>
                </a:cubicBezTo>
                <a:cubicBezTo>
                  <a:pt x="-1400" y="4538653"/>
                  <a:pt x="-3213" y="4482076"/>
                  <a:pt x="0" y="4259777"/>
                </a:cubicBezTo>
                <a:cubicBezTo>
                  <a:pt x="3213" y="4037478"/>
                  <a:pt x="24001" y="3785551"/>
                  <a:pt x="0" y="3577120"/>
                </a:cubicBezTo>
                <a:cubicBezTo>
                  <a:pt x="-24001" y="3368689"/>
                  <a:pt x="18816" y="3220951"/>
                  <a:pt x="0" y="3003689"/>
                </a:cubicBezTo>
                <a:cubicBezTo>
                  <a:pt x="-18816" y="2786427"/>
                  <a:pt x="-7822" y="2496181"/>
                  <a:pt x="0" y="2266420"/>
                </a:cubicBezTo>
                <a:cubicBezTo>
                  <a:pt x="7822" y="2036659"/>
                  <a:pt x="-19206" y="1834580"/>
                  <a:pt x="0" y="1474538"/>
                </a:cubicBezTo>
                <a:cubicBezTo>
                  <a:pt x="19206" y="1114496"/>
                  <a:pt x="-19288" y="1187327"/>
                  <a:pt x="0" y="955719"/>
                </a:cubicBezTo>
                <a:cubicBezTo>
                  <a:pt x="19288" y="724111"/>
                  <a:pt x="29527" y="303394"/>
                  <a:pt x="0" y="0"/>
                </a:cubicBezTo>
                <a:close/>
              </a:path>
              <a:path w="11111729" h="5461252" stroke="0" extrusionOk="0">
                <a:moveTo>
                  <a:pt x="0" y="0"/>
                </a:moveTo>
                <a:cubicBezTo>
                  <a:pt x="254984" y="37181"/>
                  <a:pt x="544472" y="19109"/>
                  <a:pt x="916718" y="0"/>
                </a:cubicBezTo>
                <a:cubicBezTo>
                  <a:pt x="1288964" y="-19109"/>
                  <a:pt x="1333114" y="27650"/>
                  <a:pt x="1500083" y="0"/>
                </a:cubicBezTo>
                <a:cubicBezTo>
                  <a:pt x="1667053" y="-27650"/>
                  <a:pt x="1730214" y="-11662"/>
                  <a:pt x="1861215" y="0"/>
                </a:cubicBezTo>
                <a:cubicBezTo>
                  <a:pt x="1992216" y="11662"/>
                  <a:pt x="2333988" y="-9036"/>
                  <a:pt x="2555698" y="0"/>
                </a:cubicBezTo>
                <a:cubicBezTo>
                  <a:pt x="2777408" y="9036"/>
                  <a:pt x="3037830" y="-31807"/>
                  <a:pt x="3250181" y="0"/>
                </a:cubicBezTo>
                <a:cubicBezTo>
                  <a:pt x="3462532" y="31807"/>
                  <a:pt x="3556038" y="-21492"/>
                  <a:pt x="3833547" y="0"/>
                </a:cubicBezTo>
                <a:cubicBezTo>
                  <a:pt x="4111056" y="21492"/>
                  <a:pt x="4308121" y="30983"/>
                  <a:pt x="4528030" y="0"/>
                </a:cubicBezTo>
                <a:cubicBezTo>
                  <a:pt x="4747939" y="-30983"/>
                  <a:pt x="4972383" y="-3693"/>
                  <a:pt x="5333630" y="0"/>
                </a:cubicBezTo>
                <a:cubicBezTo>
                  <a:pt x="5694877" y="3693"/>
                  <a:pt x="5607149" y="15059"/>
                  <a:pt x="5805878" y="0"/>
                </a:cubicBezTo>
                <a:cubicBezTo>
                  <a:pt x="6004607" y="-15059"/>
                  <a:pt x="6297381" y="-282"/>
                  <a:pt x="6722596" y="0"/>
                </a:cubicBezTo>
                <a:cubicBezTo>
                  <a:pt x="7147811" y="282"/>
                  <a:pt x="6998227" y="9820"/>
                  <a:pt x="7194845" y="0"/>
                </a:cubicBezTo>
                <a:cubicBezTo>
                  <a:pt x="7391463" y="-9820"/>
                  <a:pt x="7561983" y="4548"/>
                  <a:pt x="7667093" y="0"/>
                </a:cubicBezTo>
                <a:cubicBezTo>
                  <a:pt x="7772203" y="-4548"/>
                  <a:pt x="7861374" y="-6508"/>
                  <a:pt x="8028224" y="0"/>
                </a:cubicBezTo>
                <a:cubicBezTo>
                  <a:pt x="8195074" y="6508"/>
                  <a:pt x="8415007" y="-19509"/>
                  <a:pt x="8611590" y="0"/>
                </a:cubicBezTo>
                <a:cubicBezTo>
                  <a:pt x="8808173" y="19509"/>
                  <a:pt x="8989295" y="9104"/>
                  <a:pt x="9083838" y="0"/>
                </a:cubicBezTo>
                <a:cubicBezTo>
                  <a:pt x="9178381" y="-9104"/>
                  <a:pt x="9616490" y="33349"/>
                  <a:pt x="9889439" y="0"/>
                </a:cubicBezTo>
                <a:cubicBezTo>
                  <a:pt x="10162388" y="-33349"/>
                  <a:pt x="10706314" y="32019"/>
                  <a:pt x="11111729" y="0"/>
                </a:cubicBezTo>
                <a:cubicBezTo>
                  <a:pt x="11145410" y="237468"/>
                  <a:pt x="11108789" y="438960"/>
                  <a:pt x="11111729" y="682657"/>
                </a:cubicBezTo>
                <a:cubicBezTo>
                  <a:pt x="11114669" y="926354"/>
                  <a:pt x="11097825" y="1021709"/>
                  <a:pt x="11111729" y="1310700"/>
                </a:cubicBezTo>
                <a:cubicBezTo>
                  <a:pt x="11125633" y="1599691"/>
                  <a:pt x="11119874" y="1863058"/>
                  <a:pt x="11111729" y="2047970"/>
                </a:cubicBezTo>
                <a:cubicBezTo>
                  <a:pt x="11103585" y="2232882"/>
                  <a:pt x="11127037" y="2441573"/>
                  <a:pt x="11111729" y="2566788"/>
                </a:cubicBezTo>
                <a:cubicBezTo>
                  <a:pt x="11096421" y="2692003"/>
                  <a:pt x="11124128" y="3017108"/>
                  <a:pt x="11111729" y="3140220"/>
                </a:cubicBezTo>
                <a:cubicBezTo>
                  <a:pt x="11099330" y="3263332"/>
                  <a:pt x="11074020" y="3681896"/>
                  <a:pt x="11111729" y="3932101"/>
                </a:cubicBezTo>
                <a:cubicBezTo>
                  <a:pt x="11149438" y="4182306"/>
                  <a:pt x="11143751" y="4278136"/>
                  <a:pt x="11111729" y="4614758"/>
                </a:cubicBezTo>
                <a:cubicBezTo>
                  <a:pt x="11079707" y="4951380"/>
                  <a:pt x="11074621" y="5054458"/>
                  <a:pt x="11111729" y="5461252"/>
                </a:cubicBezTo>
                <a:cubicBezTo>
                  <a:pt x="10900163" y="5445554"/>
                  <a:pt x="10475078" y="5498140"/>
                  <a:pt x="10306129" y="5461252"/>
                </a:cubicBezTo>
                <a:cubicBezTo>
                  <a:pt x="10137180" y="5424364"/>
                  <a:pt x="9724564" y="5506649"/>
                  <a:pt x="9389411" y="5461252"/>
                </a:cubicBezTo>
                <a:cubicBezTo>
                  <a:pt x="9054258" y="5415855"/>
                  <a:pt x="9161524" y="5450714"/>
                  <a:pt x="9028280" y="5461252"/>
                </a:cubicBezTo>
                <a:cubicBezTo>
                  <a:pt x="8895036" y="5471790"/>
                  <a:pt x="8751245" y="5471130"/>
                  <a:pt x="8667149" y="5461252"/>
                </a:cubicBezTo>
                <a:cubicBezTo>
                  <a:pt x="8583053" y="5451374"/>
                  <a:pt x="8478204" y="5457780"/>
                  <a:pt x="8306017" y="5461252"/>
                </a:cubicBezTo>
                <a:cubicBezTo>
                  <a:pt x="8133830" y="5464724"/>
                  <a:pt x="7997678" y="5464675"/>
                  <a:pt x="7833769" y="5461252"/>
                </a:cubicBezTo>
                <a:cubicBezTo>
                  <a:pt x="7669860" y="5457829"/>
                  <a:pt x="7310082" y="5495201"/>
                  <a:pt x="7139286" y="5461252"/>
                </a:cubicBezTo>
                <a:cubicBezTo>
                  <a:pt x="6968490" y="5427303"/>
                  <a:pt x="6761475" y="5472440"/>
                  <a:pt x="6555920" y="5461252"/>
                </a:cubicBezTo>
                <a:cubicBezTo>
                  <a:pt x="6350365" y="5450064"/>
                  <a:pt x="6211602" y="5465907"/>
                  <a:pt x="6083672" y="5461252"/>
                </a:cubicBezTo>
                <a:cubicBezTo>
                  <a:pt x="5955742" y="5456597"/>
                  <a:pt x="5633061" y="5494686"/>
                  <a:pt x="5278071" y="5461252"/>
                </a:cubicBezTo>
                <a:cubicBezTo>
                  <a:pt x="4923081" y="5427818"/>
                  <a:pt x="4682391" y="5429104"/>
                  <a:pt x="4472471" y="5461252"/>
                </a:cubicBezTo>
                <a:cubicBezTo>
                  <a:pt x="4262551" y="5493400"/>
                  <a:pt x="4162408" y="5470931"/>
                  <a:pt x="4000222" y="5461252"/>
                </a:cubicBezTo>
                <a:cubicBezTo>
                  <a:pt x="3838036" y="5451573"/>
                  <a:pt x="3525650" y="5487656"/>
                  <a:pt x="3194622" y="5461252"/>
                </a:cubicBezTo>
                <a:cubicBezTo>
                  <a:pt x="2863594" y="5434848"/>
                  <a:pt x="2846646" y="5438273"/>
                  <a:pt x="2722374" y="5461252"/>
                </a:cubicBezTo>
                <a:cubicBezTo>
                  <a:pt x="2598102" y="5484231"/>
                  <a:pt x="2343149" y="5490827"/>
                  <a:pt x="2027891" y="5461252"/>
                </a:cubicBezTo>
                <a:cubicBezTo>
                  <a:pt x="1712633" y="5431677"/>
                  <a:pt x="1822595" y="5478938"/>
                  <a:pt x="1666759" y="5461252"/>
                </a:cubicBezTo>
                <a:cubicBezTo>
                  <a:pt x="1510923" y="5443566"/>
                  <a:pt x="1311138" y="5454220"/>
                  <a:pt x="972276" y="5461252"/>
                </a:cubicBezTo>
                <a:cubicBezTo>
                  <a:pt x="633414" y="5468284"/>
                  <a:pt x="229740" y="5477122"/>
                  <a:pt x="0" y="5461252"/>
                </a:cubicBezTo>
                <a:cubicBezTo>
                  <a:pt x="25895" y="5258444"/>
                  <a:pt x="-20070" y="5149095"/>
                  <a:pt x="0" y="4942433"/>
                </a:cubicBezTo>
                <a:cubicBezTo>
                  <a:pt x="20070" y="4735771"/>
                  <a:pt x="-18211" y="4528151"/>
                  <a:pt x="0" y="4150552"/>
                </a:cubicBezTo>
                <a:cubicBezTo>
                  <a:pt x="18211" y="3772953"/>
                  <a:pt x="10239" y="3769603"/>
                  <a:pt x="0" y="3467895"/>
                </a:cubicBezTo>
                <a:cubicBezTo>
                  <a:pt x="-10239" y="3166187"/>
                  <a:pt x="23826" y="2903608"/>
                  <a:pt x="0" y="2676013"/>
                </a:cubicBezTo>
                <a:cubicBezTo>
                  <a:pt x="-23826" y="2448418"/>
                  <a:pt x="9747" y="2214897"/>
                  <a:pt x="0" y="1884132"/>
                </a:cubicBezTo>
                <a:cubicBezTo>
                  <a:pt x="-9747" y="1553367"/>
                  <a:pt x="9524" y="1526880"/>
                  <a:pt x="0" y="1310700"/>
                </a:cubicBezTo>
                <a:cubicBezTo>
                  <a:pt x="-9524" y="1094520"/>
                  <a:pt x="-11764" y="40425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B55101"/>
            </a:solidFill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200" dirty="0">
                <a:solidFill>
                  <a:schemeClr val="tx1"/>
                </a:solidFill>
                <a:latin typeface="Arial Black" panose="020B0A04020102020204"/>
                <a:cs typeface="Arial" panose="020B0604020202020204"/>
              </a:rPr>
              <a:t>PROPOSED SYSTEM</a:t>
            </a:r>
            <a:endParaRPr lang="en-US" sz="5200">
              <a:solidFill>
                <a:schemeClr val="tx1"/>
              </a:solidFill>
              <a:latin typeface="Arial Black" panose="020B0A04020102020204"/>
              <a:cs typeface="Arial" panose="020B0604020202020204"/>
            </a:endParaRPr>
          </a:p>
          <a:p>
            <a:pPr>
              <a:lnSpc>
                <a:spcPct val="90000"/>
              </a:lnSpc>
            </a:pP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174483" y="1712940"/>
            <a:ext cx="9849751" cy="390899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br>
              <a:rPr lang="en-US" sz="2000" cap="none" dirty="0">
                <a:solidFill>
                  <a:schemeClr val="tx1"/>
                </a:solidFill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</a:t>
            </a:r>
            <a:r>
              <a:rPr lang="en-US" sz="2200" cap="none" dirty="0" err="1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SmartEduVerse</a:t>
            </a: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to enhance the existing school management system website by introducing new features and functionalities. </a:t>
            </a:r>
            <a:br>
              <a:rPr lang="en-US" sz="2200" cap="none" dirty="0">
                <a:latin typeface="Calibri" panose="020F0502020204030204"/>
              </a:rPr>
            </a:b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The proposed system provides parents log in portal.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br>
              <a:rPr lang="en-US" sz="2200" cap="none" dirty="0"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    With the help of this portal parent’s can log in and can track day-to-day activities of their child.</a:t>
            </a:r>
            <a:br>
              <a:rPr lang="en-US" sz="2200" cap="none" dirty="0">
                <a:solidFill>
                  <a:schemeClr val="tx1"/>
                </a:solidFill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br>
              <a:rPr lang="en-US" sz="2200" cap="none" dirty="0">
                <a:solidFill>
                  <a:schemeClr val="tx1"/>
                </a:solidFill>
                <a:latin typeface="Calibri" panose="020F0502020204030204"/>
              </a:rPr>
            </a:br>
            <a:r>
              <a:rPr lang="en-US" sz="2200" cap="none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endParaRPr lang="en-US" dirty="0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Oval 3"/>
          <p:cNvSpPr/>
          <p:nvPr/>
        </p:nvSpPr>
        <p:spPr>
          <a:xfrm>
            <a:off x="1379979" y="2559176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Oval 4"/>
          <p:cNvSpPr/>
          <p:nvPr/>
        </p:nvSpPr>
        <p:spPr>
          <a:xfrm>
            <a:off x="1375498" y="3466006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val 5"/>
          <p:cNvSpPr/>
          <p:nvPr/>
        </p:nvSpPr>
        <p:spPr>
          <a:xfrm>
            <a:off x="1375498" y="404769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"/>
          <p:cNvSpPr txBox="1"/>
          <p:nvPr/>
        </p:nvSpPr>
        <p:spPr>
          <a:xfrm>
            <a:off x="2748565" y="1016000"/>
            <a:ext cx="2813334" cy="4745764"/>
          </a:xfrm>
          <a:custGeom>
            <a:avLst/>
            <a:gdLst>
              <a:gd name="connsiteX0" fmla="*/ 0 w 2813334"/>
              <a:gd name="connsiteY0" fmla="*/ 0 h 5939522"/>
              <a:gd name="connsiteX1" fmla="*/ 618933 w 2813334"/>
              <a:gd name="connsiteY1" fmla="*/ 0 h 5939522"/>
              <a:gd name="connsiteX2" fmla="*/ 1237867 w 2813334"/>
              <a:gd name="connsiteY2" fmla="*/ 0 h 5939522"/>
              <a:gd name="connsiteX3" fmla="*/ 1828667 w 2813334"/>
              <a:gd name="connsiteY3" fmla="*/ 0 h 5939522"/>
              <a:gd name="connsiteX4" fmla="*/ 2813334 w 2813334"/>
              <a:gd name="connsiteY4" fmla="*/ 0 h 5939522"/>
              <a:gd name="connsiteX5" fmla="*/ 2813334 w 2813334"/>
              <a:gd name="connsiteY5" fmla="*/ 475162 h 5939522"/>
              <a:gd name="connsiteX6" fmla="*/ 2813334 w 2813334"/>
              <a:gd name="connsiteY6" fmla="*/ 890928 h 5939522"/>
              <a:gd name="connsiteX7" fmla="*/ 2813334 w 2813334"/>
              <a:gd name="connsiteY7" fmla="*/ 1425485 h 5939522"/>
              <a:gd name="connsiteX8" fmla="*/ 2813334 w 2813334"/>
              <a:gd name="connsiteY8" fmla="*/ 1841252 h 5939522"/>
              <a:gd name="connsiteX9" fmla="*/ 2813334 w 2813334"/>
              <a:gd name="connsiteY9" fmla="*/ 2375809 h 5939522"/>
              <a:gd name="connsiteX10" fmla="*/ 2813334 w 2813334"/>
              <a:gd name="connsiteY10" fmla="*/ 3029156 h 5939522"/>
              <a:gd name="connsiteX11" fmla="*/ 2813334 w 2813334"/>
              <a:gd name="connsiteY11" fmla="*/ 3741899 h 5939522"/>
              <a:gd name="connsiteX12" fmla="*/ 2813334 w 2813334"/>
              <a:gd name="connsiteY12" fmla="*/ 4335851 h 5939522"/>
              <a:gd name="connsiteX13" fmla="*/ 2813334 w 2813334"/>
              <a:gd name="connsiteY13" fmla="*/ 4989198 h 5939522"/>
              <a:gd name="connsiteX14" fmla="*/ 2813334 w 2813334"/>
              <a:gd name="connsiteY14" fmla="*/ 5939522 h 5939522"/>
              <a:gd name="connsiteX15" fmla="*/ 2306934 w 2813334"/>
              <a:gd name="connsiteY15" fmla="*/ 5939522 h 5939522"/>
              <a:gd name="connsiteX16" fmla="*/ 1800534 w 2813334"/>
              <a:gd name="connsiteY16" fmla="*/ 5939522 h 5939522"/>
              <a:gd name="connsiteX17" fmla="*/ 1294134 w 2813334"/>
              <a:gd name="connsiteY17" fmla="*/ 5939522 h 5939522"/>
              <a:gd name="connsiteX18" fmla="*/ 703334 w 2813334"/>
              <a:gd name="connsiteY18" fmla="*/ 5939522 h 5939522"/>
              <a:gd name="connsiteX19" fmla="*/ 0 w 2813334"/>
              <a:gd name="connsiteY19" fmla="*/ 5939522 h 5939522"/>
              <a:gd name="connsiteX20" fmla="*/ 0 w 2813334"/>
              <a:gd name="connsiteY20" fmla="*/ 5404965 h 5939522"/>
              <a:gd name="connsiteX21" fmla="*/ 0 w 2813334"/>
              <a:gd name="connsiteY21" fmla="*/ 4929803 h 5939522"/>
              <a:gd name="connsiteX22" fmla="*/ 0 w 2813334"/>
              <a:gd name="connsiteY22" fmla="*/ 4514037 h 5939522"/>
              <a:gd name="connsiteX23" fmla="*/ 0 w 2813334"/>
              <a:gd name="connsiteY23" fmla="*/ 4098270 h 5939522"/>
              <a:gd name="connsiteX24" fmla="*/ 0 w 2813334"/>
              <a:gd name="connsiteY24" fmla="*/ 3623108 h 5939522"/>
              <a:gd name="connsiteX25" fmla="*/ 0 w 2813334"/>
              <a:gd name="connsiteY25" fmla="*/ 3029156 h 5939522"/>
              <a:gd name="connsiteX26" fmla="*/ 0 w 2813334"/>
              <a:gd name="connsiteY26" fmla="*/ 2375809 h 5939522"/>
              <a:gd name="connsiteX27" fmla="*/ 0 w 2813334"/>
              <a:gd name="connsiteY27" fmla="*/ 1663066 h 5939522"/>
              <a:gd name="connsiteX28" fmla="*/ 0 w 2813334"/>
              <a:gd name="connsiteY28" fmla="*/ 1009719 h 5939522"/>
              <a:gd name="connsiteX29" fmla="*/ 0 w 2813334"/>
              <a:gd name="connsiteY29" fmla="*/ 0 h 593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813334" h="5939522" fill="none" extrusionOk="0">
                <a:moveTo>
                  <a:pt x="0" y="0"/>
                </a:moveTo>
                <a:cubicBezTo>
                  <a:pt x="288333" y="-23160"/>
                  <a:pt x="378359" y="71555"/>
                  <a:pt x="618933" y="0"/>
                </a:cubicBezTo>
                <a:cubicBezTo>
                  <a:pt x="859507" y="-71555"/>
                  <a:pt x="1019412" y="44218"/>
                  <a:pt x="1237867" y="0"/>
                </a:cubicBezTo>
                <a:cubicBezTo>
                  <a:pt x="1456322" y="-44218"/>
                  <a:pt x="1553572" y="48604"/>
                  <a:pt x="1828667" y="0"/>
                </a:cubicBezTo>
                <a:cubicBezTo>
                  <a:pt x="2103762" y="-48604"/>
                  <a:pt x="2491027" y="102089"/>
                  <a:pt x="2813334" y="0"/>
                </a:cubicBezTo>
                <a:cubicBezTo>
                  <a:pt x="2850327" y="225970"/>
                  <a:pt x="2800151" y="295435"/>
                  <a:pt x="2813334" y="475162"/>
                </a:cubicBezTo>
                <a:cubicBezTo>
                  <a:pt x="2826517" y="654889"/>
                  <a:pt x="2770621" y="770700"/>
                  <a:pt x="2813334" y="890928"/>
                </a:cubicBezTo>
                <a:cubicBezTo>
                  <a:pt x="2856047" y="1011156"/>
                  <a:pt x="2806928" y="1235821"/>
                  <a:pt x="2813334" y="1425485"/>
                </a:cubicBezTo>
                <a:cubicBezTo>
                  <a:pt x="2819740" y="1615149"/>
                  <a:pt x="2765089" y="1702953"/>
                  <a:pt x="2813334" y="1841252"/>
                </a:cubicBezTo>
                <a:cubicBezTo>
                  <a:pt x="2861579" y="1979551"/>
                  <a:pt x="2797631" y="2266133"/>
                  <a:pt x="2813334" y="2375809"/>
                </a:cubicBezTo>
                <a:cubicBezTo>
                  <a:pt x="2829037" y="2485485"/>
                  <a:pt x="2778466" y="2819898"/>
                  <a:pt x="2813334" y="3029156"/>
                </a:cubicBezTo>
                <a:cubicBezTo>
                  <a:pt x="2848202" y="3238414"/>
                  <a:pt x="2756750" y="3472343"/>
                  <a:pt x="2813334" y="3741899"/>
                </a:cubicBezTo>
                <a:cubicBezTo>
                  <a:pt x="2869918" y="4011455"/>
                  <a:pt x="2755210" y="4170635"/>
                  <a:pt x="2813334" y="4335851"/>
                </a:cubicBezTo>
                <a:cubicBezTo>
                  <a:pt x="2871458" y="4501067"/>
                  <a:pt x="2773999" y="4751092"/>
                  <a:pt x="2813334" y="4989198"/>
                </a:cubicBezTo>
                <a:cubicBezTo>
                  <a:pt x="2852669" y="5227304"/>
                  <a:pt x="2721562" y="5696911"/>
                  <a:pt x="2813334" y="5939522"/>
                </a:cubicBezTo>
                <a:cubicBezTo>
                  <a:pt x="2633953" y="5965786"/>
                  <a:pt x="2452810" y="5889814"/>
                  <a:pt x="2306934" y="5939522"/>
                </a:cubicBezTo>
                <a:cubicBezTo>
                  <a:pt x="2161058" y="5989230"/>
                  <a:pt x="1909635" y="5889509"/>
                  <a:pt x="1800534" y="5939522"/>
                </a:cubicBezTo>
                <a:cubicBezTo>
                  <a:pt x="1691433" y="5989535"/>
                  <a:pt x="1491274" y="5925058"/>
                  <a:pt x="1294134" y="5939522"/>
                </a:cubicBezTo>
                <a:cubicBezTo>
                  <a:pt x="1096994" y="5953986"/>
                  <a:pt x="882041" y="5888758"/>
                  <a:pt x="703334" y="5939522"/>
                </a:cubicBezTo>
                <a:cubicBezTo>
                  <a:pt x="524627" y="5990286"/>
                  <a:pt x="234654" y="5870489"/>
                  <a:pt x="0" y="5939522"/>
                </a:cubicBezTo>
                <a:cubicBezTo>
                  <a:pt x="-25398" y="5780801"/>
                  <a:pt x="17574" y="5539466"/>
                  <a:pt x="0" y="5404965"/>
                </a:cubicBezTo>
                <a:cubicBezTo>
                  <a:pt x="-17574" y="5270464"/>
                  <a:pt x="10496" y="5046266"/>
                  <a:pt x="0" y="4929803"/>
                </a:cubicBezTo>
                <a:cubicBezTo>
                  <a:pt x="-10496" y="4813340"/>
                  <a:pt x="45522" y="4696013"/>
                  <a:pt x="0" y="4514037"/>
                </a:cubicBezTo>
                <a:cubicBezTo>
                  <a:pt x="-45522" y="4332061"/>
                  <a:pt x="46281" y="4271954"/>
                  <a:pt x="0" y="4098270"/>
                </a:cubicBezTo>
                <a:cubicBezTo>
                  <a:pt x="-46281" y="3924586"/>
                  <a:pt x="37244" y="3755180"/>
                  <a:pt x="0" y="3623108"/>
                </a:cubicBezTo>
                <a:cubicBezTo>
                  <a:pt x="-37244" y="3491036"/>
                  <a:pt x="47928" y="3305907"/>
                  <a:pt x="0" y="3029156"/>
                </a:cubicBezTo>
                <a:cubicBezTo>
                  <a:pt x="-47928" y="2752405"/>
                  <a:pt x="61077" y="2524933"/>
                  <a:pt x="0" y="2375809"/>
                </a:cubicBezTo>
                <a:cubicBezTo>
                  <a:pt x="-61077" y="2226685"/>
                  <a:pt x="36684" y="1998718"/>
                  <a:pt x="0" y="1663066"/>
                </a:cubicBezTo>
                <a:cubicBezTo>
                  <a:pt x="-36684" y="1327414"/>
                  <a:pt x="12189" y="1159760"/>
                  <a:pt x="0" y="1009719"/>
                </a:cubicBezTo>
                <a:cubicBezTo>
                  <a:pt x="-12189" y="859678"/>
                  <a:pt x="7269" y="219470"/>
                  <a:pt x="0" y="0"/>
                </a:cubicBezTo>
                <a:close/>
              </a:path>
              <a:path w="2813334" h="5939522" stroke="0" extrusionOk="0">
                <a:moveTo>
                  <a:pt x="0" y="0"/>
                </a:moveTo>
                <a:cubicBezTo>
                  <a:pt x="171528" y="-52515"/>
                  <a:pt x="386032" y="63468"/>
                  <a:pt x="534533" y="0"/>
                </a:cubicBezTo>
                <a:cubicBezTo>
                  <a:pt x="683034" y="-63468"/>
                  <a:pt x="815809" y="50352"/>
                  <a:pt x="1012800" y="0"/>
                </a:cubicBezTo>
                <a:cubicBezTo>
                  <a:pt x="1209791" y="-50352"/>
                  <a:pt x="1355292" y="32082"/>
                  <a:pt x="1575467" y="0"/>
                </a:cubicBezTo>
                <a:cubicBezTo>
                  <a:pt x="1795642" y="-32082"/>
                  <a:pt x="1922638" y="17773"/>
                  <a:pt x="2053734" y="0"/>
                </a:cubicBezTo>
                <a:cubicBezTo>
                  <a:pt x="2184830" y="-17773"/>
                  <a:pt x="2468768" y="31826"/>
                  <a:pt x="2813334" y="0"/>
                </a:cubicBezTo>
                <a:cubicBezTo>
                  <a:pt x="2823712" y="171526"/>
                  <a:pt x="2769431" y="304244"/>
                  <a:pt x="2813334" y="475162"/>
                </a:cubicBezTo>
                <a:cubicBezTo>
                  <a:pt x="2857237" y="646080"/>
                  <a:pt x="2773683" y="763955"/>
                  <a:pt x="2813334" y="890928"/>
                </a:cubicBezTo>
                <a:cubicBezTo>
                  <a:pt x="2852985" y="1017901"/>
                  <a:pt x="2760488" y="1303071"/>
                  <a:pt x="2813334" y="1484881"/>
                </a:cubicBezTo>
                <a:cubicBezTo>
                  <a:pt x="2866180" y="1666691"/>
                  <a:pt x="2769780" y="1925190"/>
                  <a:pt x="2813334" y="2197623"/>
                </a:cubicBezTo>
                <a:cubicBezTo>
                  <a:pt x="2856888" y="2470056"/>
                  <a:pt x="2760000" y="2689571"/>
                  <a:pt x="2813334" y="2910366"/>
                </a:cubicBezTo>
                <a:cubicBezTo>
                  <a:pt x="2866668" y="3131161"/>
                  <a:pt x="2770458" y="3426327"/>
                  <a:pt x="2813334" y="3623108"/>
                </a:cubicBezTo>
                <a:cubicBezTo>
                  <a:pt x="2856210" y="3819889"/>
                  <a:pt x="2792537" y="3941528"/>
                  <a:pt x="2813334" y="4038875"/>
                </a:cubicBezTo>
                <a:cubicBezTo>
                  <a:pt x="2834131" y="4136222"/>
                  <a:pt x="2779490" y="4322181"/>
                  <a:pt x="2813334" y="4573432"/>
                </a:cubicBezTo>
                <a:cubicBezTo>
                  <a:pt x="2847178" y="4824683"/>
                  <a:pt x="2799452" y="4965796"/>
                  <a:pt x="2813334" y="5226779"/>
                </a:cubicBezTo>
                <a:cubicBezTo>
                  <a:pt x="2827216" y="5487762"/>
                  <a:pt x="2767892" y="5719776"/>
                  <a:pt x="2813334" y="5939522"/>
                </a:cubicBezTo>
                <a:cubicBezTo>
                  <a:pt x="2688703" y="6009890"/>
                  <a:pt x="2480531" y="5881168"/>
                  <a:pt x="2194401" y="5939522"/>
                </a:cubicBezTo>
                <a:cubicBezTo>
                  <a:pt x="1908271" y="5997876"/>
                  <a:pt x="1836180" y="5880047"/>
                  <a:pt x="1659867" y="5939522"/>
                </a:cubicBezTo>
                <a:cubicBezTo>
                  <a:pt x="1483554" y="5998997"/>
                  <a:pt x="1326199" y="5920127"/>
                  <a:pt x="1069067" y="5939522"/>
                </a:cubicBezTo>
                <a:cubicBezTo>
                  <a:pt x="811935" y="5958917"/>
                  <a:pt x="793832" y="5901094"/>
                  <a:pt x="562667" y="5939522"/>
                </a:cubicBezTo>
                <a:cubicBezTo>
                  <a:pt x="331502" y="5977950"/>
                  <a:pt x="253071" y="5911966"/>
                  <a:pt x="0" y="5939522"/>
                </a:cubicBezTo>
                <a:cubicBezTo>
                  <a:pt x="-2196" y="5635066"/>
                  <a:pt x="11187" y="5570239"/>
                  <a:pt x="0" y="5286175"/>
                </a:cubicBezTo>
                <a:cubicBezTo>
                  <a:pt x="-11187" y="5002111"/>
                  <a:pt x="66485" y="4780659"/>
                  <a:pt x="0" y="4632827"/>
                </a:cubicBezTo>
                <a:cubicBezTo>
                  <a:pt x="-66485" y="4484995"/>
                  <a:pt x="8932" y="4410159"/>
                  <a:pt x="0" y="4217061"/>
                </a:cubicBezTo>
                <a:cubicBezTo>
                  <a:pt x="-8932" y="4023963"/>
                  <a:pt x="42049" y="3889121"/>
                  <a:pt x="0" y="3741899"/>
                </a:cubicBezTo>
                <a:cubicBezTo>
                  <a:pt x="-42049" y="3594677"/>
                  <a:pt x="35962" y="3521324"/>
                  <a:pt x="0" y="3326132"/>
                </a:cubicBezTo>
                <a:cubicBezTo>
                  <a:pt x="-35962" y="3130940"/>
                  <a:pt x="69779" y="2873157"/>
                  <a:pt x="0" y="2672785"/>
                </a:cubicBezTo>
                <a:cubicBezTo>
                  <a:pt x="-69779" y="2472413"/>
                  <a:pt x="17492" y="2340542"/>
                  <a:pt x="0" y="2197623"/>
                </a:cubicBezTo>
                <a:cubicBezTo>
                  <a:pt x="-17492" y="2054704"/>
                  <a:pt x="31901" y="1852642"/>
                  <a:pt x="0" y="1603671"/>
                </a:cubicBezTo>
                <a:cubicBezTo>
                  <a:pt x="-31901" y="1354700"/>
                  <a:pt x="43982" y="1326963"/>
                  <a:pt x="0" y="1187904"/>
                </a:cubicBezTo>
                <a:cubicBezTo>
                  <a:pt x="-43982" y="1048845"/>
                  <a:pt x="1005" y="912362"/>
                  <a:pt x="0" y="772138"/>
                </a:cubicBezTo>
                <a:cubicBezTo>
                  <a:pt x="-1005" y="631914"/>
                  <a:pt x="10178" y="3475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CF94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u="sng" dirty="0">
                <a:solidFill>
                  <a:schemeClr val="tx1"/>
                </a:solidFill>
              </a:rPr>
              <a:t>Admin</a:t>
            </a:r>
            <a:endParaRPr lang="en-US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Login in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VIEW </a:t>
            </a:r>
            <a:r>
              <a:rPr lang="en-US" altLang="en-GB" sz="1400" dirty="0">
                <a:solidFill>
                  <a:schemeClr val="tx1"/>
                </a:solidFill>
              </a:rPr>
              <a:t>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</a:t>
            </a:r>
            <a:r>
              <a:rPr lang="en-GB" sz="1400" dirty="0" err="1">
                <a:solidFill>
                  <a:schemeClr val="tx1"/>
                </a:solidFill>
              </a:rPr>
              <a:t>feeS</a:t>
            </a:r>
            <a:endParaRPr lang="en-GB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gallery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notification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feedback</a:t>
            </a:r>
          </a:p>
        </p:txBody>
      </p:sp>
      <p:sp>
        <p:nvSpPr>
          <p:cNvPr id="42" name="Text Placeholder 9"/>
          <p:cNvSpPr txBox="1"/>
          <p:nvPr/>
        </p:nvSpPr>
        <p:spPr>
          <a:xfrm>
            <a:off x="6690144" y="1016000"/>
            <a:ext cx="3154256" cy="5673425"/>
          </a:xfrm>
          <a:custGeom>
            <a:avLst/>
            <a:gdLst>
              <a:gd name="connsiteX0" fmla="*/ 0 w 3154256"/>
              <a:gd name="connsiteY0" fmla="*/ 0 h 6027003"/>
              <a:gd name="connsiteX1" fmla="*/ 525709 w 3154256"/>
              <a:gd name="connsiteY1" fmla="*/ 0 h 6027003"/>
              <a:gd name="connsiteX2" fmla="*/ 1114504 w 3154256"/>
              <a:gd name="connsiteY2" fmla="*/ 0 h 6027003"/>
              <a:gd name="connsiteX3" fmla="*/ 1640213 w 3154256"/>
              <a:gd name="connsiteY3" fmla="*/ 0 h 6027003"/>
              <a:gd name="connsiteX4" fmla="*/ 2229008 w 3154256"/>
              <a:gd name="connsiteY4" fmla="*/ 0 h 6027003"/>
              <a:gd name="connsiteX5" fmla="*/ 3154256 w 3154256"/>
              <a:gd name="connsiteY5" fmla="*/ 0 h 6027003"/>
              <a:gd name="connsiteX6" fmla="*/ 3154256 w 3154256"/>
              <a:gd name="connsiteY6" fmla="*/ 427369 h 6027003"/>
              <a:gd name="connsiteX7" fmla="*/ 3154256 w 3154256"/>
              <a:gd name="connsiteY7" fmla="*/ 794469 h 6027003"/>
              <a:gd name="connsiteX8" fmla="*/ 3154256 w 3154256"/>
              <a:gd name="connsiteY8" fmla="*/ 1282108 h 6027003"/>
              <a:gd name="connsiteX9" fmla="*/ 3154256 w 3154256"/>
              <a:gd name="connsiteY9" fmla="*/ 1709477 h 6027003"/>
              <a:gd name="connsiteX10" fmla="*/ 3154256 w 3154256"/>
              <a:gd name="connsiteY10" fmla="*/ 2257387 h 6027003"/>
              <a:gd name="connsiteX11" fmla="*/ 3154256 w 3154256"/>
              <a:gd name="connsiteY11" fmla="*/ 2865566 h 6027003"/>
              <a:gd name="connsiteX12" fmla="*/ 3154256 w 3154256"/>
              <a:gd name="connsiteY12" fmla="*/ 3292935 h 6027003"/>
              <a:gd name="connsiteX13" fmla="*/ 3154256 w 3154256"/>
              <a:gd name="connsiteY13" fmla="*/ 3840845 h 6027003"/>
              <a:gd name="connsiteX14" fmla="*/ 3154256 w 3154256"/>
              <a:gd name="connsiteY14" fmla="*/ 4268214 h 6027003"/>
              <a:gd name="connsiteX15" fmla="*/ 3154256 w 3154256"/>
              <a:gd name="connsiteY15" fmla="*/ 4936663 h 6027003"/>
              <a:gd name="connsiteX16" fmla="*/ 3154256 w 3154256"/>
              <a:gd name="connsiteY16" fmla="*/ 6027003 h 6027003"/>
              <a:gd name="connsiteX17" fmla="*/ 2691632 w 3154256"/>
              <a:gd name="connsiteY17" fmla="*/ 6027003 h 6027003"/>
              <a:gd name="connsiteX18" fmla="*/ 2165922 w 3154256"/>
              <a:gd name="connsiteY18" fmla="*/ 6027003 h 6027003"/>
              <a:gd name="connsiteX19" fmla="*/ 1608671 w 3154256"/>
              <a:gd name="connsiteY19" fmla="*/ 6027003 h 6027003"/>
              <a:gd name="connsiteX20" fmla="*/ 1051419 w 3154256"/>
              <a:gd name="connsiteY20" fmla="*/ 6027003 h 6027003"/>
              <a:gd name="connsiteX21" fmla="*/ 494167 w 3154256"/>
              <a:gd name="connsiteY21" fmla="*/ 6027003 h 6027003"/>
              <a:gd name="connsiteX22" fmla="*/ 0 w 3154256"/>
              <a:gd name="connsiteY22" fmla="*/ 6027003 h 6027003"/>
              <a:gd name="connsiteX23" fmla="*/ 0 w 3154256"/>
              <a:gd name="connsiteY23" fmla="*/ 5539364 h 6027003"/>
              <a:gd name="connsiteX24" fmla="*/ 0 w 3154256"/>
              <a:gd name="connsiteY24" fmla="*/ 4991454 h 6027003"/>
              <a:gd name="connsiteX25" fmla="*/ 0 w 3154256"/>
              <a:gd name="connsiteY25" fmla="*/ 4443545 h 6027003"/>
              <a:gd name="connsiteX26" fmla="*/ 0 w 3154256"/>
              <a:gd name="connsiteY26" fmla="*/ 3955906 h 6027003"/>
              <a:gd name="connsiteX27" fmla="*/ 0 w 3154256"/>
              <a:gd name="connsiteY27" fmla="*/ 3468266 h 6027003"/>
              <a:gd name="connsiteX28" fmla="*/ 0 w 3154256"/>
              <a:gd name="connsiteY28" fmla="*/ 2799817 h 6027003"/>
              <a:gd name="connsiteX29" fmla="*/ 0 w 3154256"/>
              <a:gd name="connsiteY29" fmla="*/ 2251907 h 6027003"/>
              <a:gd name="connsiteX30" fmla="*/ 0 w 3154256"/>
              <a:gd name="connsiteY30" fmla="*/ 1643728 h 6027003"/>
              <a:gd name="connsiteX31" fmla="*/ 0 w 3154256"/>
              <a:gd name="connsiteY31" fmla="*/ 1156089 h 6027003"/>
              <a:gd name="connsiteX32" fmla="*/ 0 w 3154256"/>
              <a:gd name="connsiteY32" fmla="*/ 728719 h 6027003"/>
              <a:gd name="connsiteX33" fmla="*/ 0 w 3154256"/>
              <a:gd name="connsiteY33" fmla="*/ 0 h 602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154256" h="6027003" fill="none" extrusionOk="0">
                <a:moveTo>
                  <a:pt x="0" y="0"/>
                </a:moveTo>
                <a:cubicBezTo>
                  <a:pt x="132693" y="-13228"/>
                  <a:pt x="353108" y="50365"/>
                  <a:pt x="525709" y="0"/>
                </a:cubicBezTo>
                <a:cubicBezTo>
                  <a:pt x="698310" y="-50365"/>
                  <a:pt x="943516" y="17550"/>
                  <a:pt x="1114504" y="0"/>
                </a:cubicBezTo>
                <a:cubicBezTo>
                  <a:pt x="1285493" y="-17550"/>
                  <a:pt x="1534565" y="59329"/>
                  <a:pt x="1640213" y="0"/>
                </a:cubicBezTo>
                <a:cubicBezTo>
                  <a:pt x="1745861" y="-59329"/>
                  <a:pt x="2079975" y="20827"/>
                  <a:pt x="2229008" y="0"/>
                </a:cubicBezTo>
                <a:cubicBezTo>
                  <a:pt x="2378042" y="-20827"/>
                  <a:pt x="2785089" y="52841"/>
                  <a:pt x="3154256" y="0"/>
                </a:cubicBezTo>
                <a:cubicBezTo>
                  <a:pt x="3173903" y="123759"/>
                  <a:pt x="3130600" y="296008"/>
                  <a:pt x="3154256" y="427369"/>
                </a:cubicBezTo>
                <a:cubicBezTo>
                  <a:pt x="3177912" y="558730"/>
                  <a:pt x="3147533" y="711969"/>
                  <a:pt x="3154256" y="794469"/>
                </a:cubicBezTo>
                <a:cubicBezTo>
                  <a:pt x="3160979" y="876969"/>
                  <a:pt x="3098796" y="1080358"/>
                  <a:pt x="3154256" y="1282108"/>
                </a:cubicBezTo>
                <a:cubicBezTo>
                  <a:pt x="3209716" y="1483858"/>
                  <a:pt x="3146424" y="1506824"/>
                  <a:pt x="3154256" y="1709477"/>
                </a:cubicBezTo>
                <a:cubicBezTo>
                  <a:pt x="3162088" y="1912130"/>
                  <a:pt x="3089177" y="2124194"/>
                  <a:pt x="3154256" y="2257387"/>
                </a:cubicBezTo>
                <a:cubicBezTo>
                  <a:pt x="3219335" y="2390580"/>
                  <a:pt x="3087588" y="2653835"/>
                  <a:pt x="3154256" y="2865566"/>
                </a:cubicBezTo>
                <a:cubicBezTo>
                  <a:pt x="3220924" y="3077297"/>
                  <a:pt x="3131357" y="3168954"/>
                  <a:pt x="3154256" y="3292935"/>
                </a:cubicBezTo>
                <a:cubicBezTo>
                  <a:pt x="3177155" y="3416916"/>
                  <a:pt x="3135960" y="3641712"/>
                  <a:pt x="3154256" y="3840845"/>
                </a:cubicBezTo>
                <a:cubicBezTo>
                  <a:pt x="3172552" y="4039978"/>
                  <a:pt x="3123016" y="4138104"/>
                  <a:pt x="3154256" y="4268214"/>
                </a:cubicBezTo>
                <a:cubicBezTo>
                  <a:pt x="3185496" y="4398324"/>
                  <a:pt x="3131314" y="4622851"/>
                  <a:pt x="3154256" y="4936663"/>
                </a:cubicBezTo>
                <a:cubicBezTo>
                  <a:pt x="3177198" y="5250475"/>
                  <a:pt x="3144474" y="5632767"/>
                  <a:pt x="3154256" y="6027003"/>
                </a:cubicBezTo>
                <a:cubicBezTo>
                  <a:pt x="3028221" y="6065650"/>
                  <a:pt x="2913695" y="6004215"/>
                  <a:pt x="2691632" y="6027003"/>
                </a:cubicBezTo>
                <a:cubicBezTo>
                  <a:pt x="2469569" y="6049791"/>
                  <a:pt x="2411671" y="5965368"/>
                  <a:pt x="2165922" y="6027003"/>
                </a:cubicBezTo>
                <a:cubicBezTo>
                  <a:pt x="1920173" y="6088638"/>
                  <a:pt x="1821326" y="6012680"/>
                  <a:pt x="1608671" y="6027003"/>
                </a:cubicBezTo>
                <a:cubicBezTo>
                  <a:pt x="1396016" y="6041326"/>
                  <a:pt x="1209738" y="5990592"/>
                  <a:pt x="1051419" y="6027003"/>
                </a:cubicBezTo>
                <a:cubicBezTo>
                  <a:pt x="893100" y="6063414"/>
                  <a:pt x="717279" y="5998941"/>
                  <a:pt x="494167" y="6027003"/>
                </a:cubicBezTo>
                <a:cubicBezTo>
                  <a:pt x="271055" y="6055065"/>
                  <a:pt x="128695" y="6003314"/>
                  <a:pt x="0" y="6027003"/>
                </a:cubicBezTo>
                <a:cubicBezTo>
                  <a:pt x="-22244" y="5888929"/>
                  <a:pt x="11732" y="5658530"/>
                  <a:pt x="0" y="5539364"/>
                </a:cubicBezTo>
                <a:cubicBezTo>
                  <a:pt x="-11732" y="5420198"/>
                  <a:pt x="43110" y="5148540"/>
                  <a:pt x="0" y="4991454"/>
                </a:cubicBezTo>
                <a:cubicBezTo>
                  <a:pt x="-43110" y="4834368"/>
                  <a:pt x="7266" y="4687455"/>
                  <a:pt x="0" y="4443545"/>
                </a:cubicBezTo>
                <a:cubicBezTo>
                  <a:pt x="-7266" y="4199635"/>
                  <a:pt x="20101" y="4193252"/>
                  <a:pt x="0" y="3955906"/>
                </a:cubicBezTo>
                <a:cubicBezTo>
                  <a:pt x="-20101" y="3718560"/>
                  <a:pt x="20349" y="3706614"/>
                  <a:pt x="0" y="3468266"/>
                </a:cubicBezTo>
                <a:cubicBezTo>
                  <a:pt x="-20349" y="3229918"/>
                  <a:pt x="41820" y="2947012"/>
                  <a:pt x="0" y="2799817"/>
                </a:cubicBezTo>
                <a:cubicBezTo>
                  <a:pt x="-41820" y="2652622"/>
                  <a:pt x="51963" y="2386811"/>
                  <a:pt x="0" y="2251907"/>
                </a:cubicBezTo>
                <a:cubicBezTo>
                  <a:pt x="-51963" y="2117003"/>
                  <a:pt x="63649" y="1918487"/>
                  <a:pt x="0" y="1643728"/>
                </a:cubicBezTo>
                <a:cubicBezTo>
                  <a:pt x="-63649" y="1368969"/>
                  <a:pt x="9809" y="1378614"/>
                  <a:pt x="0" y="1156089"/>
                </a:cubicBezTo>
                <a:cubicBezTo>
                  <a:pt x="-9809" y="933564"/>
                  <a:pt x="6684" y="902405"/>
                  <a:pt x="0" y="728719"/>
                </a:cubicBezTo>
                <a:cubicBezTo>
                  <a:pt x="-6684" y="555033"/>
                  <a:pt x="3209" y="151472"/>
                  <a:pt x="0" y="0"/>
                </a:cubicBezTo>
                <a:close/>
              </a:path>
              <a:path w="3154256" h="6027003" stroke="0" extrusionOk="0">
                <a:moveTo>
                  <a:pt x="0" y="0"/>
                </a:moveTo>
                <a:cubicBezTo>
                  <a:pt x="199048" y="-22017"/>
                  <a:pt x="251956" y="53396"/>
                  <a:pt x="462624" y="0"/>
                </a:cubicBezTo>
                <a:cubicBezTo>
                  <a:pt x="673292" y="-53396"/>
                  <a:pt x="775948" y="34305"/>
                  <a:pt x="988334" y="0"/>
                </a:cubicBezTo>
                <a:cubicBezTo>
                  <a:pt x="1200720" y="-34305"/>
                  <a:pt x="1224031" y="35209"/>
                  <a:pt x="1450958" y="0"/>
                </a:cubicBezTo>
                <a:cubicBezTo>
                  <a:pt x="1677885" y="-35209"/>
                  <a:pt x="1821703" y="11277"/>
                  <a:pt x="2039752" y="0"/>
                </a:cubicBezTo>
                <a:cubicBezTo>
                  <a:pt x="2257801" y="-11277"/>
                  <a:pt x="2434034" y="8999"/>
                  <a:pt x="2597004" y="0"/>
                </a:cubicBezTo>
                <a:cubicBezTo>
                  <a:pt x="2759974" y="-8999"/>
                  <a:pt x="2911531" y="58915"/>
                  <a:pt x="3154256" y="0"/>
                </a:cubicBezTo>
                <a:cubicBezTo>
                  <a:pt x="3162356" y="283167"/>
                  <a:pt x="3127757" y="358108"/>
                  <a:pt x="3154256" y="668449"/>
                </a:cubicBezTo>
                <a:cubicBezTo>
                  <a:pt x="3180755" y="978790"/>
                  <a:pt x="3146411" y="983587"/>
                  <a:pt x="3154256" y="1095819"/>
                </a:cubicBezTo>
                <a:cubicBezTo>
                  <a:pt x="3162101" y="1208051"/>
                  <a:pt x="3122771" y="1378290"/>
                  <a:pt x="3154256" y="1583458"/>
                </a:cubicBezTo>
                <a:cubicBezTo>
                  <a:pt x="3185741" y="1788626"/>
                  <a:pt x="3133968" y="1816494"/>
                  <a:pt x="3154256" y="1950557"/>
                </a:cubicBezTo>
                <a:cubicBezTo>
                  <a:pt x="3174544" y="2084620"/>
                  <a:pt x="3123294" y="2414563"/>
                  <a:pt x="3154256" y="2558737"/>
                </a:cubicBezTo>
                <a:cubicBezTo>
                  <a:pt x="3185218" y="2702911"/>
                  <a:pt x="3153960" y="2863324"/>
                  <a:pt x="3154256" y="3046376"/>
                </a:cubicBezTo>
                <a:cubicBezTo>
                  <a:pt x="3154552" y="3229428"/>
                  <a:pt x="3136094" y="3269723"/>
                  <a:pt x="3154256" y="3473745"/>
                </a:cubicBezTo>
                <a:cubicBezTo>
                  <a:pt x="3172418" y="3677767"/>
                  <a:pt x="3098334" y="3797126"/>
                  <a:pt x="3154256" y="3961385"/>
                </a:cubicBezTo>
                <a:cubicBezTo>
                  <a:pt x="3210178" y="4125644"/>
                  <a:pt x="3144819" y="4315350"/>
                  <a:pt x="3154256" y="4569564"/>
                </a:cubicBezTo>
                <a:cubicBezTo>
                  <a:pt x="3163693" y="4823778"/>
                  <a:pt x="3105376" y="4845464"/>
                  <a:pt x="3154256" y="5057203"/>
                </a:cubicBezTo>
                <a:cubicBezTo>
                  <a:pt x="3203136" y="5268942"/>
                  <a:pt x="3106500" y="5699330"/>
                  <a:pt x="3154256" y="6027003"/>
                </a:cubicBezTo>
                <a:cubicBezTo>
                  <a:pt x="2972401" y="6042185"/>
                  <a:pt x="2833953" y="5999246"/>
                  <a:pt x="2597004" y="6027003"/>
                </a:cubicBezTo>
                <a:cubicBezTo>
                  <a:pt x="2360055" y="6054760"/>
                  <a:pt x="2330077" y="5994257"/>
                  <a:pt x="2134380" y="6027003"/>
                </a:cubicBezTo>
                <a:cubicBezTo>
                  <a:pt x="1938683" y="6059749"/>
                  <a:pt x="1821607" y="5997362"/>
                  <a:pt x="1703298" y="6027003"/>
                </a:cubicBezTo>
                <a:cubicBezTo>
                  <a:pt x="1584989" y="6056644"/>
                  <a:pt x="1413246" y="6006382"/>
                  <a:pt x="1240674" y="6027003"/>
                </a:cubicBezTo>
                <a:cubicBezTo>
                  <a:pt x="1068102" y="6047624"/>
                  <a:pt x="974685" y="5993982"/>
                  <a:pt x="714965" y="6027003"/>
                </a:cubicBezTo>
                <a:cubicBezTo>
                  <a:pt x="455245" y="6060024"/>
                  <a:pt x="159801" y="6014204"/>
                  <a:pt x="0" y="6027003"/>
                </a:cubicBezTo>
                <a:cubicBezTo>
                  <a:pt x="-14094" y="5869315"/>
                  <a:pt x="61914" y="5626650"/>
                  <a:pt x="0" y="5479094"/>
                </a:cubicBezTo>
                <a:cubicBezTo>
                  <a:pt x="-61914" y="5331538"/>
                  <a:pt x="37961" y="5214689"/>
                  <a:pt x="0" y="5051724"/>
                </a:cubicBezTo>
                <a:cubicBezTo>
                  <a:pt x="-37961" y="4888759"/>
                  <a:pt x="15301" y="4688231"/>
                  <a:pt x="0" y="4443545"/>
                </a:cubicBezTo>
                <a:cubicBezTo>
                  <a:pt x="-15301" y="4198859"/>
                  <a:pt x="8592" y="4047493"/>
                  <a:pt x="0" y="3895636"/>
                </a:cubicBezTo>
                <a:cubicBezTo>
                  <a:pt x="-8592" y="3743779"/>
                  <a:pt x="51471" y="3495641"/>
                  <a:pt x="0" y="3347726"/>
                </a:cubicBezTo>
                <a:cubicBezTo>
                  <a:pt x="-51471" y="3199811"/>
                  <a:pt x="44024" y="3065967"/>
                  <a:pt x="0" y="2980627"/>
                </a:cubicBezTo>
                <a:cubicBezTo>
                  <a:pt x="-44024" y="2895287"/>
                  <a:pt x="41227" y="2796417"/>
                  <a:pt x="0" y="2613528"/>
                </a:cubicBezTo>
                <a:cubicBezTo>
                  <a:pt x="-41227" y="2430639"/>
                  <a:pt x="32132" y="2416713"/>
                  <a:pt x="0" y="2246428"/>
                </a:cubicBezTo>
                <a:cubicBezTo>
                  <a:pt x="-32132" y="2076143"/>
                  <a:pt x="36797" y="1870819"/>
                  <a:pt x="0" y="1758789"/>
                </a:cubicBezTo>
                <a:cubicBezTo>
                  <a:pt x="-36797" y="1646759"/>
                  <a:pt x="34227" y="1504366"/>
                  <a:pt x="0" y="1271150"/>
                </a:cubicBezTo>
                <a:cubicBezTo>
                  <a:pt x="-34227" y="1037934"/>
                  <a:pt x="19328" y="1069222"/>
                  <a:pt x="0" y="904050"/>
                </a:cubicBezTo>
                <a:cubicBezTo>
                  <a:pt x="-19328" y="738878"/>
                  <a:pt x="41556" y="665551"/>
                  <a:pt x="0" y="476681"/>
                </a:cubicBezTo>
                <a:cubicBezTo>
                  <a:pt x="-41556" y="287811"/>
                  <a:pt x="16007" y="20503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CF94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u="sng" dirty="0">
                <a:solidFill>
                  <a:schemeClr val="tx1"/>
                </a:solidFill>
              </a:rPr>
              <a:t>staff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Login in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profile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</a:t>
            </a:r>
            <a:r>
              <a:rPr lang="en-US" altLang="en-GB" sz="1400" dirty="0">
                <a:solidFill>
                  <a:schemeClr val="tx1"/>
                </a:solidFill>
              </a:rPr>
              <a:t>PARENTS</a:t>
            </a: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attendance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TIME-TABLE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sym typeface="+mn-ea"/>
              </a:rPr>
              <a:t>Upload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  <a:sym typeface="+mn-ea"/>
              </a:rPr>
              <a:t>MANAGE leave report </a:t>
            </a: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Post exam schedule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Post result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Manage </a:t>
            </a:r>
            <a:r>
              <a:rPr lang="en-GB" sz="1400" dirty="0" err="1">
                <a:solidFill>
                  <a:schemeClr val="tx1"/>
                </a:solidFill>
              </a:rPr>
              <a:t>faq’s</a:t>
            </a: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GET notification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55232" y="-55986"/>
            <a:ext cx="3881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+mj-lt"/>
              </a:rPr>
              <a:t>MODULES</a:t>
            </a:r>
            <a:endParaRPr lang="en-IN" sz="48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"/>
          <p:cNvSpPr txBox="1"/>
          <p:nvPr/>
        </p:nvSpPr>
        <p:spPr>
          <a:xfrm>
            <a:off x="2154555" y="830362"/>
            <a:ext cx="3041650" cy="6027638"/>
          </a:xfrm>
          <a:custGeom>
            <a:avLst/>
            <a:gdLst>
              <a:gd name="connsiteX0" fmla="*/ 0 w 2813334"/>
              <a:gd name="connsiteY0" fmla="*/ 0 h 6153850"/>
              <a:gd name="connsiteX1" fmla="*/ 590800 w 2813334"/>
              <a:gd name="connsiteY1" fmla="*/ 0 h 6153850"/>
              <a:gd name="connsiteX2" fmla="*/ 1209734 w 2813334"/>
              <a:gd name="connsiteY2" fmla="*/ 0 h 6153850"/>
              <a:gd name="connsiteX3" fmla="*/ 1716134 w 2813334"/>
              <a:gd name="connsiteY3" fmla="*/ 0 h 6153850"/>
              <a:gd name="connsiteX4" fmla="*/ 2194401 w 2813334"/>
              <a:gd name="connsiteY4" fmla="*/ 0 h 6153850"/>
              <a:gd name="connsiteX5" fmla="*/ 2813334 w 2813334"/>
              <a:gd name="connsiteY5" fmla="*/ 0 h 6153850"/>
              <a:gd name="connsiteX6" fmla="*/ 2813334 w 2813334"/>
              <a:gd name="connsiteY6" fmla="*/ 682518 h 6153850"/>
              <a:gd name="connsiteX7" fmla="*/ 2813334 w 2813334"/>
              <a:gd name="connsiteY7" fmla="*/ 1180420 h 6153850"/>
              <a:gd name="connsiteX8" fmla="*/ 2813334 w 2813334"/>
              <a:gd name="connsiteY8" fmla="*/ 1801400 h 6153850"/>
              <a:gd name="connsiteX9" fmla="*/ 2813334 w 2813334"/>
              <a:gd name="connsiteY9" fmla="*/ 2483918 h 6153850"/>
              <a:gd name="connsiteX10" fmla="*/ 2813334 w 2813334"/>
              <a:gd name="connsiteY10" fmla="*/ 3043359 h 6153850"/>
              <a:gd name="connsiteX11" fmla="*/ 2813334 w 2813334"/>
              <a:gd name="connsiteY11" fmla="*/ 3664338 h 6153850"/>
              <a:gd name="connsiteX12" fmla="*/ 2813334 w 2813334"/>
              <a:gd name="connsiteY12" fmla="*/ 4285317 h 6153850"/>
              <a:gd name="connsiteX13" fmla="*/ 2813334 w 2813334"/>
              <a:gd name="connsiteY13" fmla="*/ 4721681 h 6153850"/>
              <a:gd name="connsiteX14" fmla="*/ 2813334 w 2813334"/>
              <a:gd name="connsiteY14" fmla="*/ 5219584 h 6153850"/>
              <a:gd name="connsiteX15" fmla="*/ 2813334 w 2813334"/>
              <a:gd name="connsiteY15" fmla="*/ 6153850 h 6153850"/>
              <a:gd name="connsiteX16" fmla="*/ 2278801 w 2813334"/>
              <a:gd name="connsiteY16" fmla="*/ 6153850 h 6153850"/>
              <a:gd name="connsiteX17" fmla="*/ 1772400 w 2813334"/>
              <a:gd name="connsiteY17" fmla="*/ 6153850 h 6153850"/>
              <a:gd name="connsiteX18" fmla="*/ 1237867 w 2813334"/>
              <a:gd name="connsiteY18" fmla="*/ 6153850 h 6153850"/>
              <a:gd name="connsiteX19" fmla="*/ 618933 w 2813334"/>
              <a:gd name="connsiteY19" fmla="*/ 6153850 h 6153850"/>
              <a:gd name="connsiteX20" fmla="*/ 0 w 2813334"/>
              <a:gd name="connsiteY20" fmla="*/ 6153850 h 6153850"/>
              <a:gd name="connsiteX21" fmla="*/ 0 w 2813334"/>
              <a:gd name="connsiteY21" fmla="*/ 5594409 h 6153850"/>
              <a:gd name="connsiteX22" fmla="*/ 0 w 2813334"/>
              <a:gd name="connsiteY22" fmla="*/ 5158045 h 6153850"/>
              <a:gd name="connsiteX23" fmla="*/ 0 w 2813334"/>
              <a:gd name="connsiteY23" fmla="*/ 4598604 h 6153850"/>
              <a:gd name="connsiteX24" fmla="*/ 0 w 2813334"/>
              <a:gd name="connsiteY24" fmla="*/ 3977625 h 6153850"/>
              <a:gd name="connsiteX25" fmla="*/ 0 w 2813334"/>
              <a:gd name="connsiteY25" fmla="*/ 3295107 h 6153850"/>
              <a:gd name="connsiteX26" fmla="*/ 0 w 2813334"/>
              <a:gd name="connsiteY26" fmla="*/ 2674128 h 6153850"/>
              <a:gd name="connsiteX27" fmla="*/ 0 w 2813334"/>
              <a:gd name="connsiteY27" fmla="*/ 2053148 h 6153850"/>
              <a:gd name="connsiteX28" fmla="*/ 0 w 2813334"/>
              <a:gd name="connsiteY28" fmla="*/ 1370630 h 6153850"/>
              <a:gd name="connsiteX29" fmla="*/ 0 w 2813334"/>
              <a:gd name="connsiteY29" fmla="*/ 688112 h 6153850"/>
              <a:gd name="connsiteX30" fmla="*/ 0 w 2813334"/>
              <a:gd name="connsiteY30" fmla="*/ 0 h 61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13334" h="6153850" fill="none" extrusionOk="0">
                <a:moveTo>
                  <a:pt x="0" y="0"/>
                </a:moveTo>
                <a:cubicBezTo>
                  <a:pt x="265687" y="-4304"/>
                  <a:pt x="315705" y="48604"/>
                  <a:pt x="590800" y="0"/>
                </a:cubicBezTo>
                <a:cubicBezTo>
                  <a:pt x="865895" y="-48604"/>
                  <a:pt x="1082073" y="23984"/>
                  <a:pt x="1209734" y="0"/>
                </a:cubicBezTo>
                <a:cubicBezTo>
                  <a:pt x="1337395" y="-23984"/>
                  <a:pt x="1550478" y="54655"/>
                  <a:pt x="1716134" y="0"/>
                </a:cubicBezTo>
                <a:cubicBezTo>
                  <a:pt x="1881790" y="-54655"/>
                  <a:pt x="2036190" y="40124"/>
                  <a:pt x="2194401" y="0"/>
                </a:cubicBezTo>
                <a:cubicBezTo>
                  <a:pt x="2352612" y="-40124"/>
                  <a:pt x="2678819" y="23125"/>
                  <a:pt x="2813334" y="0"/>
                </a:cubicBezTo>
                <a:cubicBezTo>
                  <a:pt x="2888581" y="259896"/>
                  <a:pt x="2773685" y="468700"/>
                  <a:pt x="2813334" y="682518"/>
                </a:cubicBezTo>
                <a:cubicBezTo>
                  <a:pt x="2852983" y="896336"/>
                  <a:pt x="2784935" y="934183"/>
                  <a:pt x="2813334" y="1180420"/>
                </a:cubicBezTo>
                <a:cubicBezTo>
                  <a:pt x="2841733" y="1426657"/>
                  <a:pt x="2766239" y="1500463"/>
                  <a:pt x="2813334" y="1801400"/>
                </a:cubicBezTo>
                <a:cubicBezTo>
                  <a:pt x="2860429" y="2102337"/>
                  <a:pt x="2739078" y="2259223"/>
                  <a:pt x="2813334" y="2483918"/>
                </a:cubicBezTo>
                <a:cubicBezTo>
                  <a:pt x="2887590" y="2708613"/>
                  <a:pt x="2784658" y="2776772"/>
                  <a:pt x="2813334" y="3043359"/>
                </a:cubicBezTo>
                <a:cubicBezTo>
                  <a:pt x="2842010" y="3309946"/>
                  <a:pt x="2739038" y="3370851"/>
                  <a:pt x="2813334" y="3664338"/>
                </a:cubicBezTo>
                <a:cubicBezTo>
                  <a:pt x="2887630" y="3957825"/>
                  <a:pt x="2782781" y="4142041"/>
                  <a:pt x="2813334" y="4285317"/>
                </a:cubicBezTo>
                <a:cubicBezTo>
                  <a:pt x="2843887" y="4428593"/>
                  <a:pt x="2783101" y="4575133"/>
                  <a:pt x="2813334" y="4721681"/>
                </a:cubicBezTo>
                <a:cubicBezTo>
                  <a:pt x="2843567" y="4868229"/>
                  <a:pt x="2769134" y="4975000"/>
                  <a:pt x="2813334" y="5219584"/>
                </a:cubicBezTo>
                <a:cubicBezTo>
                  <a:pt x="2857534" y="5464168"/>
                  <a:pt x="2758087" y="5695692"/>
                  <a:pt x="2813334" y="6153850"/>
                </a:cubicBezTo>
                <a:cubicBezTo>
                  <a:pt x="2589415" y="6158955"/>
                  <a:pt x="2403950" y="6131046"/>
                  <a:pt x="2278801" y="6153850"/>
                </a:cubicBezTo>
                <a:cubicBezTo>
                  <a:pt x="2153652" y="6176654"/>
                  <a:pt x="1997334" y="6139286"/>
                  <a:pt x="1772400" y="6153850"/>
                </a:cubicBezTo>
                <a:cubicBezTo>
                  <a:pt x="1547466" y="6168414"/>
                  <a:pt x="1384600" y="6110727"/>
                  <a:pt x="1237867" y="6153850"/>
                </a:cubicBezTo>
                <a:cubicBezTo>
                  <a:pt x="1091134" y="6196973"/>
                  <a:pt x="853998" y="6121939"/>
                  <a:pt x="618933" y="6153850"/>
                </a:cubicBezTo>
                <a:cubicBezTo>
                  <a:pt x="383868" y="6185761"/>
                  <a:pt x="160102" y="6127018"/>
                  <a:pt x="0" y="6153850"/>
                </a:cubicBezTo>
                <a:cubicBezTo>
                  <a:pt x="-38986" y="5921695"/>
                  <a:pt x="9900" y="5770535"/>
                  <a:pt x="0" y="5594409"/>
                </a:cubicBezTo>
                <a:cubicBezTo>
                  <a:pt x="-9900" y="5418283"/>
                  <a:pt x="21201" y="5248238"/>
                  <a:pt x="0" y="5158045"/>
                </a:cubicBezTo>
                <a:cubicBezTo>
                  <a:pt x="-21201" y="5067852"/>
                  <a:pt x="55308" y="4770993"/>
                  <a:pt x="0" y="4598604"/>
                </a:cubicBezTo>
                <a:cubicBezTo>
                  <a:pt x="-55308" y="4426215"/>
                  <a:pt x="46014" y="4181345"/>
                  <a:pt x="0" y="3977625"/>
                </a:cubicBezTo>
                <a:cubicBezTo>
                  <a:pt x="-46014" y="3773905"/>
                  <a:pt x="59639" y="3534030"/>
                  <a:pt x="0" y="3295107"/>
                </a:cubicBezTo>
                <a:cubicBezTo>
                  <a:pt x="-59639" y="3056184"/>
                  <a:pt x="71975" y="2871093"/>
                  <a:pt x="0" y="2674128"/>
                </a:cubicBezTo>
                <a:cubicBezTo>
                  <a:pt x="-71975" y="2477163"/>
                  <a:pt x="59593" y="2348549"/>
                  <a:pt x="0" y="2053148"/>
                </a:cubicBezTo>
                <a:cubicBezTo>
                  <a:pt x="-59593" y="1757747"/>
                  <a:pt x="80549" y="1704052"/>
                  <a:pt x="0" y="1370630"/>
                </a:cubicBezTo>
                <a:cubicBezTo>
                  <a:pt x="-80549" y="1037208"/>
                  <a:pt x="3190" y="858222"/>
                  <a:pt x="0" y="688112"/>
                </a:cubicBezTo>
                <a:cubicBezTo>
                  <a:pt x="-3190" y="518002"/>
                  <a:pt x="6437" y="287123"/>
                  <a:pt x="0" y="0"/>
                </a:cubicBezTo>
                <a:close/>
              </a:path>
              <a:path w="2813334" h="6153850" stroke="0" extrusionOk="0">
                <a:moveTo>
                  <a:pt x="0" y="0"/>
                </a:moveTo>
                <a:cubicBezTo>
                  <a:pt x="171528" y="-52515"/>
                  <a:pt x="386032" y="63468"/>
                  <a:pt x="534533" y="0"/>
                </a:cubicBezTo>
                <a:cubicBezTo>
                  <a:pt x="683034" y="-63468"/>
                  <a:pt x="815809" y="50352"/>
                  <a:pt x="1012800" y="0"/>
                </a:cubicBezTo>
                <a:cubicBezTo>
                  <a:pt x="1209791" y="-50352"/>
                  <a:pt x="1355292" y="32082"/>
                  <a:pt x="1575467" y="0"/>
                </a:cubicBezTo>
                <a:cubicBezTo>
                  <a:pt x="1795642" y="-32082"/>
                  <a:pt x="1922638" y="17773"/>
                  <a:pt x="2053734" y="0"/>
                </a:cubicBezTo>
                <a:cubicBezTo>
                  <a:pt x="2184830" y="-17773"/>
                  <a:pt x="2468768" y="31826"/>
                  <a:pt x="2813334" y="0"/>
                </a:cubicBezTo>
                <a:cubicBezTo>
                  <a:pt x="2846752" y="212692"/>
                  <a:pt x="2807730" y="245030"/>
                  <a:pt x="2813334" y="436364"/>
                </a:cubicBezTo>
                <a:cubicBezTo>
                  <a:pt x="2818938" y="627698"/>
                  <a:pt x="2769486" y="666754"/>
                  <a:pt x="2813334" y="811189"/>
                </a:cubicBezTo>
                <a:cubicBezTo>
                  <a:pt x="2857182" y="955624"/>
                  <a:pt x="2764723" y="1136765"/>
                  <a:pt x="2813334" y="1370630"/>
                </a:cubicBezTo>
                <a:cubicBezTo>
                  <a:pt x="2861945" y="1604495"/>
                  <a:pt x="2787207" y="1854422"/>
                  <a:pt x="2813334" y="2053148"/>
                </a:cubicBezTo>
                <a:cubicBezTo>
                  <a:pt x="2839461" y="2251874"/>
                  <a:pt x="2780211" y="2577227"/>
                  <a:pt x="2813334" y="2735666"/>
                </a:cubicBezTo>
                <a:cubicBezTo>
                  <a:pt x="2846457" y="2894105"/>
                  <a:pt x="2737527" y="3132697"/>
                  <a:pt x="2813334" y="3418184"/>
                </a:cubicBezTo>
                <a:cubicBezTo>
                  <a:pt x="2889141" y="3703671"/>
                  <a:pt x="2811958" y="3612051"/>
                  <a:pt x="2813334" y="3793009"/>
                </a:cubicBezTo>
                <a:cubicBezTo>
                  <a:pt x="2814710" y="3973968"/>
                  <a:pt x="2795103" y="4162531"/>
                  <a:pt x="2813334" y="4290912"/>
                </a:cubicBezTo>
                <a:cubicBezTo>
                  <a:pt x="2831565" y="4419293"/>
                  <a:pt x="2762398" y="4683902"/>
                  <a:pt x="2813334" y="4911891"/>
                </a:cubicBezTo>
                <a:cubicBezTo>
                  <a:pt x="2864270" y="5139880"/>
                  <a:pt x="2810338" y="5352814"/>
                  <a:pt x="2813334" y="5532871"/>
                </a:cubicBezTo>
                <a:cubicBezTo>
                  <a:pt x="2816330" y="5712928"/>
                  <a:pt x="2812530" y="5968672"/>
                  <a:pt x="2813334" y="6153850"/>
                </a:cubicBezTo>
                <a:cubicBezTo>
                  <a:pt x="2622902" y="6219384"/>
                  <a:pt x="2403880" y="6142755"/>
                  <a:pt x="2250667" y="6153850"/>
                </a:cubicBezTo>
                <a:cubicBezTo>
                  <a:pt x="2097454" y="6164945"/>
                  <a:pt x="1916999" y="6134455"/>
                  <a:pt x="1659867" y="6153850"/>
                </a:cubicBezTo>
                <a:cubicBezTo>
                  <a:pt x="1402735" y="6173245"/>
                  <a:pt x="1384632" y="6115422"/>
                  <a:pt x="1153467" y="6153850"/>
                </a:cubicBezTo>
                <a:cubicBezTo>
                  <a:pt x="922302" y="6192278"/>
                  <a:pt x="777494" y="6112176"/>
                  <a:pt x="562667" y="6153850"/>
                </a:cubicBezTo>
                <a:cubicBezTo>
                  <a:pt x="347840" y="6195524"/>
                  <a:pt x="180359" y="6125016"/>
                  <a:pt x="0" y="6153850"/>
                </a:cubicBezTo>
                <a:cubicBezTo>
                  <a:pt x="-763" y="5959607"/>
                  <a:pt x="11934" y="5796907"/>
                  <a:pt x="0" y="5532871"/>
                </a:cubicBezTo>
                <a:cubicBezTo>
                  <a:pt x="-11934" y="5268835"/>
                  <a:pt x="17944" y="5295148"/>
                  <a:pt x="0" y="5158045"/>
                </a:cubicBezTo>
                <a:cubicBezTo>
                  <a:pt x="-17944" y="5020942"/>
                  <a:pt x="15392" y="4870363"/>
                  <a:pt x="0" y="4721681"/>
                </a:cubicBezTo>
                <a:cubicBezTo>
                  <a:pt x="-15392" y="4572999"/>
                  <a:pt x="9810" y="4509291"/>
                  <a:pt x="0" y="4346856"/>
                </a:cubicBezTo>
                <a:cubicBezTo>
                  <a:pt x="-9810" y="4184422"/>
                  <a:pt x="61860" y="4015686"/>
                  <a:pt x="0" y="3725876"/>
                </a:cubicBezTo>
                <a:cubicBezTo>
                  <a:pt x="-61860" y="3436066"/>
                  <a:pt x="30845" y="3503925"/>
                  <a:pt x="0" y="3289513"/>
                </a:cubicBezTo>
                <a:cubicBezTo>
                  <a:pt x="-30845" y="3075101"/>
                  <a:pt x="16117" y="2936323"/>
                  <a:pt x="0" y="2730072"/>
                </a:cubicBezTo>
                <a:cubicBezTo>
                  <a:pt x="-16117" y="2523821"/>
                  <a:pt x="31193" y="2483920"/>
                  <a:pt x="0" y="2355246"/>
                </a:cubicBezTo>
                <a:cubicBezTo>
                  <a:pt x="-31193" y="2226572"/>
                  <a:pt x="33072" y="2107015"/>
                  <a:pt x="0" y="1980421"/>
                </a:cubicBezTo>
                <a:cubicBezTo>
                  <a:pt x="-33072" y="1853827"/>
                  <a:pt x="29051" y="1721187"/>
                  <a:pt x="0" y="1544057"/>
                </a:cubicBezTo>
                <a:cubicBezTo>
                  <a:pt x="-29051" y="1366927"/>
                  <a:pt x="74441" y="1086316"/>
                  <a:pt x="0" y="861539"/>
                </a:cubicBezTo>
                <a:cubicBezTo>
                  <a:pt x="-74441" y="636762"/>
                  <a:pt x="24786" y="24642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CF94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300" u="sng" dirty="0">
                <a:solidFill>
                  <a:schemeClr val="tx1"/>
                </a:solidFill>
              </a:rPr>
              <a:t>parents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Login in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Manage profile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Pay fees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 attendance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 TIME-TABLE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VIEW/DOWNLOAD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GIVE LEAVE REPORT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 exam schedule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View/DOWNLOAD RESULT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View GALLERY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Ask </a:t>
            </a:r>
            <a:r>
              <a:rPr lang="en-GB" sz="1300" dirty="0" err="1">
                <a:solidFill>
                  <a:schemeClr val="tx1"/>
                </a:solidFill>
              </a:rPr>
              <a:t>faq’s</a:t>
            </a:r>
            <a:endParaRPr lang="en-GB" sz="13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GET notification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1"/>
                </a:solidFill>
              </a:rPr>
              <a:t>GIVE/ VIEW FEEDBACK</a:t>
            </a:r>
          </a:p>
        </p:txBody>
      </p:sp>
      <p:sp>
        <p:nvSpPr>
          <p:cNvPr id="42" name="Text Placeholder 9"/>
          <p:cNvSpPr txBox="1"/>
          <p:nvPr/>
        </p:nvSpPr>
        <p:spPr>
          <a:xfrm>
            <a:off x="6096000" y="1204652"/>
            <a:ext cx="2955574" cy="1825972"/>
          </a:xfrm>
          <a:custGeom>
            <a:avLst/>
            <a:gdLst>
              <a:gd name="connsiteX0" fmla="*/ 0 w 2955574"/>
              <a:gd name="connsiteY0" fmla="*/ 0 h 1825972"/>
              <a:gd name="connsiteX1" fmla="*/ 502448 w 2955574"/>
              <a:gd name="connsiteY1" fmla="*/ 0 h 1825972"/>
              <a:gd name="connsiteX2" fmla="*/ 1093562 w 2955574"/>
              <a:gd name="connsiteY2" fmla="*/ 0 h 1825972"/>
              <a:gd name="connsiteX3" fmla="*/ 1625566 w 2955574"/>
              <a:gd name="connsiteY3" fmla="*/ 0 h 1825972"/>
              <a:gd name="connsiteX4" fmla="*/ 2275792 w 2955574"/>
              <a:gd name="connsiteY4" fmla="*/ 0 h 1825972"/>
              <a:gd name="connsiteX5" fmla="*/ 2955574 w 2955574"/>
              <a:gd name="connsiteY5" fmla="*/ 0 h 1825972"/>
              <a:gd name="connsiteX6" fmla="*/ 2955574 w 2955574"/>
              <a:gd name="connsiteY6" fmla="*/ 474753 h 1825972"/>
              <a:gd name="connsiteX7" fmla="*/ 2955574 w 2955574"/>
              <a:gd name="connsiteY7" fmla="*/ 876467 h 1825972"/>
              <a:gd name="connsiteX8" fmla="*/ 2955574 w 2955574"/>
              <a:gd name="connsiteY8" fmla="*/ 1278180 h 1825972"/>
              <a:gd name="connsiteX9" fmla="*/ 2955574 w 2955574"/>
              <a:gd name="connsiteY9" fmla="*/ 1825972 h 1825972"/>
              <a:gd name="connsiteX10" fmla="*/ 2305348 w 2955574"/>
              <a:gd name="connsiteY10" fmla="*/ 1825972 h 1825972"/>
              <a:gd name="connsiteX11" fmla="*/ 1802900 w 2955574"/>
              <a:gd name="connsiteY11" fmla="*/ 1825972 h 1825972"/>
              <a:gd name="connsiteX12" fmla="*/ 1241341 w 2955574"/>
              <a:gd name="connsiteY12" fmla="*/ 1825972 h 1825972"/>
              <a:gd name="connsiteX13" fmla="*/ 679782 w 2955574"/>
              <a:gd name="connsiteY13" fmla="*/ 1825972 h 1825972"/>
              <a:gd name="connsiteX14" fmla="*/ 0 w 2955574"/>
              <a:gd name="connsiteY14" fmla="*/ 1825972 h 1825972"/>
              <a:gd name="connsiteX15" fmla="*/ 0 w 2955574"/>
              <a:gd name="connsiteY15" fmla="*/ 1405998 h 1825972"/>
              <a:gd name="connsiteX16" fmla="*/ 0 w 2955574"/>
              <a:gd name="connsiteY16" fmla="*/ 1004285 h 1825972"/>
              <a:gd name="connsiteX17" fmla="*/ 0 w 2955574"/>
              <a:gd name="connsiteY17" fmla="*/ 566051 h 1825972"/>
              <a:gd name="connsiteX18" fmla="*/ 0 w 2955574"/>
              <a:gd name="connsiteY18" fmla="*/ 0 h 182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955574" h="1825972" fill="none" extrusionOk="0">
                <a:moveTo>
                  <a:pt x="0" y="0"/>
                </a:moveTo>
                <a:cubicBezTo>
                  <a:pt x="191019" y="-46161"/>
                  <a:pt x="285119" y="46861"/>
                  <a:pt x="502448" y="0"/>
                </a:cubicBezTo>
                <a:cubicBezTo>
                  <a:pt x="719777" y="-46861"/>
                  <a:pt x="847961" y="50374"/>
                  <a:pt x="1093562" y="0"/>
                </a:cubicBezTo>
                <a:cubicBezTo>
                  <a:pt x="1339163" y="-50374"/>
                  <a:pt x="1498475" y="57163"/>
                  <a:pt x="1625566" y="0"/>
                </a:cubicBezTo>
                <a:cubicBezTo>
                  <a:pt x="1752657" y="-57163"/>
                  <a:pt x="1996040" y="18224"/>
                  <a:pt x="2275792" y="0"/>
                </a:cubicBezTo>
                <a:cubicBezTo>
                  <a:pt x="2555544" y="-18224"/>
                  <a:pt x="2699364" y="20225"/>
                  <a:pt x="2955574" y="0"/>
                </a:cubicBezTo>
                <a:cubicBezTo>
                  <a:pt x="2972736" y="192527"/>
                  <a:pt x="2903156" y="253463"/>
                  <a:pt x="2955574" y="474753"/>
                </a:cubicBezTo>
                <a:cubicBezTo>
                  <a:pt x="3007992" y="696043"/>
                  <a:pt x="2911983" y="697599"/>
                  <a:pt x="2955574" y="876467"/>
                </a:cubicBezTo>
                <a:cubicBezTo>
                  <a:pt x="2999165" y="1055335"/>
                  <a:pt x="2943431" y="1152719"/>
                  <a:pt x="2955574" y="1278180"/>
                </a:cubicBezTo>
                <a:cubicBezTo>
                  <a:pt x="2967717" y="1403641"/>
                  <a:pt x="2947422" y="1674878"/>
                  <a:pt x="2955574" y="1825972"/>
                </a:cubicBezTo>
                <a:cubicBezTo>
                  <a:pt x="2714548" y="1849458"/>
                  <a:pt x="2449748" y="1749214"/>
                  <a:pt x="2305348" y="1825972"/>
                </a:cubicBezTo>
                <a:cubicBezTo>
                  <a:pt x="2160948" y="1902730"/>
                  <a:pt x="1991405" y="1798364"/>
                  <a:pt x="1802900" y="1825972"/>
                </a:cubicBezTo>
                <a:cubicBezTo>
                  <a:pt x="1614395" y="1853580"/>
                  <a:pt x="1418978" y="1815283"/>
                  <a:pt x="1241341" y="1825972"/>
                </a:cubicBezTo>
                <a:cubicBezTo>
                  <a:pt x="1063704" y="1836661"/>
                  <a:pt x="932596" y="1770589"/>
                  <a:pt x="679782" y="1825972"/>
                </a:cubicBezTo>
                <a:cubicBezTo>
                  <a:pt x="426968" y="1881355"/>
                  <a:pt x="189611" y="1818493"/>
                  <a:pt x="0" y="1825972"/>
                </a:cubicBezTo>
                <a:cubicBezTo>
                  <a:pt x="-23158" y="1701025"/>
                  <a:pt x="30978" y="1534474"/>
                  <a:pt x="0" y="1405998"/>
                </a:cubicBezTo>
                <a:cubicBezTo>
                  <a:pt x="-30978" y="1277522"/>
                  <a:pt x="46491" y="1140778"/>
                  <a:pt x="0" y="1004285"/>
                </a:cubicBezTo>
                <a:cubicBezTo>
                  <a:pt x="-46491" y="867792"/>
                  <a:pt x="20251" y="723559"/>
                  <a:pt x="0" y="566051"/>
                </a:cubicBezTo>
                <a:cubicBezTo>
                  <a:pt x="-20251" y="408543"/>
                  <a:pt x="43363" y="282282"/>
                  <a:pt x="0" y="0"/>
                </a:cubicBezTo>
                <a:close/>
              </a:path>
              <a:path w="2955574" h="1825972" stroke="0" extrusionOk="0">
                <a:moveTo>
                  <a:pt x="0" y="0"/>
                </a:moveTo>
                <a:cubicBezTo>
                  <a:pt x="163146" y="-18132"/>
                  <a:pt x="281400" y="7171"/>
                  <a:pt x="532003" y="0"/>
                </a:cubicBezTo>
                <a:cubicBezTo>
                  <a:pt x="782606" y="-7171"/>
                  <a:pt x="982838" y="2301"/>
                  <a:pt x="1123118" y="0"/>
                </a:cubicBezTo>
                <a:cubicBezTo>
                  <a:pt x="1263399" y="-2301"/>
                  <a:pt x="1532279" y="15972"/>
                  <a:pt x="1655121" y="0"/>
                </a:cubicBezTo>
                <a:cubicBezTo>
                  <a:pt x="1777963" y="-15972"/>
                  <a:pt x="2077358" y="48127"/>
                  <a:pt x="2305348" y="0"/>
                </a:cubicBezTo>
                <a:cubicBezTo>
                  <a:pt x="2533338" y="-48127"/>
                  <a:pt x="2667413" y="8479"/>
                  <a:pt x="2955574" y="0"/>
                </a:cubicBezTo>
                <a:cubicBezTo>
                  <a:pt x="2990444" y="141730"/>
                  <a:pt x="2930654" y="254072"/>
                  <a:pt x="2955574" y="401714"/>
                </a:cubicBezTo>
                <a:cubicBezTo>
                  <a:pt x="2980494" y="549356"/>
                  <a:pt x="2940083" y="725310"/>
                  <a:pt x="2955574" y="821687"/>
                </a:cubicBezTo>
                <a:cubicBezTo>
                  <a:pt x="2971065" y="918064"/>
                  <a:pt x="2916321" y="1076616"/>
                  <a:pt x="2955574" y="1241661"/>
                </a:cubicBezTo>
                <a:cubicBezTo>
                  <a:pt x="2994827" y="1406706"/>
                  <a:pt x="2933943" y="1604071"/>
                  <a:pt x="2955574" y="1825972"/>
                </a:cubicBezTo>
                <a:cubicBezTo>
                  <a:pt x="2834437" y="1856597"/>
                  <a:pt x="2583657" y="1825082"/>
                  <a:pt x="2453126" y="1825972"/>
                </a:cubicBezTo>
                <a:cubicBezTo>
                  <a:pt x="2322595" y="1826862"/>
                  <a:pt x="2201630" y="1777238"/>
                  <a:pt x="1950679" y="1825972"/>
                </a:cubicBezTo>
                <a:cubicBezTo>
                  <a:pt x="1699728" y="1874706"/>
                  <a:pt x="1560419" y="1758962"/>
                  <a:pt x="1359564" y="1825972"/>
                </a:cubicBezTo>
                <a:cubicBezTo>
                  <a:pt x="1158709" y="1892982"/>
                  <a:pt x="1086425" y="1769154"/>
                  <a:pt x="827561" y="1825972"/>
                </a:cubicBezTo>
                <a:cubicBezTo>
                  <a:pt x="568697" y="1882790"/>
                  <a:pt x="296951" y="1728070"/>
                  <a:pt x="0" y="1825972"/>
                </a:cubicBezTo>
                <a:cubicBezTo>
                  <a:pt x="-50145" y="1687591"/>
                  <a:pt x="34132" y="1581029"/>
                  <a:pt x="0" y="1369479"/>
                </a:cubicBezTo>
                <a:cubicBezTo>
                  <a:pt x="-34132" y="1157929"/>
                  <a:pt x="1840" y="1083954"/>
                  <a:pt x="0" y="912986"/>
                </a:cubicBezTo>
                <a:cubicBezTo>
                  <a:pt x="-1840" y="742018"/>
                  <a:pt x="51236" y="607108"/>
                  <a:pt x="0" y="474753"/>
                </a:cubicBezTo>
                <a:cubicBezTo>
                  <a:pt x="-51236" y="342398"/>
                  <a:pt x="10452" y="14820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CF940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u="sng" dirty="0">
                <a:solidFill>
                  <a:schemeClr val="tx1"/>
                </a:solidFill>
              </a:rPr>
              <a:t>visitors</a:t>
            </a:r>
            <a:endParaRPr lang="en-US" dirty="0"/>
          </a:p>
          <a:p>
            <a:pPr marL="171450" indent="-171450"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gallery</a:t>
            </a:r>
            <a:endParaRPr lang="en-GB" dirty="0"/>
          </a:p>
          <a:p>
            <a:pPr marL="171450" indent="-171450"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 </a:t>
            </a:r>
            <a:r>
              <a:rPr lang="en-US" sz="1400" dirty="0" err="1">
                <a:solidFill>
                  <a:schemeClr val="tx1"/>
                </a:solidFill>
              </a:rPr>
              <a:t>faq's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40459" y="0"/>
            <a:ext cx="6097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+mj-lt"/>
              </a:rPr>
              <a:t>MODULES</a:t>
            </a:r>
            <a:endParaRPr lang="en-IN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Top view of cubes connected with black lines"/>
          <p:cNvPicPr>
            <a:picLocks noChangeAspect="1"/>
          </p:cNvPicPr>
          <p:nvPr/>
        </p:nvPicPr>
        <p:blipFill>
          <a:blip r:embed="rId2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5000" contrast="-47000"/>
                    </a14:imgEffect>
                    <a14:imgEffect>
                      <a14:saturation sat="176000"/>
                    </a14:imgEffect>
                  </a14:imgLayer>
                </a14:imgProps>
              </a:ext>
            </a:extLst>
          </a:blip>
          <a:srcRect t="17884" r="-2" b="7115"/>
          <a:stretch>
            <a:fillRect/>
          </a:stretch>
        </p:blipFill>
        <p:spPr>
          <a:xfrm>
            <a:off x="19" y="-8867"/>
            <a:ext cx="12191981" cy="6857989"/>
          </a:xfrm>
          <a:prstGeom prst="rect">
            <a:avLst/>
          </a:prstGeom>
          <a:effectLst>
            <a:outerShdw blurRad="88900" dist="533400" dir="2640000">
              <a:srgbClr val="D6DCE4">
                <a:alpha val="55000"/>
              </a:srgbClr>
            </a:outerShdw>
            <a:reflection stA="52000" endPos="3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>
                <a:solidFill>
                  <a:srgbClr val="FFFFFF"/>
                </a:solidFill>
              </a:rPr>
              <a:t>System flow diagram</a:t>
            </a:r>
          </a:p>
        </p:txBody>
      </p:sp>
      <p:cxnSp>
        <p:nvCxnSpPr>
          <p:cNvPr id="55" name="Straight Connector 5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46919"/>
          </a:xfrm>
          <a:custGeom>
            <a:avLst/>
            <a:gdLst>
              <a:gd name="connsiteX0" fmla="*/ 0 w 10168128"/>
              <a:gd name="connsiteY0" fmla="*/ 0 h 1146919"/>
              <a:gd name="connsiteX1" fmla="*/ 881238 w 10168128"/>
              <a:gd name="connsiteY1" fmla="*/ 0 h 1146919"/>
              <a:gd name="connsiteX2" fmla="*/ 1355750 w 10168128"/>
              <a:gd name="connsiteY2" fmla="*/ 0 h 1146919"/>
              <a:gd name="connsiteX3" fmla="*/ 2236988 w 10168128"/>
              <a:gd name="connsiteY3" fmla="*/ 0 h 1146919"/>
              <a:gd name="connsiteX4" fmla="*/ 2711501 w 10168128"/>
              <a:gd name="connsiteY4" fmla="*/ 0 h 1146919"/>
              <a:gd name="connsiteX5" fmla="*/ 3592739 w 10168128"/>
              <a:gd name="connsiteY5" fmla="*/ 0 h 1146919"/>
              <a:gd name="connsiteX6" fmla="*/ 3965570 w 10168128"/>
              <a:gd name="connsiteY6" fmla="*/ 0 h 1146919"/>
              <a:gd name="connsiteX7" fmla="*/ 4338401 w 10168128"/>
              <a:gd name="connsiteY7" fmla="*/ 0 h 1146919"/>
              <a:gd name="connsiteX8" fmla="*/ 4711233 w 10168128"/>
              <a:gd name="connsiteY8" fmla="*/ 0 h 1146919"/>
              <a:gd name="connsiteX9" fmla="*/ 5389108 w 10168128"/>
              <a:gd name="connsiteY9" fmla="*/ 0 h 1146919"/>
              <a:gd name="connsiteX10" fmla="*/ 5965302 w 10168128"/>
              <a:gd name="connsiteY10" fmla="*/ 0 h 1146919"/>
              <a:gd name="connsiteX11" fmla="*/ 6846540 w 10168128"/>
              <a:gd name="connsiteY11" fmla="*/ 0 h 1146919"/>
              <a:gd name="connsiteX12" fmla="*/ 7626096 w 10168128"/>
              <a:gd name="connsiteY12" fmla="*/ 0 h 1146919"/>
              <a:gd name="connsiteX13" fmla="*/ 7998927 w 10168128"/>
              <a:gd name="connsiteY13" fmla="*/ 0 h 1146919"/>
              <a:gd name="connsiteX14" fmla="*/ 8575121 w 10168128"/>
              <a:gd name="connsiteY14" fmla="*/ 0 h 1146919"/>
              <a:gd name="connsiteX15" fmla="*/ 9456359 w 10168128"/>
              <a:gd name="connsiteY15" fmla="*/ 0 h 1146919"/>
              <a:gd name="connsiteX16" fmla="*/ 10168128 w 10168128"/>
              <a:gd name="connsiteY16" fmla="*/ 0 h 1146919"/>
              <a:gd name="connsiteX17" fmla="*/ 10168128 w 10168128"/>
              <a:gd name="connsiteY17" fmla="*/ 584929 h 1146919"/>
              <a:gd name="connsiteX18" fmla="*/ 10168128 w 10168128"/>
              <a:gd name="connsiteY18" fmla="*/ 1146919 h 1146919"/>
              <a:gd name="connsiteX19" fmla="*/ 9388572 w 10168128"/>
              <a:gd name="connsiteY19" fmla="*/ 1146919 h 1146919"/>
              <a:gd name="connsiteX20" fmla="*/ 8812378 w 10168128"/>
              <a:gd name="connsiteY20" fmla="*/ 1146919 h 1146919"/>
              <a:gd name="connsiteX21" fmla="*/ 8032821 w 10168128"/>
              <a:gd name="connsiteY21" fmla="*/ 1146919 h 1146919"/>
              <a:gd name="connsiteX22" fmla="*/ 7558308 w 10168128"/>
              <a:gd name="connsiteY22" fmla="*/ 1146919 h 1146919"/>
              <a:gd name="connsiteX23" fmla="*/ 6982115 w 10168128"/>
              <a:gd name="connsiteY23" fmla="*/ 1146919 h 1146919"/>
              <a:gd name="connsiteX24" fmla="*/ 6304239 w 10168128"/>
              <a:gd name="connsiteY24" fmla="*/ 1146919 h 1146919"/>
              <a:gd name="connsiteX25" fmla="*/ 5829727 w 10168128"/>
              <a:gd name="connsiteY25" fmla="*/ 1146919 h 1146919"/>
              <a:gd name="connsiteX26" fmla="*/ 5456895 w 10168128"/>
              <a:gd name="connsiteY26" fmla="*/ 1146919 h 1146919"/>
              <a:gd name="connsiteX27" fmla="*/ 4575658 w 10168128"/>
              <a:gd name="connsiteY27" fmla="*/ 1146919 h 1146919"/>
              <a:gd name="connsiteX28" fmla="*/ 3897782 w 10168128"/>
              <a:gd name="connsiteY28" fmla="*/ 1146919 h 1146919"/>
              <a:gd name="connsiteX29" fmla="*/ 3423270 w 10168128"/>
              <a:gd name="connsiteY29" fmla="*/ 1146919 h 1146919"/>
              <a:gd name="connsiteX30" fmla="*/ 2948757 w 10168128"/>
              <a:gd name="connsiteY30" fmla="*/ 1146919 h 1146919"/>
              <a:gd name="connsiteX31" fmla="*/ 2270882 w 10168128"/>
              <a:gd name="connsiteY31" fmla="*/ 1146919 h 1146919"/>
              <a:gd name="connsiteX32" fmla="*/ 1593007 w 10168128"/>
              <a:gd name="connsiteY32" fmla="*/ 1146919 h 1146919"/>
              <a:gd name="connsiteX33" fmla="*/ 813450 w 10168128"/>
              <a:gd name="connsiteY33" fmla="*/ 1146919 h 1146919"/>
              <a:gd name="connsiteX34" fmla="*/ 0 w 10168128"/>
              <a:gd name="connsiteY34" fmla="*/ 1146919 h 1146919"/>
              <a:gd name="connsiteX35" fmla="*/ 0 w 10168128"/>
              <a:gd name="connsiteY35" fmla="*/ 584929 h 1146919"/>
              <a:gd name="connsiteX36" fmla="*/ 0 w 10168128"/>
              <a:gd name="connsiteY36" fmla="*/ 0 h 114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168128" h="1146919" fill="none" extrusionOk="0">
                <a:moveTo>
                  <a:pt x="0" y="0"/>
                </a:moveTo>
                <a:cubicBezTo>
                  <a:pt x="299647" y="-41784"/>
                  <a:pt x="534170" y="-15723"/>
                  <a:pt x="881238" y="0"/>
                </a:cubicBezTo>
                <a:cubicBezTo>
                  <a:pt x="1228306" y="15723"/>
                  <a:pt x="1137039" y="-3148"/>
                  <a:pt x="1355750" y="0"/>
                </a:cubicBezTo>
                <a:cubicBezTo>
                  <a:pt x="1574461" y="3148"/>
                  <a:pt x="1830655" y="7306"/>
                  <a:pt x="2236988" y="0"/>
                </a:cubicBezTo>
                <a:cubicBezTo>
                  <a:pt x="2643321" y="-7306"/>
                  <a:pt x="2498720" y="-3282"/>
                  <a:pt x="2711501" y="0"/>
                </a:cubicBezTo>
                <a:cubicBezTo>
                  <a:pt x="2924282" y="3282"/>
                  <a:pt x="3286689" y="34858"/>
                  <a:pt x="3592739" y="0"/>
                </a:cubicBezTo>
                <a:cubicBezTo>
                  <a:pt x="3898789" y="-34858"/>
                  <a:pt x="3879323" y="9510"/>
                  <a:pt x="3965570" y="0"/>
                </a:cubicBezTo>
                <a:cubicBezTo>
                  <a:pt x="4051817" y="-9510"/>
                  <a:pt x="4210351" y="-11252"/>
                  <a:pt x="4338401" y="0"/>
                </a:cubicBezTo>
                <a:cubicBezTo>
                  <a:pt x="4466451" y="11252"/>
                  <a:pt x="4614685" y="-3112"/>
                  <a:pt x="4711233" y="0"/>
                </a:cubicBezTo>
                <a:cubicBezTo>
                  <a:pt x="4807781" y="3112"/>
                  <a:pt x="5115896" y="-9845"/>
                  <a:pt x="5389108" y="0"/>
                </a:cubicBezTo>
                <a:cubicBezTo>
                  <a:pt x="5662320" y="9845"/>
                  <a:pt x="5750833" y="-23961"/>
                  <a:pt x="5965302" y="0"/>
                </a:cubicBezTo>
                <a:cubicBezTo>
                  <a:pt x="6179771" y="23961"/>
                  <a:pt x="6625461" y="24712"/>
                  <a:pt x="6846540" y="0"/>
                </a:cubicBezTo>
                <a:cubicBezTo>
                  <a:pt x="7067619" y="-24712"/>
                  <a:pt x="7332371" y="29907"/>
                  <a:pt x="7626096" y="0"/>
                </a:cubicBezTo>
                <a:cubicBezTo>
                  <a:pt x="7919821" y="-29907"/>
                  <a:pt x="7860269" y="13709"/>
                  <a:pt x="7998927" y="0"/>
                </a:cubicBezTo>
                <a:cubicBezTo>
                  <a:pt x="8137585" y="-13709"/>
                  <a:pt x="8299735" y="1818"/>
                  <a:pt x="8575121" y="0"/>
                </a:cubicBezTo>
                <a:cubicBezTo>
                  <a:pt x="8850507" y="-1818"/>
                  <a:pt x="9084993" y="1116"/>
                  <a:pt x="9456359" y="0"/>
                </a:cubicBezTo>
                <a:cubicBezTo>
                  <a:pt x="9827725" y="-1116"/>
                  <a:pt x="9814014" y="20438"/>
                  <a:pt x="10168128" y="0"/>
                </a:cubicBezTo>
                <a:cubicBezTo>
                  <a:pt x="10183257" y="208465"/>
                  <a:pt x="10175695" y="428194"/>
                  <a:pt x="10168128" y="584929"/>
                </a:cubicBezTo>
                <a:cubicBezTo>
                  <a:pt x="10160561" y="741664"/>
                  <a:pt x="10180834" y="1010496"/>
                  <a:pt x="10168128" y="1146919"/>
                </a:cubicBezTo>
                <a:cubicBezTo>
                  <a:pt x="9885542" y="1175059"/>
                  <a:pt x="9713766" y="1172466"/>
                  <a:pt x="9388572" y="1146919"/>
                </a:cubicBezTo>
                <a:cubicBezTo>
                  <a:pt x="9063378" y="1121372"/>
                  <a:pt x="8929643" y="1151735"/>
                  <a:pt x="8812378" y="1146919"/>
                </a:cubicBezTo>
                <a:cubicBezTo>
                  <a:pt x="8695113" y="1142103"/>
                  <a:pt x="8273225" y="1115852"/>
                  <a:pt x="8032821" y="1146919"/>
                </a:cubicBezTo>
                <a:cubicBezTo>
                  <a:pt x="7792417" y="1177986"/>
                  <a:pt x="7693935" y="1147481"/>
                  <a:pt x="7558308" y="1146919"/>
                </a:cubicBezTo>
                <a:cubicBezTo>
                  <a:pt x="7422681" y="1146357"/>
                  <a:pt x="7101745" y="1140932"/>
                  <a:pt x="6982115" y="1146919"/>
                </a:cubicBezTo>
                <a:cubicBezTo>
                  <a:pt x="6862485" y="1152906"/>
                  <a:pt x="6636421" y="1158272"/>
                  <a:pt x="6304239" y="1146919"/>
                </a:cubicBezTo>
                <a:cubicBezTo>
                  <a:pt x="5972057" y="1135566"/>
                  <a:pt x="6033979" y="1146734"/>
                  <a:pt x="5829727" y="1146919"/>
                </a:cubicBezTo>
                <a:cubicBezTo>
                  <a:pt x="5625475" y="1147104"/>
                  <a:pt x="5638549" y="1143412"/>
                  <a:pt x="5456895" y="1146919"/>
                </a:cubicBezTo>
                <a:cubicBezTo>
                  <a:pt x="5275241" y="1150426"/>
                  <a:pt x="4880239" y="1120018"/>
                  <a:pt x="4575658" y="1146919"/>
                </a:cubicBezTo>
                <a:cubicBezTo>
                  <a:pt x="4271077" y="1173820"/>
                  <a:pt x="4146371" y="1157078"/>
                  <a:pt x="3897782" y="1146919"/>
                </a:cubicBezTo>
                <a:cubicBezTo>
                  <a:pt x="3649193" y="1136760"/>
                  <a:pt x="3527617" y="1153330"/>
                  <a:pt x="3423270" y="1146919"/>
                </a:cubicBezTo>
                <a:cubicBezTo>
                  <a:pt x="3318923" y="1140508"/>
                  <a:pt x="3084323" y="1141740"/>
                  <a:pt x="2948757" y="1146919"/>
                </a:cubicBezTo>
                <a:cubicBezTo>
                  <a:pt x="2813191" y="1152098"/>
                  <a:pt x="2587278" y="1130943"/>
                  <a:pt x="2270882" y="1146919"/>
                </a:cubicBezTo>
                <a:cubicBezTo>
                  <a:pt x="1954487" y="1162895"/>
                  <a:pt x="1827196" y="1179534"/>
                  <a:pt x="1593007" y="1146919"/>
                </a:cubicBezTo>
                <a:cubicBezTo>
                  <a:pt x="1358818" y="1114304"/>
                  <a:pt x="1107675" y="1122496"/>
                  <a:pt x="813450" y="1146919"/>
                </a:cubicBezTo>
                <a:cubicBezTo>
                  <a:pt x="519225" y="1171342"/>
                  <a:pt x="383583" y="1163946"/>
                  <a:pt x="0" y="1146919"/>
                </a:cubicBezTo>
                <a:cubicBezTo>
                  <a:pt x="245" y="914004"/>
                  <a:pt x="15252" y="791375"/>
                  <a:pt x="0" y="584929"/>
                </a:cubicBezTo>
                <a:cubicBezTo>
                  <a:pt x="-15252" y="378483"/>
                  <a:pt x="-16026" y="168271"/>
                  <a:pt x="0" y="0"/>
                </a:cubicBezTo>
                <a:close/>
              </a:path>
              <a:path w="10168128" h="1146919" stroke="0" extrusionOk="0">
                <a:moveTo>
                  <a:pt x="0" y="0"/>
                </a:moveTo>
                <a:cubicBezTo>
                  <a:pt x="207702" y="8801"/>
                  <a:pt x="450435" y="16957"/>
                  <a:pt x="576194" y="0"/>
                </a:cubicBezTo>
                <a:cubicBezTo>
                  <a:pt x="701953" y="-16957"/>
                  <a:pt x="1098845" y="-947"/>
                  <a:pt x="1355750" y="0"/>
                </a:cubicBezTo>
                <a:cubicBezTo>
                  <a:pt x="1612655" y="947"/>
                  <a:pt x="1758393" y="6188"/>
                  <a:pt x="2135307" y="0"/>
                </a:cubicBezTo>
                <a:cubicBezTo>
                  <a:pt x="2512221" y="-6188"/>
                  <a:pt x="2555421" y="25008"/>
                  <a:pt x="2914863" y="0"/>
                </a:cubicBezTo>
                <a:cubicBezTo>
                  <a:pt x="3274305" y="-25008"/>
                  <a:pt x="3452198" y="30942"/>
                  <a:pt x="3694420" y="0"/>
                </a:cubicBezTo>
                <a:cubicBezTo>
                  <a:pt x="3936642" y="-30942"/>
                  <a:pt x="4143679" y="-1430"/>
                  <a:pt x="4473976" y="0"/>
                </a:cubicBezTo>
                <a:cubicBezTo>
                  <a:pt x="4804273" y="1430"/>
                  <a:pt x="4800539" y="-1024"/>
                  <a:pt x="4948489" y="0"/>
                </a:cubicBezTo>
                <a:cubicBezTo>
                  <a:pt x="5096439" y="1024"/>
                  <a:pt x="5300907" y="10934"/>
                  <a:pt x="5423002" y="0"/>
                </a:cubicBezTo>
                <a:cubicBezTo>
                  <a:pt x="5545097" y="-10934"/>
                  <a:pt x="5700945" y="-18072"/>
                  <a:pt x="5795833" y="0"/>
                </a:cubicBezTo>
                <a:cubicBezTo>
                  <a:pt x="5890721" y="18072"/>
                  <a:pt x="6066002" y="-5121"/>
                  <a:pt x="6168664" y="0"/>
                </a:cubicBezTo>
                <a:cubicBezTo>
                  <a:pt x="6271326" y="5121"/>
                  <a:pt x="6721927" y="12316"/>
                  <a:pt x="7049902" y="0"/>
                </a:cubicBezTo>
                <a:cubicBezTo>
                  <a:pt x="7377877" y="-12316"/>
                  <a:pt x="7422331" y="-9212"/>
                  <a:pt x="7727777" y="0"/>
                </a:cubicBezTo>
                <a:cubicBezTo>
                  <a:pt x="8033224" y="9212"/>
                  <a:pt x="8265695" y="29724"/>
                  <a:pt x="8609015" y="0"/>
                </a:cubicBezTo>
                <a:cubicBezTo>
                  <a:pt x="8952335" y="-29724"/>
                  <a:pt x="9221850" y="9468"/>
                  <a:pt x="9388572" y="0"/>
                </a:cubicBezTo>
                <a:cubicBezTo>
                  <a:pt x="9555294" y="-9468"/>
                  <a:pt x="9939448" y="15885"/>
                  <a:pt x="10168128" y="0"/>
                </a:cubicBezTo>
                <a:cubicBezTo>
                  <a:pt x="10191158" y="139572"/>
                  <a:pt x="10159799" y="298066"/>
                  <a:pt x="10168128" y="550521"/>
                </a:cubicBezTo>
                <a:cubicBezTo>
                  <a:pt x="10176457" y="802976"/>
                  <a:pt x="10142568" y="1000057"/>
                  <a:pt x="10168128" y="1146919"/>
                </a:cubicBezTo>
                <a:cubicBezTo>
                  <a:pt x="10033597" y="1136236"/>
                  <a:pt x="9901203" y="1127071"/>
                  <a:pt x="9693615" y="1146919"/>
                </a:cubicBezTo>
                <a:cubicBezTo>
                  <a:pt x="9486027" y="1166767"/>
                  <a:pt x="9427687" y="1153785"/>
                  <a:pt x="9219103" y="1146919"/>
                </a:cubicBezTo>
                <a:cubicBezTo>
                  <a:pt x="9010519" y="1140053"/>
                  <a:pt x="8564769" y="1122930"/>
                  <a:pt x="8337865" y="1146919"/>
                </a:cubicBezTo>
                <a:cubicBezTo>
                  <a:pt x="8110961" y="1170908"/>
                  <a:pt x="7793217" y="1152841"/>
                  <a:pt x="7456627" y="1146919"/>
                </a:cubicBezTo>
                <a:cubicBezTo>
                  <a:pt x="7120037" y="1140997"/>
                  <a:pt x="7022827" y="1133553"/>
                  <a:pt x="6880433" y="1146919"/>
                </a:cubicBezTo>
                <a:cubicBezTo>
                  <a:pt x="6738039" y="1160285"/>
                  <a:pt x="6667948" y="1152750"/>
                  <a:pt x="6507602" y="1146919"/>
                </a:cubicBezTo>
                <a:cubicBezTo>
                  <a:pt x="6347256" y="1141088"/>
                  <a:pt x="5828527" y="1102938"/>
                  <a:pt x="5626364" y="1146919"/>
                </a:cubicBezTo>
                <a:cubicBezTo>
                  <a:pt x="5424201" y="1190900"/>
                  <a:pt x="5281882" y="1154701"/>
                  <a:pt x="5151852" y="1146919"/>
                </a:cubicBezTo>
                <a:cubicBezTo>
                  <a:pt x="5021822" y="1139137"/>
                  <a:pt x="4728896" y="1162676"/>
                  <a:pt x="4372295" y="1146919"/>
                </a:cubicBezTo>
                <a:cubicBezTo>
                  <a:pt x="4015694" y="1131162"/>
                  <a:pt x="3879250" y="1122057"/>
                  <a:pt x="3592739" y="1146919"/>
                </a:cubicBezTo>
                <a:cubicBezTo>
                  <a:pt x="3306228" y="1171781"/>
                  <a:pt x="3098115" y="1155144"/>
                  <a:pt x="2813182" y="1146919"/>
                </a:cubicBezTo>
                <a:cubicBezTo>
                  <a:pt x="2528249" y="1138694"/>
                  <a:pt x="2617781" y="1154349"/>
                  <a:pt x="2440351" y="1146919"/>
                </a:cubicBezTo>
                <a:cubicBezTo>
                  <a:pt x="2262921" y="1139489"/>
                  <a:pt x="1862090" y="1130171"/>
                  <a:pt x="1559113" y="1146919"/>
                </a:cubicBezTo>
                <a:cubicBezTo>
                  <a:pt x="1256136" y="1163667"/>
                  <a:pt x="1203803" y="1152612"/>
                  <a:pt x="982919" y="1146919"/>
                </a:cubicBezTo>
                <a:cubicBezTo>
                  <a:pt x="762035" y="1141226"/>
                  <a:pt x="441511" y="1125564"/>
                  <a:pt x="0" y="1146919"/>
                </a:cubicBezTo>
                <a:cubicBezTo>
                  <a:pt x="1774" y="906412"/>
                  <a:pt x="-19812" y="743654"/>
                  <a:pt x="0" y="550521"/>
                </a:cubicBezTo>
                <a:cubicBezTo>
                  <a:pt x="19812" y="357388"/>
                  <a:pt x="-3765" y="122498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system flow diagram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   Start/terminator          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Decision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Process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Connector </a:t>
            </a:r>
          </a:p>
        </p:txBody>
      </p:sp>
      <p:sp>
        <p:nvSpPr>
          <p:cNvPr id="4" name="Flowchart: Terminator 3"/>
          <p:cNvSpPr/>
          <p:nvPr/>
        </p:nvSpPr>
        <p:spPr>
          <a:xfrm>
            <a:off x="5962828" y="2689239"/>
            <a:ext cx="1552040" cy="547779"/>
          </a:xfrm>
          <a:prstGeom prst="flowChartTerminator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Decision 4"/>
          <p:cNvSpPr/>
          <p:nvPr/>
        </p:nvSpPr>
        <p:spPr>
          <a:xfrm>
            <a:off x="6007096" y="3424731"/>
            <a:ext cx="1512913" cy="691245"/>
          </a:xfrm>
          <a:prstGeom prst="flowChartDecis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163559" y="4332399"/>
            <a:ext cx="1199897" cy="67820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742654" y="5164395"/>
            <a:ext cx="2609" cy="79569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3545CAF-EA63-3021-E9F8-17F0747CB5F5}"/>
              </a:ext>
            </a:extLst>
          </p:cNvPr>
          <p:cNvSpPr/>
          <p:nvPr/>
        </p:nvSpPr>
        <p:spPr>
          <a:xfrm>
            <a:off x="5819487" y="71592"/>
            <a:ext cx="1210905" cy="265774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54582E-0EC5-82CF-8594-4BD47C310BAA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6424938" y="337366"/>
            <a:ext cx="2" cy="2451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BC02ED1-8BD8-5F14-4356-D81F09A6231C}"/>
              </a:ext>
            </a:extLst>
          </p:cNvPr>
          <p:cNvSpPr/>
          <p:nvPr/>
        </p:nvSpPr>
        <p:spPr>
          <a:xfrm>
            <a:off x="7043034" y="841023"/>
            <a:ext cx="1328475" cy="2847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1EADB9-AB54-4169-4C4B-5E01791D4EE7}"/>
              </a:ext>
            </a:extLst>
          </p:cNvPr>
          <p:cNvSpPr/>
          <p:nvPr/>
        </p:nvSpPr>
        <p:spPr>
          <a:xfrm>
            <a:off x="9997446" y="870327"/>
            <a:ext cx="11962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6BBA07-61A6-DFFA-30E9-EA824254A172}"/>
              </a:ext>
            </a:extLst>
          </p:cNvPr>
          <p:cNvCxnSpPr>
            <a:cxnSpLocks/>
          </p:cNvCxnSpPr>
          <p:nvPr/>
        </p:nvCxnSpPr>
        <p:spPr>
          <a:xfrm>
            <a:off x="1621816" y="594304"/>
            <a:ext cx="898399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C517B8-F3D1-ABAC-E2F3-6AFE35522B75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1621816" y="592069"/>
            <a:ext cx="1049" cy="239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F6EC58-2422-CE84-BF75-D0E1FEE7731A}"/>
              </a:ext>
            </a:extLst>
          </p:cNvPr>
          <p:cNvCxnSpPr>
            <a:cxnSpLocks/>
          </p:cNvCxnSpPr>
          <p:nvPr/>
        </p:nvCxnSpPr>
        <p:spPr>
          <a:xfrm>
            <a:off x="10605806" y="594918"/>
            <a:ext cx="0" cy="2754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F56FF8E-36A7-E1FC-D2AA-09C443C26E04}"/>
              </a:ext>
            </a:extLst>
          </p:cNvPr>
          <p:cNvCxnSpPr>
            <a:cxnSpLocks/>
            <a:stCxn id="37" idx="2"/>
            <a:endCxn id="27" idx="3"/>
          </p:cNvCxnSpPr>
          <p:nvPr/>
        </p:nvCxnSpPr>
        <p:spPr>
          <a:xfrm flipH="1">
            <a:off x="7702830" y="1125813"/>
            <a:ext cx="4442" cy="2350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0505DE9-35A4-BA78-CB69-A5B5CF9E4A16}"/>
              </a:ext>
            </a:extLst>
          </p:cNvPr>
          <p:cNvCxnSpPr>
            <a:cxnSpLocks/>
          </p:cNvCxnSpPr>
          <p:nvPr/>
        </p:nvCxnSpPr>
        <p:spPr>
          <a:xfrm flipH="1">
            <a:off x="8789377" y="1492163"/>
            <a:ext cx="9796" cy="42720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AE0F959-70C2-CBFA-A7CD-2AA8A7BF24D1}"/>
              </a:ext>
            </a:extLst>
          </p:cNvPr>
          <p:cNvSpPr/>
          <p:nvPr/>
        </p:nvSpPr>
        <p:spPr>
          <a:xfrm>
            <a:off x="7037590" y="5386896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E4F410B-0F9F-12BF-86FB-D15C85A95656}"/>
              </a:ext>
            </a:extLst>
          </p:cNvPr>
          <p:cNvCxnSpPr>
            <a:cxnSpLocks/>
            <a:endCxn id="111" idx="3"/>
          </p:cNvCxnSpPr>
          <p:nvPr/>
        </p:nvCxnSpPr>
        <p:spPr>
          <a:xfrm flipH="1">
            <a:off x="8355511" y="5523365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3C15754-AB47-C8C0-38CE-4E71C20535DD}"/>
              </a:ext>
            </a:extLst>
          </p:cNvPr>
          <p:cNvCxnSpPr>
            <a:cxnSpLocks/>
          </p:cNvCxnSpPr>
          <p:nvPr/>
        </p:nvCxnSpPr>
        <p:spPr>
          <a:xfrm>
            <a:off x="8334300" y="1492163"/>
            <a:ext cx="4684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10F9AA3-5BA5-6FFE-4C77-E24B24D10F36}"/>
              </a:ext>
            </a:extLst>
          </p:cNvPr>
          <p:cNvSpPr/>
          <p:nvPr/>
        </p:nvSpPr>
        <p:spPr>
          <a:xfrm>
            <a:off x="3954637" y="841023"/>
            <a:ext cx="1246952" cy="2847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B592305-CC8F-1934-A82C-91A29E5B1210}"/>
              </a:ext>
            </a:extLst>
          </p:cNvPr>
          <p:cNvCxnSpPr>
            <a:cxnSpLocks/>
            <a:stCxn id="120" idx="2"/>
            <a:endCxn id="185" idx="3"/>
          </p:cNvCxnSpPr>
          <p:nvPr/>
        </p:nvCxnSpPr>
        <p:spPr>
          <a:xfrm flipH="1">
            <a:off x="4572917" y="1125813"/>
            <a:ext cx="5196" cy="2276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69CC927-8850-13DD-03CC-4A34002D3343}"/>
              </a:ext>
            </a:extLst>
          </p:cNvPr>
          <p:cNvCxnSpPr>
            <a:cxnSpLocks/>
          </p:cNvCxnSpPr>
          <p:nvPr/>
        </p:nvCxnSpPr>
        <p:spPr>
          <a:xfrm flipH="1">
            <a:off x="5608047" y="1488985"/>
            <a:ext cx="2778" cy="42783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F2B72B7-8D00-C187-739D-2A47719B026E}"/>
              </a:ext>
            </a:extLst>
          </p:cNvPr>
          <p:cNvCxnSpPr>
            <a:cxnSpLocks/>
          </p:cNvCxnSpPr>
          <p:nvPr/>
        </p:nvCxnSpPr>
        <p:spPr>
          <a:xfrm>
            <a:off x="5159527" y="1488889"/>
            <a:ext cx="4628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160F77C-DF28-1AA0-B186-501D62B76D47}"/>
              </a:ext>
            </a:extLst>
          </p:cNvPr>
          <p:cNvSpPr/>
          <p:nvPr/>
        </p:nvSpPr>
        <p:spPr>
          <a:xfrm>
            <a:off x="999389" y="831191"/>
            <a:ext cx="1246952" cy="2847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7A5A5277-B3D4-9558-5134-65F323E705F2}"/>
              </a:ext>
            </a:extLst>
          </p:cNvPr>
          <p:cNvCxnSpPr>
            <a:cxnSpLocks/>
            <a:stCxn id="150" idx="2"/>
            <a:endCxn id="19" idx="3"/>
          </p:cNvCxnSpPr>
          <p:nvPr/>
        </p:nvCxnSpPr>
        <p:spPr>
          <a:xfrm flipH="1">
            <a:off x="1621816" y="1115981"/>
            <a:ext cx="1049" cy="2303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1D6051F-52ED-DF58-1B85-813B20801922}"/>
              </a:ext>
            </a:extLst>
          </p:cNvPr>
          <p:cNvCxnSpPr>
            <a:cxnSpLocks/>
          </p:cNvCxnSpPr>
          <p:nvPr/>
        </p:nvCxnSpPr>
        <p:spPr>
          <a:xfrm>
            <a:off x="2676611" y="1478784"/>
            <a:ext cx="19979" cy="42920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2D34889-C27C-2698-1CF5-B0DE2985D640}"/>
              </a:ext>
            </a:extLst>
          </p:cNvPr>
          <p:cNvCxnSpPr>
            <a:cxnSpLocks/>
          </p:cNvCxnSpPr>
          <p:nvPr/>
        </p:nvCxnSpPr>
        <p:spPr>
          <a:xfrm>
            <a:off x="2240625" y="1478784"/>
            <a:ext cx="4418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DD5791D-787A-4706-AFC5-973029D3D66D}"/>
              </a:ext>
            </a:extLst>
          </p:cNvPr>
          <p:cNvCxnSpPr>
            <a:cxnSpLocks/>
          </p:cNvCxnSpPr>
          <p:nvPr/>
        </p:nvCxnSpPr>
        <p:spPr>
          <a:xfrm>
            <a:off x="4585610" y="600752"/>
            <a:ext cx="0" cy="2485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BCA70EAD-03DF-863E-B0B0-482213A630CA}"/>
              </a:ext>
            </a:extLst>
          </p:cNvPr>
          <p:cNvCxnSpPr>
            <a:cxnSpLocks/>
          </p:cNvCxnSpPr>
          <p:nvPr/>
        </p:nvCxnSpPr>
        <p:spPr>
          <a:xfrm>
            <a:off x="7699370" y="600752"/>
            <a:ext cx="0" cy="2389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Flowchart: Decision 184">
            <a:extLst>
              <a:ext uri="{FF2B5EF4-FFF2-40B4-BE49-F238E27FC236}">
                <a16:creationId xmlns:a16="http://schemas.microsoft.com/office/drawing/2014/main" id="{CECCE803-C534-3658-3524-11B795623B7D}"/>
              </a:ext>
            </a:extLst>
          </p:cNvPr>
          <p:cNvSpPr/>
          <p:nvPr/>
        </p:nvSpPr>
        <p:spPr>
          <a:xfrm rot="16200000">
            <a:off x="4440013" y="862030"/>
            <a:ext cx="265808" cy="1248724"/>
          </a:xfrm>
          <a:prstGeom prst="flowChartDecision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4967A87-1E73-6270-40D9-6A898CD73198}"/>
              </a:ext>
            </a:extLst>
          </p:cNvPr>
          <p:cNvSpPr/>
          <p:nvPr/>
        </p:nvSpPr>
        <p:spPr>
          <a:xfrm>
            <a:off x="5739324" y="6511796"/>
            <a:ext cx="1124112" cy="28722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dirty="0"/>
              <a:t>End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F35D9A7-30CC-7E24-FC2A-6A0C5304172F}"/>
              </a:ext>
            </a:extLst>
          </p:cNvPr>
          <p:cNvSpPr/>
          <p:nvPr/>
        </p:nvSpPr>
        <p:spPr>
          <a:xfrm>
            <a:off x="7057910" y="1722703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C7AB8B1-6FE3-EF28-8060-D8B0DF509569}"/>
              </a:ext>
            </a:extLst>
          </p:cNvPr>
          <p:cNvCxnSpPr>
            <a:cxnSpLocks/>
            <a:endCxn id="202" idx="3"/>
          </p:cNvCxnSpPr>
          <p:nvPr/>
        </p:nvCxnSpPr>
        <p:spPr>
          <a:xfrm flipH="1">
            <a:off x="8375831" y="1859172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1391F71-0ADC-ABDD-C368-E5C6EB602210}"/>
              </a:ext>
            </a:extLst>
          </p:cNvPr>
          <p:cNvSpPr/>
          <p:nvPr/>
        </p:nvSpPr>
        <p:spPr>
          <a:xfrm>
            <a:off x="7053194" y="2048914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1B759C88-CB0C-2DEB-D2B7-7A49710842F3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>
            <a:off x="8371115" y="2175550"/>
            <a:ext cx="432000" cy="9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C7BAA8B-5218-D976-1A80-DE4CE5E26312}"/>
              </a:ext>
            </a:extLst>
          </p:cNvPr>
          <p:cNvSpPr/>
          <p:nvPr/>
        </p:nvSpPr>
        <p:spPr>
          <a:xfrm>
            <a:off x="7053194" y="2377546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6E4454A4-35C8-DB0F-FA90-A2F4BC99903C}"/>
              </a:ext>
            </a:extLst>
          </p:cNvPr>
          <p:cNvCxnSpPr>
            <a:cxnSpLocks/>
          </p:cNvCxnSpPr>
          <p:nvPr/>
        </p:nvCxnSpPr>
        <p:spPr>
          <a:xfrm flipH="1">
            <a:off x="8371115" y="2509380"/>
            <a:ext cx="432000" cy="58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CC1685A9-8C5E-6ED4-7BD8-3A404164421E}"/>
              </a:ext>
            </a:extLst>
          </p:cNvPr>
          <p:cNvSpPr/>
          <p:nvPr/>
        </p:nvSpPr>
        <p:spPr>
          <a:xfrm>
            <a:off x="7052830" y="2695155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0A58ACE-4316-D638-97CE-AF749BC185C3}"/>
              </a:ext>
            </a:extLst>
          </p:cNvPr>
          <p:cNvCxnSpPr>
            <a:cxnSpLocks/>
            <a:endCxn id="208" idx="3"/>
          </p:cNvCxnSpPr>
          <p:nvPr/>
        </p:nvCxnSpPr>
        <p:spPr>
          <a:xfrm flipH="1">
            <a:off x="8370751" y="2827299"/>
            <a:ext cx="432000" cy="4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BBE95A3-8124-A554-E68F-A35377578D1B}"/>
              </a:ext>
            </a:extLst>
          </p:cNvPr>
          <p:cNvSpPr/>
          <p:nvPr/>
        </p:nvSpPr>
        <p:spPr>
          <a:xfrm>
            <a:off x="7048114" y="3019154"/>
            <a:ext cx="1317921" cy="31980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A20243C-904C-51BF-7F49-38C7DBD600B8}"/>
              </a:ext>
            </a:extLst>
          </p:cNvPr>
          <p:cNvCxnSpPr>
            <a:cxnSpLocks/>
            <a:endCxn id="210" idx="3"/>
          </p:cNvCxnSpPr>
          <p:nvPr/>
        </p:nvCxnSpPr>
        <p:spPr>
          <a:xfrm flipH="1">
            <a:off x="8366035" y="3172054"/>
            <a:ext cx="432000" cy="7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2D470173-1454-ECD4-DF43-289E17B5A27D}"/>
              </a:ext>
            </a:extLst>
          </p:cNvPr>
          <p:cNvSpPr/>
          <p:nvPr/>
        </p:nvSpPr>
        <p:spPr>
          <a:xfrm>
            <a:off x="7048114" y="3376054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1FE5817D-0D9F-DE93-E9DC-1645355BC696}"/>
              </a:ext>
            </a:extLst>
          </p:cNvPr>
          <p:cNvCxnSpPr>
            <a:cxnSpLocks/>
            <a:endCxn id="212" idx="3"/>
          </p:cNvCxnSpPr>
          <p:nvPr/>
        </p:nvCxnSpPr>
        <p:spPr>
          <a:xfrm flipH="1">
            <a:off x="8366035" y="3512523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3C832D0-E657-1999-0AED-C71DA4EBF587}"/>
              </a:ext>
            </a:extLst>
          </p:cNvPr>
          <p:cNvSpPr/>
          <p:nvPr/>
        </p:nvSpPr>
        <p:spPr>
          <a:xfrm>
            <a:off x="7047750" y="3690473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3C875AE6-981E-B11D-0243-1916DE32D48F}"/>
              </a:ext>
            </a:extLst>
          </p:cNvPr>
          <p:cNvCxnSpPr>
            <a:cxnSpLocks/>
          </p:cNvCxnSpPr>
          <p:nvPr/>
        </p:nvCxnSpPr>
        <p:spPr>
          <a:xfrm flipH="1">
            <a:off x="8363313" y="3822928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856E1E-7B2D-73B0-3125-628C81F0B916}"/>
              </a:ext>
            </a:extLst>
          </p:cNvPr>
          <p:cNvSpPr/>
          <p:nvPr/>
        </p:nvSpPr>
        <p:spPr>
          <a:xfrm>
            <a:off x="7043034" y="4016684"/>
            <a:ext cx="1317921" cy="29441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7387B287-C1D3-1E57-5526-820AB9CD0688}"/>
              </a:ext>
            </a:extLst>
          </p:cNvPr>
          <p:cNvCxnSpPr>
            <a:cxnSpLocks/>
            <a:endCxn id="216" idx="3"/>
          </p:cNvCxnSpPr>
          <p:nvPr/>
        </p:nvCxnSpPr>
        <p:spPr>
          <a:xfrm flipH="1">
            <a:off x="8360955" y="4163891"/>
            <a:ext cx="41354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>
            <a:extLst>
              <a:ext uri="{FF2B5EF4-FFF2-40B4-BE49-F238E27FC236}">
                <a16:creationId xmlns:a16="http://schemas.microsoft.com/office/drawing/2014/main" id="{CDA2A08E-D949-5383-4DA1-E20C2301A41C}"/>
              </a:ext>
            </a:extLst>
          </p:cNvPr>
          <p:cNvSpPr/>
          <p:nvPr/>
        </p:nvSpPr>
        <p:spPr>
          <a:xfrm>
            <a:off x="7043034" y="4369700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51C9D2D-B228-DA74-34AA-0E9A6323D2F8}"/>
              </a:ext>
            </a:extLst>
          </p:cNvPr>
          <p:cNvCxnSpPr>
            <a:cxnSpLocks/>
            <a:endCxn id="218" idx="3"/>
          </p:cNvCxnSpPr>
          <p:nvPr/>
        </p:nvCxnSpPr>
        <p:spPr>
          <a:xfrm flipH="1">
            <a:off x="8360955" y="4497315"/>
            <a:ext cx="432000" cy="88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E33A2063-C04B-2669-C412-46B1642C26ED}"/>
              </a:ext>
            </a:extLst>
          </p:cNvPr>
          <p:cNvSpPr/>
          <p:nvPr/>
        </p:nvSpPr>
        <p:spPr>
          <a:xfrm>
            <a:off x="7042670" y="4708725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EB09FCC1-3133-A5DA-5669-67014A8A9B96}"/>
              </a:ext>
            </a:extLst>
          </p:cNvPr>
          <p:cNvCxnSpPr>
            <a:cxnSpLocks/>
          </p:cNvCxnSpPr>
          <p:nvPr/>
        </p:nvCxnSpPr>
        <p:spPr>
          <a:xfrm flipH="1">
            <a:off x="8361433" y="4838139"/>
            <a:ext cx="432000" cy="70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FCF9A8B-1FBB-F082-8583-699261A60CD1}"/>
              </a:ext>
            </a:extLst>
          </p:cNvPr>
          <p:cNvSpPr/>
          <p:nvPr/>
        </p:nvSpPr>
        <p:spPr>
          <a:xfrm>
            <a:off x="7037954" y="5038820"/>
            <a:ext cx="1317921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7A010394-EFA1-5D21-98C9-8F9DDB6CA218}"/>
              </a:ext>
            </a:extLst>
          </p:cNvPr>
          <p:cNvCxnSpPr>
            <a:cxnSpLocks/>
          </p:cNvCxnSpPr>
          <p:nvPr/>
        </p:nvCxnSpPr>
        <p:spPr>
          <a:xfrm flipH="1">
            <a:off x="8355875" y="5171068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38CA220F-8225-FC7B-6A40-87F714E59672}"/>
              </a:ext>
            </a:extLst>
          </p:cNvPr>
          <p:cNvSpPr/>
          <p:nvPr/>
        </p:nvSpPr>
        <p:spPr>
          <a:xfrm>
            <a:off x="1023476" y="1864943"/>
            <a:ext cx="1236036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F010E3D-D21E-88C2-A8BB-811CDAB22E90}"/>
              </a:ext>
            </a:extLst>
          </p:cNvPr>
          <p:cNvCxnSpPr>
            <a:cxnSpLocks/>
            <a:endCxn id="238" idx="3"/>
          </p:cNvCxnSpPr>
          <p:nvPr/>
        </p:nvCxnSpPr>
        <p:spPr>
          <a:xfrm flipH="1">
            <a:off x="2259512" y="2001411"/>
            <a:ext cx="43199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 239">
            <a:extLst>
              <a:ext uri="{FF2B5EF4-FFF2-40B4-BE49-F238E27FC236}">
                <a16:creationId xmlns:a16="http://schemas.microsoft.com/office/drawing/2014/main" id="{B27B29FC-CD96-3513-F7D7-6FED52BD188A}"/>
              </a:ext>
            </a:extLst>
          </p:cNvPr>
          <p:cNvSpPr/>
          <p:nvPr/>
        </p:nvSpPr>
        <p:spPr>
          <a:xfrm>
            <a:off x="1023476" y="2252114"/>
            <a:ext cx="123132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B37A3E2F-6B76-ABFE-F375-F93C42A9BCA5}"/>
              </a:ext>
            </a:extLst>
          </p:cNvPr>
          <p:cNvCxnSpPr>
            <a:cxnSpLocks/>
            <a:endCxn id="240" idx="3"/>
          </p:cNvCxnSpPr>
          <p:nvPr/>
        </p:nvCxnSpPr>
        <p:spPr>
          <a:xfrm flipH="1">
            <a:off x="2254796" y="2378749"/>
            <a:ext cx="431998" cy="9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44D6D74D-151B-1244-DEBB-2EA1B3A9EBCE}"/>
              </a:ext>
            </a:extLst>
          </p:cNvPr>
          <p:cNvSpPr/>
          <p:nvPr/>
        </p:nvSpPr>
        <p:spPr>
          <a:xfrm>
            <a:off x="1018396" y="2636626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7E1A256A-4CEE-14BA-8B98-6FC269290D81}"/>
              </a:ext>
            </a:extLst>
          </p:cNvPr>
          <p:cNvCxnSpPr>
            <a:cxnSpLocks/>
          </p:cNvCxnSpPr>
          <p:nvPr/>
        </p:nvCxnSpPr>
        <p:spPr>
          <a:xfrm flipH="1">
            <a:off x="2254795" y="2768460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0F0369D-2556-64A8-B688-116744C2ADF7}"/>
              </a:ext>
            </a:extLst>
          </p:cNvPr>
          <p:cNvSpPr/>
          <p:nvPr/>
        </p:nvSpPr>
        <p:spPr>
          <a:xfrm>
            <a:off x="1018032" y="3021545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59C652B2-9C54-EB2E-86A7-E0FC1FAA81EC}"/>
              </a:ext>
            </a:extLst>
          </p:cNvPr>
          <p:cNvCxnSpPr>
            <a:cxnSpLocks/>
            <a:endCxn id="244" idx="3"/>
          </p:cNvCxnSpPr>
          <p:nvPr/>
        </p:nvCxnSpPr>
        <p:spPr>
          <a:xfrm flipH="1">
            <a:off x="2254432" y="3153688"/>
            <a:ext cx="431999" cy="43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4927B-C3A3-F219-6336-03EDC3F9BDB1}"/>
              </a:ext>
            </a:extLst>
          </p:cNvPr>
          <p:cNvSpPr/>
          <p:nvPr/>
        </p:nvSpPr>
        <p:spPr>
          <a:xfrm>
            <a:off x="1013316" y="3414452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just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1E12AB1B-B9BB-0642-0663-C7156D395877}"/>
              </a:ext>
            </a:extLst>
          </p:cNvPr>
          <p:cNvCxnSpPr>
            <a:cxnSpLocks/>
            <a:endCxn id="246" idx="3"/>
          </p:cNvCxnSpPr>
          <p:nvPr/>
        </p:nvCxnSpPr>
        <p:spPr>
          <a:xfrm flipH="1">
            <a:off x="2249716" y="3550921"/>
            <a:ext cx="4319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333C4F5-9C74-8FFC-C56F-51CD95FAF7A9}"/>
              </a:ext>
            </a:extLst>
          </p:cNvPr>
          <p:cNvSpPr/>
          <p:nvPr/>
        </p:nvSpPr>
        <p:spPr>
          <a:xfrm>
            <a:off x="1013316" y="3801504"/>
            <a:ext cx="1236400" cy="31969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just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4AF54347-3D83-2C0B-EFDB-41F0339B314F}"/>
              </a:ext>
            </a:extLst>
          </p:cNvPr>
          <p:cNvCxnSpPr>
            <a:cxnSpLocks/>
            <a:endCxn id="248" idx="3"/>
          </p:cNvCxnSpPr>
          <p:nvPr/>
        </p:nvCxnSpPr>
        <p:spPr>
          <a:xfrm flipH="1">
            <a:off x="2249716" y="3961351"/>
            <a:ext cx="43199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13B5DC-F4ED-AEC8-A8EB-B9E03C7249C2}"/>
              </a:ext>
            </a:extLst>
          </p:cNvPr>
          <p:cNvCxnSpPr>
            <a:cxnSpLocks/>
          </p:cNvCxnSpPr>
          <p:nvPr/>
        </p:nvCxnSpPr>
        <p:spPr>
          <a:xfrm>
            <a:off x="2700036" y="5764192"/>
            <a:ext cx="60874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695AD42E-7FA2-6EE5-4FBA-8541F03E02CD}"/>
              </a:ext>
            </a:extLst>
          </p:cNvPr>
          <p:cNvSpPr/>
          <p:nvPr/>
        </p:nvSpPr>
        <p:spPr>
          <a:xfrm rot="16200000">
            <a:off x="1488911" y="854843"/>
            <a:ext cx="265808" cy="1248725"/>
          </a:xfrm>
          <a:prstGeom prst="flowChartDecision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AFE808B3-3BF3-F0CD-171F-FB5AD747BFC9}"/>
              </a:ext>
            </a:extLst>
          </p:cNvPr>
          <p:cNvSpPr/>
          <p:nvPr/>
        </p:nvSpPr>
        <p:spPr>
          <a:xfrm rot="16200000">
            <a:off x="7569926" y="829390"/>
            <a:ext cx="265808" cy="1328736"/>
          </a:xfrm>
          <a:prstGeom prst="flowChartDecision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A2EA71-B5B4-BD6B-BBD2-8FF00A6E7081}"/>
              </a:ext>
            </a:extLst>
          </p:cNvPr>
          <p:cNvSpPr/>
          <p:nvPr/>
        </p:nvSpPr>
        <p:spPr>
          <a:xfrm>
            <a:off x="10007628" y="1712870"/>
            <a:ext cx="11962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E949E1-F107-4EA7-6E80-7212FC1B62B9}"/>
              </a:ext>
            </a:extLst>
          </p:cNvPr>
          <p:cNvSpPr/>
          <p:nvPr/>
        </p:nvSpPr>
        <p:spPr>
          <a:xfrm>
            <a:off x="9999858" y="2135261"/>
            <a:ext cx="11962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100D0E-2E17-6FB2-7EA1-A74777A0E628}"/>
              </a:ext>
            </a:extLst>
          </p:cNvPr>
          <p:cNvCxnSpPr>
            <a:cxnSpLocks/>
          </p:cNvCxnSpPr>
          <p:nvPr/>
        </p:nvCxnSpPr>
        <p:spPr>
          <a:xfrm>
            <a:off x="11627430" y="1442085"/>
            <a:ext cx="0" cy="52139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EB0C98A-6063-3451-04F6-4DCDF36173B9}"/>
              </a:ext>
            </a:extLst>
          </p:cNvPr>
          <p:cNvSpPr/>
          <p:nvPr/>
        </p:nvSpPr>
        <p:spPr>
          <a:xfrm>
            <a:off x="5762033" y="6005326"/>
            <a:ext cx="1071715" cy="2847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C0C841-8BA6-E991-32C7-1EB0864A753E}"/>
              </a:ext>
            </a:extLst>
          </p:cNvPr>
          <p:cNvCxnSpPr>
            <a:cxnSpLocks/>
          </p:cNvCxnSpPr>
          <p:nvPr/>
        </p:nvCxnSpPr>
        <p:spPr>
          <a:xfrm>
            <a:off x="6301590" y="5760182"/>
            <a:ext cx="0" cy="2485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20732F-77D6-36E1-785D-95B57928E50C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6297891" y="6290116"/>
            <a:ext cx="3699" cy="2216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F9EFE82-416C-BA23-40B7-0A7639F8162B}"/>
              </a:ext>
            </a:extLst>
          </p:cNvPr>
          <p:cNvCxnSpPr>
            <a:cxnSpLocks/>
            <a:endCxn id="188" idx="6"/>
          </p:cNvCxnSpPr>
          <p:nvPr/>
        </p:nvCxnSpPr>
        <p:spPr>
          <a:xfrm flipH="1">
            <a:off x="6863436" y="6655409"/>
            <a:ext cx="476849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C2DA96D-F6F7-AE5A-42A7-B05835610ACB}"/>
              </a:ext>
            </a:extLst>
          </p:cNvPr>
          <p:cNvCxnSpPr>
            <a:cxnSpLocks/>
          </p:cNvCxnSpPr>
          <p:nvPr/>
        </p:nvCxnSpPr>
        <p:spPr>
          <a:xfrm flipH="1">
            <a:off x="11200311" y="1844259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FCB0A58-A340-76D2-A005-C5B6E4272272}"/>
              </a:ext>
            </a:extLst>
          </p:cNvPr>
          <p:cNvCxnSpPr>
            <a:cxnSpLocks/>
          </p:cNvCxnSpPr>
          <p:nvPr/>
        </p:nvCxnSpPr>
        <p:spPr>
          <a:xfrm flipH="1">
            <a:off x="11193645" y="2258596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3E63ED-20B3-7DBF-D9CF-99800FED465D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10595546" y="1143264"/>
            <a:ext cx="1" cy="3045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7133D3A-3A01-B886-9C53-D3EA5E8638C1}"/>
              </a:ext>
            </a:extLst>
          </p:cNvPr>
          <p:cNvCxnSpPr>
            <a:cxnSpLocks/>
          </p:cNvCxnSpPr>
          <p:nvPr/>
        </p:nvCxnSpPr>
        <p:spPr>
          <a:xfrm>
            <a:off x="10591800" y="1443990"/>
            <a:ext cx="10382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EECBC5B-BD13-F5A0-1E03-9A222F160A17}"/>
              </a:ext>
            </a:extLst>
          </p:cNvPr>
          <p:cNvSpPr txBox="1"/>
          <p:nvPr/>
        </p:nvSpPr>
        <p:spPr>
          <a:xfrm>
            <a:off x="6011593" y="6013190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Logout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B68E960-EABF-3EE3-A784-EE45085EB2F8}"/>
              </a:ext>
            </a:extLst>
          </p:cNvPr>
          <p:cNvSpPr txBox="1"/>
          <p:nvPr/>
        </p:nvSpPr>
        <p:spPr>
          <a:xfrm>
            <a:off x="1290911" y="839485"/>
            <a:ext cx="949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Admin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97A6EE-E41D-58FB-9763-CF3AB417C2A0}"/>
              </a:ext>
            </a:extLst>
          </p:cNvPr>
          <p:cNvSpPr txBox="1"/>
          <p:nvPr/>
        </p:nvSpPr>
        <p:spPr>
          <a:xfrm>
            <a:off x="1098293" y="1866125"/>
            <a:ext cx="12586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latin typeface="Aileron Bold"/>
              </a:rPr>
              <a:t>Manage staff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DE4C7DD-CBD0-4C0B-27DD-4826DED3BC1A}"/>
              </a:ext>
            </a:extLst>
          </p:cNvPr>
          <p:cNvSpPr txBox="1"/>
          <p:nvPr/>
        </p:nvSpPr>
        <p:spPr>
          <a:xfrm>
            <a:off x="1199462" y="2264508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latin typeface="Aileron Bold"/>
              </a:rPr>
              <a:t>View parents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508771-2A7C-1FFC-6D49-D3317273BCB3}"/>
              </a:ext>
            </a:extLst>
          </p:cNvPr>
          <p:cNvSpPr txBox="1"/>
          <p:nvPr/>
        </p:nvSpPr>
        <p:spPr>
          <a:xfrm>
            <a:off x="1143673" y="3030287"/>
            <a:ext cx="982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latin typeface="Aileron Bold"/>
              </a:rPr>
              <a:t>Manage gallery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527933-8A29-CABE-2A1B-30A61BF52C15}"/>
              </a:ext>
            </a:extLst>
          </p:cNvPr>
          <p:cNvSpPr txBox="1"/>
          <p:nvPr/>
        </p:nvSpPr>
        <p:spPr>
          <a:xfrm>
            <a:off x="1174972" y="2630431"/>
            <a:ext cx="8531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latin typeface="Aileron Bold"/>
              </a:rPr>
              <a:t>Manage fees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3ED84E3-3B52-F177-54D3-10E8D2D7408C}"/>
              </a:ext>
            </a:extLst>
          </p:cNvPr>
          <p:cNvSpPr txBox="1"/>
          <p:nvPr/>
        </p:nvSpPr>
        <p:spPr>
          <a:xfrm>
            <a:off x="1331680" y="3370089"/>
            <a:ext cx="85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dirty="0">
                <a:latin typeface="Aileron Bold"/>
              </a:rPr>
              <a:t>Manage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8605B8-0389-332C-AE3A-F2AEDFA63C62}"/>
              </a:ext>
            </a:extLst>
          </p:cNvPr>
          <p:cNvSpPr txBox="1"/>
          <p:nvPr/>
        </p:nvSpPr>
        <p:spPr>
          <a:xfrm>
            <a:off x="1295443" y="3756884"/>
            <a:ext cx="133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dirty="0">
                <a:latin typeface="Aileron Bold"/>
              </a:rPr>
              <a:t>Manage</a:t>
            </a:r>
          </a:p>
          <a:p>
            <a:pPr algn="just"/>
            <a:r>
              <a:rPr lang="en-IN" sz="1000" dirty="0">
                <a:latin typeface="Aileron Bold"/>
              </a:rPr>
              <a:t>Feedback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A277C07-B5F3-E37F-6E42-3E52C81762BB}"/>
              </a:ext>
            </a:extLst>
          </p:cNvPr>
          <p:cNvSpPr/>
          <p:nvPr/>
        </p:nvSpPr>
        <p:spPr>
          <a:xfrm>
            <a:off x="3948575" y="1867894"/>
            <a:ext cx="1236036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28E7DD6-6078-720D-08F7-F438F1BE0215}"/>
              </a:ext>
            </a:extLst>
          </p:cNvPr>
          <p:cNvCxnSpPr>
            <a:cxnSpLocks/>
            <a:endCxn id="169" idx="3"/>
          </p:cNvCxnSpPr>
          <p:nvPr/>
        </p:nvCxnSpPr>
        <p:spPr>
          <a:xfrm flipH="1">
            <a:off x="5184611" y="2004362"/>
            <a:ext cx="43199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1212B37-1229-AA43-C0DD-2445B1192D2B}"/>
              </a:ext>
            </a:extLst>
          </p:cNvPr>
          <p:cNvSpPr/>
          <p:nvPr/>
        </p:nvSpPr>
        <p:spPr>
          <a:xfrm>
            <a:off x="3948575" y="2255065"/>
            <a:ext cx="123132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E81670D-360D-89E5-0AA0-DA38E1FB1783}"/>
              </a:ext>
            </a:extLst>
          </p:cNvPr>
          <p:cNvCxnSpPr>
            <a:cxnSpLocks/>
            <a:endCxn id="171" idx="3"/>
          </p:cNvCxnSpPr>
          <p:nvPr/>
        </p:nvCxnSpPr>
        <p:spPr>
          <a:xfrm flipH="1">
            <a:off x="5179895" y="2381700"/>
            <a:ext cx="431998" cy="9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219E3F5-9EA3-55A1-6260-EFFEDC4C004D}"/>
              </a:ext>
            </a:extLst>
          </p:cNvPr>
          <p:cNvSpPr/>
          <p:nvPr/>
        </p:nvSpPr>
        <p:spPr>
          <a:xfrm>
            <a:off x="3943495" y="2639577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E84673F-9535-30E1-C95A-B5DBA4874C3E}"/>
              </a:ext>
            </a:extLst>
          </p:cNvPr>
          <p:cNvCxnSpPr>
            <a:cxnSpLocks/>
          </p:cNvCxnSpPr>
          <p:nvPr/>
        </p:nvCxnSpPr>
        <p:spPr>
          <a:xfrm flipH="1">
            <a:off x="5179894" y="2771411"/>
            <a:ext cx="43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977F88D-FB3F-B3E8-5D58-99DDC3693017}"/>
              </a:ext>
            </a:extLst>
          </p:cNvPr>
          <p:cNvSpPr/>
          <p:nvPr/>
        </p:nvSpPr>
        <p:spPr>
          <a:xfrm>
            <a:off x="3943131" y="3024496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9F0C8C6-0C61-7D4D-A6A2-5DD39543AE2C}"/>
              </a:ext>
            </a:extLst>
          </p:cNvPr>
          <p:cNvCxnSpPr>
            <a:cxnSpLocks/>
            <a:endCxn id="175" idx="3"/>
          </p:cNvCxnSpPr>
          <p:nvPr/>
        </p:nvCxnSpPr>
        <p:spPr>
          <a:xfrm flipH="1">
            <a:off x="5179531" y="3156639"/>
            <a:ext cx="431999" cy="43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C9CAA8A-F366-33A0-167D-0CFA1FFDF1B9}"/>
              </a:ext>
            </a:extLst>
          </p:cNvPr>
          <p:cNvSpPr/>
          <p:nvPr/>
        </p:nvSpPr>
        <p:spPr>
          <a:xfrm>
            <a:off x="3938415" y="3379303"/>
            <a:ext cx="1236400" cy="31709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B50CABE-C55E-0FCF-3894-0DC4CB5BE53E}"/>
              </a:ext>
            </a:extLst>
          </p:cNvPr>
          <p:cNvCxnSpPr>
            <a:cxnSpLocks/>
            <a:endCxn id="179" idx="3"/>
          </p:cNvCxnSpPr>
          <p:nvPr/>
        </p:nvCxnSpPr>
        <p:spPr>
          <a:xfrm flipH="1">
            <a:off x="5174815" y="3537849"/>
            <a:ext cx="4360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8B28A52-EED5-247C-FD95-552F274083CA}"/>
              </a:ext>
            </a:extLst>
          </p:cNvPr>
          <p:cNvSpPr/>
          <p:nvPr/>
        </p:nvSpPr>
        <p:spPr>
          <a:xfrm>
            <a:off x="3938415" y="3804455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CD3DEF61-4143-39D5-D720-0E06CAF61F30}"/>
              </a:ext>
            </a:extLst>
          </p:cNvPr>
          <p:cNvCxnSpPr>
            <a:cxnSpLocks/>
            <a:endCxn id="181" idx="3"/>
          </p:cNvCxnSpPr>
          <p:nvPr/>
        </p:nvCxnSpPr>
        <p:spPr>
          <a:xfrm flipH="1">
            <a:off x="5174815" y="3940924"/>
            <a:ext cx="4319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B2462A0-B2F3-9943-838D-20C69D630043}"/>
              </a:ext>
            </a:extLst>
          </p:cNvPr>
          <p:cNvSpPr/>
          <p:nvPr/>
        </p:nvSpPr>
        <p:spPr>
          <a:xfrm>
            <a:off x="3946941" y="4186546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887D1DEB-15F2-0EB8-E662-0F021040B8C9}"/>
              </a:ext>
            </a:extLst>
          </p:cNvPr>
          <p:cNvCxnSpPr>
            <a:cxnSpLocks/>
            <a:endCxn id="186" idx="3"/>
          </p:cNvCxnSpPr>
          <p:nvPr/>
        </p:nvCxnSpPr>
        <p:spPr>
          <a:xfrm flipH="1">
            <a:off x="5183341" y="4318689"/>
            <a:ext cx="431999" cy="43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FC99A07-0D11-9162-1977-C6F3F17AE40F}"/>
              </a:ext>
            </a:extLst>
          </p:cNvPr>
          <p:cNvSpPr/>
          <p:nvPr/>
        </p:nvSpPr>
        <p:spPr>
          <a:xfrm>
            <a:off x="3942225" y="4518493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BB4A449-D0D7-4B4B-CF5A-E1E626C4AE5E}"/>
              </a:ext>
            </a:extLst>
          </p:cNvPr>
          <p:cNvCxnSpPr>
            <a:cxnSpLocks/>
          </p:cNvCxnSpPr>
          <p:nvPr/>
        </p:nvCxnSpPr>
        <p:spPr>
          <a:xfrm flipH="1">
            <a:off x="5178625" y="4654962"/>
            <a:ext cx="4319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15E3027-E998-11DF-001E-D4A9696E5431}"/>
              </a:ext>
            </a:extLst>
          </p:cNvPr>
          <p:cNvSpPr/>
          <p:nvPr/>
        </p:nvSpPr>
        <p:spPr>
          <a:xfrm>
            <a:off x="3942225" y="4882685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53122D21-173A-40FE-7EEF-37ADC8854E6C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5178625" y="5019154"/>
            <a:ext cx="4319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B2C5BD8F-CB15-E2C3-F23A-111FBEB6E38D}"/>
              </a:ext>
            </a:extLst>
          </p:cNvPr>
          <p:cNvSpPr txBox="1"/>
          <p:nvPr/>
        </p:nvSpPr>
        <p:spPr>
          <a:xfrm>
            <a:off x="4359037" y="857043"/>
            <a:ext cx="4267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Staff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1D66EBE-A0AE-06EE-427B-0DA2A0648BDF}"/>
              </a:ext>
            </a:extLst>
          </p:cNvPr>
          <p:cNvSpPr txBox="1"/>
          <p:nvPr/>
        </p:nvSpPr>
        <p:spPr>
          <a:xfrm>
            <a:off x="1247319" y="3492411"/>
            <a:ext cx="797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sz="1000" dirty="0">
                <a:latin typeface="Aileron Bold"/>
              </a:rPr>
              <a:t>Notification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21BAC-C941-7FD9-965C-772024501398}"/>
              </a:ext>
            </a:extLst>
          </p:cNvPr>
          <p:cNvSpPr txBox="1"/>
          <p:nvPr/>
        </p:nvSpPr>
        <p:spPr>
          <a:xfrm>
            <a:off x="1386095" y="1343716"/>
            <a:ext cx="4908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Login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6685A-C507-6A5C-D218-A7437D260613}"/>
              </a:ext>
            </a:extLst>
          </p:cNvPr>
          <p:cNvSpPr txBox="1"/>
          <p:nvPr/>
        </p:nvSpPr>
        <p:spPr>
          <a:xfrm>
            <a:off x="7477139" y="1357686"/>
            <a:ext cx="55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Login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3E63D-3C58-D268-74AD-C433DAD848B1}"/>
              </a:ext>
            </a:extLst>
          </p:cNvPr>
          <p:cNvSpPr txBox="1"/>
          <p:nvPr/>
        </p:nvSpPr>
        <p:spPr>
          <a:xfrm>
            <a:off x="4358225" y="1347979"/>
            <a:ext cx="4908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Login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562D1-50D1-AC62-D2C4-A77D459EBC08}"/>
              </a:ext>
            </a:extLst>
          </p:cNvPr>
          <p:cNvSpPr txBox="1"/>
          <p:nvPr/>
        </p:nvSpPr>
        <p:spPr>
          <a:xfrm>
            <a:off x="7399834" y="868203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Parents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8F6FD-B1B4-C784-BEE7-0FB1445EB65D}"/>
              </a:ext>
            </a:extLst>
          </p:cNvPr>
          <p:cNvSpPr txBox="1"/>
          <p:nvPr/>
        </p:nvSpPr>
        <p:spPr>
          <a:xfrm>
            <a:off x="10324206" y="860601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Visitors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BA0D3-8CE1-212D-0E19-DD9C652FFDF4}"/>
              </a:ext>
            </a:extLst>
          </p:cNvPr>
          <p:cNvSpPr txBox="1"/>
          <p:nvPr/>
        </p:nvSpPr>
        <p:spPr>
          <a:xfrm>
            <a:off x="10226841" y="1724197"/>
            <a:ext cx="8499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View gallery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0EC76-823B-7E2E-EB48-B0ADFC5653F6}"/>
              </a:ext>
            </a:extLst>
          </p:cNvPr>
          <p:cNvSpPr txBox="1"/>
          <p:nvPr/>
        </p:nvSpPr>
        <p:spPr>
          <a:xfrm>
            <a:off x="7078918" y="4370937"/>
            <a:ext cx="1221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View gallery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DD900-A2B5-8ED2-A6E6-B3CAB7C0EA5C}"/>
              </a:ext>
            </a:extLst>
          </p:cNvPr>
          <p:cNvSpPr txBox="1"/>
          <p:nvPr/>
        </p:nvSpPr>
        <p:spPr>
          <a:xfrm>
            <a:off x="10252431" y="2140924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Ask FAQ’s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0F3564-8108-F8D4-2891-B9F6638D0CC7}"/>
              </a:ext>
            </a:extLst>
          </p:cNvPr>
          <p:cNvSpPr txBox="1"/>
          <p:nvPr/>
        </p:nvSpPr>
        <p:spPr>
          <a:xfrm>
            <a:off x="7035478" y="4710524"/>
            <a:ext cx="12935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dirty="0"/>
              <a:t>Ask FAQ’s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40BD57-6A93-3DD5-067F-740691B5BF74}"/>
              </a:ext>
            </a:extLst>
          </p:cNvPr>
          <p:cNvSpPr txBox="1"/>
          <p:nvPr/>
        </p:nvSpPr>
        <p:spPr>
          <a:xfrm>
            <a:off x="7349950" y="2056715"/>
            <a:ext cx="728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Pay fees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F329F6-79A7-D000-C112-B264A98EE1BD}"/>
              </a:ext>
            </a:extLst>
          </p:cNvPr>
          <p:cNvSpPr txBox="1"/>
          <p:nvPr/>
        </p:nvSpPr>
        <p:spPr>
          <a:xfrm>
            <a:off x="7143312" y="1731147"/>
            <a:ext cx="1156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0617A-D872-E6EE-089B-0DEE1383314C}"/>
              </a:ext>
            </a:extLst>
          </p:cNvPr>
          <p:cNvSpPr txBox="1"/>
          <p:nvPr/>
        </p:nvSpPr>
        <p:spPr>
          <a:xfrm>
            <a:off x="7087056" y="2376886"/>
            <a:ext cx="1254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View attendance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815CA-1C25-8BF2-97A1-108BB4E8D908}"/>
              </a:ext>
            </a:extLst>
          </p:cNvPr>
          <p:cNvSpPr txBox="1"/>
          <p:nvPr/>
        </p:nvSpPr>
        <p:spPr>
          <a:xfrm>
            <a:off x="7110605" y="2719334"/>
            <a:ext cx="1192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View time-table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87E76-B492-D1D2-3B67-63287BBA1122}"/>
              </a:ext>
            </a:extLst>
          </p:cNvPr>
          <p:cNvSpPr txBox="1"/>
          <p:nvPr/>
        </p:nvSpPr>
        <p:spPr>
          <a:xfrm>
            <a:off x="7081396" y="2981047"/>
            <a:ext cx="1235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View/download </a:t>
            </a:r>
          </a:p>
          <a:p>
            <a:pPr algn="ctr"/>
            <a:r>
              <a:rPr lang="en-IN" sz="1000" dirty="0"/>
              <a:t>Material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3EF006-9FD8-FF08-4549-440F0487DCBA}"/>
              </a:ext>
            </a:extLst>
          </p:cNvPr>
          <p:cNvSpPr txBox="1"/>
          <p:nvPr/>
        </p:nvSpPr>
        <p:spPr>
          <a:xfrm>
            <a:off x="7030805" y="3386718"/>
            <a:ext cx="133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Give leave report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B485F9-1355-ACCF-1CCF-E198CDE0ADE5}"/>
              </a:ext>
            </a:extLst>
          </p:cNvPr>
          <p:cNvSpPr txBox="1"/>
          <p:nvPr/>
        </p:nvSpPr>
        <p:spPr>
          <a:xfrm>
            <a:off x="6995769" y="3702105"/>
            <a:ext cx="1409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View exam schedule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80CCE2-6F39-C6EB-C427-D2623DAC6D28}"/>
              </a:ext>
            </a:extLst>
          </p:cNvPr>
          <p:cNvSpPr txBox="1"/>
          <p:nvPr/>
        </p:nvSpPr>
        <p:spPr>
          <a:xfrm>
            <a:off x="7149081" y="3960574"/>
            <a:ext cx="1136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View/download </a:t>
            </a:r>
          </a:p>
          <a:p>
            <a:pPr algn="ctr"/>
            <a:r>
              <a:rPr lang="en-IN" sz="1000" dirty="0"/>
              <a:t>Result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5345CE-729E-6F1E-FE3E-39A47C43EC12}"/>
              </a:ext>
            </a:extLst>
          </p:cNvPr>
          <p:cNvSpPr txBox="1"/>
          <p:nvPr/>
        </p:nvSpPr>
        <p:spPr>
          <a:xfrm>
            <a:off x="7128992" y="5027201"/>
            <a:ext cx="1218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Get notification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E2F653-77FE-2B9A-8981-CFB892CE6BB0}"/>
              </a:ext>
            </a:extLst>
          </p:cNvPr>
          <p:cNvSpPr txBox="1"/>
          <p:nvPr/>
        </p:nvSpPr>
        <p:spPr>
          <a:xfrm>
            <a:off x="6959882" y="5377845"/>
            <a:ext cx="147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Give/view feedback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01E2A0-0CFB-CB51-6E1D-84E159527BFC}"/>
              </a:ext>
            </a:extLst>
          </p:cNvPr>
          <p:cNvSpPr txBox="1"/>
          <p:nvPr/>
        </p:nvSpPr>
        <p:spPr>
          <a:xfrm>
            <a:off x="3972965" y="1881141"/>
            <a:ext cx="1156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profile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1F7E4E-9BBF-C2F5-34DF-9D9A41AB6F65}"/>
              </a:ext>
            </a:extLst>
          </p:cNvPr>
          <p:cNvSpPr txBox="1"/>
          <p:nvPr/>
        </p:nvSpPr>
        <p:spPr>
          <a:xfrm>
            <a:off x="4068480" y="2253549"/>
            <a:ext cx="10342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>
                <a:latin typeface="Aileron Bold"/>
              </a:rPr>
              <a:t>Manage parents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4AC634-639C-F975-E513-B2C79D1D59C3}"/>
              </a:ext>
            </a:extLst>
          </p:cNvPr>
          <p:cNvSpPr txBox="1"/>
          <p:nvPr/>
        </p:nvSpPr>
        <p:spPr>
          <a:xfrm>
            <a:off x="3948555" y="2648546"/>
            <a:ext cx="12540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attendance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591365-D759-9D05-3920-A3605F8E8160}"/>
              </a:ext>
            </a:extLst>
          </p:cNvPr>
          <p:cNvSpPr txBox="1"/>
          <p:nvPr/>
        </p:nvSpPr>
        <p:spPr>
          <a:xfrm>
            <a:off x="3948555" y="3011430"/>
            <a:ext cx="1192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time-table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4ED3EC-05AD-C190-10AC-96A515A014F3}"/>
              </a:ext>
            </a:extLst>
          </p:cNvPr>
          <p:cNvSpPr txBox="1"/>
          <p:nvPr/>
        </p:nvSpPr>
        <p:spPr>
          <a:xfrm>
            <a:off x="3918114" y="3418011"/>
            <a:ext cx="1235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Upload Material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BAFC83-94AF-A971-508B-ABAA557BAF3C}"/>
              </a:ext>
            </a:extLst>
          </p:cNvPr>
          <p:cNvSpPr txBox="1"/>
          <p:nvPr/>
        </p:nvSpPr>
        <p:spPr>
          <a:xfrm>
            <a:off x="3906663" y="3798802"/>
            <a:ext cx="13325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leave report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048569-34B2-EACB-662C-4867F142A6D6}"/>
              </a:ext>
            </a:extLst>
          </p:cNvPr>
          <p:cNvSpPr txBox="1"/>
          <p:nvPr/>
        </p:nvSpPr>
        <p:spPr>
          <a:xfrm>
            <a:off x="3873356" y="4187987"/>
            <a:ext cx="1409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Post exam schedule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1BCD7E-57C4-A2ED-C5F3-6550F068423A}"/>
              </a:ext>
            </a:extLst>
          </p:cNvPr>
          <p:cNvSpPr txBox="1"/>
          <p:nvPr/>
        </p:nvSpPr>
        <p:spPr>
          <a:xfrm>
            <a:off x="3933488" y="4522521"/>
            <a:ext cx="1136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Post result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0AC260B-2BDA-CA35-16A7-948FAAE8F022}"/>
              </a:ext>
            </a:extLst>
          </p:cNvPr>
          <p:cNvSpPr/>
          <p:nvPr/>
        </p:nvSpPr>
        <p:spPr>
          <a:xfrm>
            <a:off x="3948555" y="5264551"/>
            <a:ext cx="1236400" cy="27293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tlCol="0" anchor="ctr"/>
          <a:lstStyle/>
          <a:p>
            <a:pPr algn="ctr"/>
            <a:endParaRPr lang="en-IN" sz="1000" dirty="0">
              <a:ln w="12700">
                <a:solidFill>
                  <a:schemeClr val="tx1"/>
                </a:solidFill>
              </a:ln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3532E96-5FE8-1DFA-3466-F1152F5CBB12}"/>
              </a:ext>
            </a:extLst>
          </p:cNvPr>
          <p:cNvCxnSpPr>
            <a:cxnSpLocks/>
            <a:endCxn id="74" idx="3"/>
          </p:cNvCxnSpPr>
          <p:nvPr/>
        </p:nvCxnSpPr>
        <p:spPr>
          <a:xfrm flipH="1">
            <a:off x="5184955" y="5401020"/>
            <a:ext cx="4319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1EB6F3B-92BE-2362-FBF3-27EBFADBBA3C}"/>
              </a:ext>
            </a:extLst>
          </p:cNvPr>
          <p:cNvSpPr txBox="1"/>
          <p:nvPr/>
        </p:nvSpPr>
        <p:spPr>
          <a:xfrm>
            <a:off x="3948555" y="5287478"/>
            <a:ext cx="1218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Get notification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3F8E7A-75F0-B4A3-6E4B-7BF0CA3B9605}"/>
              </a:ext>
            </a:extLst>
          </p:cNvPr>
          <p:cNvSpPr txBox="1"/>
          <p:nvPr/>
        </p:nvSpPr>
        <p:spPr>
          <a:xfrm>
            <a:off x="3966151" y="4895767"/>
            <a:ext cx="1218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Manage FAQ’s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ED40909-28C7-CBA5-7436-BEB81D2D373E}"/>
              </a:ext>
            </a:extLst>
          </p:cNvPr>
          <p:cNvCxnSpPr>
            <a:stCxn id="19" idx="0"/>
          </p:cNvCxnSpPr>
          <p:nvPr/>
        </p:nvCxnSpPr>
        <p:spPr>
          <a:xfrm flipH="1" flipV="1">
            <a:off x="868680" y="1478784"/>
            <a:ext cx="128773" cy="4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0E70018-6AF1-6619-2C0B-EE79128ADF9A}"/>
              </a:ext>
            </a:extLst>
          </p:cNvPr>
          <p:cNvCxnSpPr>
            <a:cxnSpLocks/>
          </p:cNvCxnSpPr>
          <p:nvPr/>
        </p:nvCxnSpPr>
        <p:spPr>
          <a:xfrm flipV="1">
            <a:off x="874395" y="1202055"/>
            <a:ext cx="0" cy="2767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A12607D2-AA71-90B4-DE09-393F909F4B75}"/>
              </a:ext>
            </a:extLst>
          </p:cNvPr>
          <p:cNvCxnSpPr/>
          <p:nvPr/>
        </p:nvCxnSpPr>
        <p:spPr>
          <a:xfrm>
            <a:off x="868680" y="1205865"/>
            <a:ext cx="74932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3ACAEA13-6FA0-9D14-8275-8104DD1DFC19}"/>
              </a:ext>
            </a:extLst>
          </p:cNvPr>
          <p:cNvSpPr txBox="1"/>
          <p:nvPr/>
        </p:nvSpPr>
        <p:spPr>
          <a:xfrm>
            <a:off x="830112" y="1206533"/>
            <a:ext cx="338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No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723FF57-581F-1E8B-F337-D76C30CB322C}"/>
              </a:ext>
            </a:extLst>
          </p:cNvPr>
          <p:cNvSpPr txBox="1"/>
          <p:nvPr/>
        </p:nvSpPr>
        <p:spPr>
          <a:xfrm>
            <a:off x="2283085" y="1277057"/>
            <a:ext cx="3770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Yes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B5BDE93-BC7C-7CCE-90DB-0AF84B256BFE}"/>
              </a:ext>
            </a:extLst>
          </p:cNvPr>
          <p:cNvCxnSpPr/>
          <p:nvPr/>
        </p:nvCxnSpPr>
        <p:spPr>
          <a:xfrm flipH="1" flipV="1">
            <a:off x="6918960" y="1494024"/>
            <a:ext cx="128773" cy="4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8F13A9E-4C02-A762-D0EE-E8962A1858B2}"/>
              </a:ext>
            </a:extLst>
          </p:cNvPr>
          <p:cNvCxnSpPr>
            <a:cxnSpLocks/>
          </p:cNvCxnSpPr>
          <p:nvPr/>
        </p:nvCxnSpPr>
        <p:spPr>
          <a:xfrm flipV="1">
            <a:off x="6924675" y="1217295"/>
            <a:ext cx="0" cy="2767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7F788EB-E753-10E7-DBDE-C8F9C46FDB6A}"/>
              </a:ext>
            </a:extLst>
          </p:cNvPr>
          <p:cNvCxnSpPr>
            <a:cxnSpLocks/>
          </p:cNvCxnSpPr>
          <p:nvPr/>
        </p:nvCxnSpPr>
        <p:spPr>
          <a:xfrm>
            <a:off x="6918960" y="1221105"/>
            <a:ext cx="79283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3FF1A3D-E7A0-6372-11DA-5CE9D6DAFDAD}"/>
              </a:ext>
            </a:extLst>
          </p:cNvPr>
          <p:cNvSpPr txBox="1"/>
          <p:nvPr/>
        </p:nvSpPr>
        <p:spPr>
          <a:xfrm>
            <a:off x="6880392" y="1221773"/>
            <a:ext cx="338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No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CECAB19-1367-B776-3E88-43BD42676B96}"/>
              </a:ext>
            </a:extLst>
          </p:cNvPr>
          <p:cNvCxnSpPr/>
          <p:nvPr/>
        </p:nvCxnSpPr>
        <p:spPr>
          <a:xfrm flipH="1" flipV="1">
            <a:off x="3826660" y="1485123"/>
            <a:ext cx="128773" cy="4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74DA56E-B1D7-FBDA-9985-324BF42AB1A4}"/>
              </a:ext>
            </a:extLst>
          </p:cNvPr>
          <p:cNvCxnSpPr>
            <a:cxnSpLocks/>
          </p:cNvCxnSpPr>
          <p:nvPr/>
        </p:nvCxnSpPr>
        <p:spPr>
          <a:xfrm flipV="1">
            <a:off x="3832375" y="1208394"/>
            <a:ext cx="0" cy="2767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767317C-8F3F-72AE-9A67-CA2E9F020627}"/>
              </a:ext>
            </a:extLst>
          </p:cNvPr>
          <p:cNvCxnSpPr/>
          <p:nvPr/>
        </p:nvCxnSpPr>
        <p:spPr>
          <a:xfrm>
            <a:off x="3826660" y="1212204"/>
            <a:ext cx="74932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E2DCA97-F3F5-7311-8645-93F4443C45CA}"/>
              </a:ext>
            </a:extLst>
          </p:cNvPr>
          <p:cNvSpPr txBox="1"/>
          <p:nvPr/>
        </p:nvSpPr>
        <p:spPr>
          <a:xfrm>
            <a:off x="3788092" y="1212872"/>
            <a:ext cx="338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No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F3CD375-BB56-D63A-FBC9-8D5AFEAB92AE}"/>
              </a:ext>
            </a:extLst>
          </p:cNvPr>
          <p:cNvSpPr txBox="1"/>
          <p:nvPr/>
        </p:nvSpPr>
        <p:spPr>
          <a:xfrm>
            <a:off x="8396461" y="1296574"/>
            <a:ext cx="3770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Yes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8DB4BB6-29CE-A74D-ECAA-4859EB3857B5}"/>
              </a:ext>
            </a:extLst>
          </p:cNvPr>
          <p:cNvSpPr txBox="1"/>
          <p:nvPr/>
        </p:nvSpPr>
        <p:spPr>
          <a:xfrm>
            <a:off x="5219833" y="1295532"/>
            <a:ext cx="3770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Yes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Top view of cubes connected with black lines"/>
          <p:cNvPicPr>
            <a:picLocks noChangeAspect="1"/>
          </p:cNvPicPr>
          <p:nvPr/>
        </p:nvPicPr>
        <p:blipFill>
          <a:blip r:embed="rId2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5000" contrast="-47000"/>
                    </a14:imgEffect>
                    <a14:imgEffect>
                      <a14:saturation sat="176000"/>
                    </a14:imgEffect>
                  </a14:imgLayer>
                </a14:imgProps>
              </a:ext>
            </a:extLst>
          </a:blip>
          <a:srcRect t="17884" r="-2" b="7115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  <a:effectLst>
            <a:outerShdw blurRad="88900" dist="533400" dir="2640000">
              <a:srgbClr val="D6DCE4">
                <a:alpha val="55000"/>
              </a:srgbClr>
            </a:outerShdw>
            <a:reflection stA="52000" endPos="3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08" y="1507592"/>
            <a:ext cx="4916126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CLASS</a:t>
            </a:r>
            <a:br>
              <a:rPr lang="en-US" sz="5600" dirty="0">
                <a:solidFill>
                  <a:srgbClr val="FFFFFF"/>
                </a:solidFill>
              </a:rPr>
            </a:br>
            <a:r>
              <a:rPr lang="en-US" sz="5600" dirty="0">
                <a:solidFill>
                  <a:srgbClr val="FFFFFF"/>
                </a:solidFill>
              </a:rPr>
              <a:t>diagram</a:t>
            </a:r>
          </a:p>
        </p:txBody>
      </p:sp>
      <p:cxnSp>
        <p:nvCxnSpPr>
          <p:cNvPr id="55" name="Straight Connector 5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46919"/>
          </a:xfrm>
          <a:custGeom>
            <a:avLst/>
            <a:gdLst>
              <a:gd name="connsiteX0" fmla="*/ 0 w 10168128"/>
              <a:gd name="connsiteY0" fmla="*/ 0 h 1146919"/>
              <a:gd name="connsiteX1" fmla="*/ 881238 w 10168128"/>
              <a:gd name="connsiteY1" fmla="*/ 0 h 1146919"/>
              <a:gd name="connsiteX2" fmla="*/ 1355750 w 10168128"/>
              <a:gd name="connsiteY2" fmla="*/ 0 h 1146919"/>
              <a:gd name="connsiteX3" fmla="*/ 2236988 w 10168128"/>
              <a:gd name="connsiteY3" fmla="*/ 0 h 1146919"/>
              <a:gd name="connsiteX4" fmla="*/ 2711501 w 10168128"/>
              <a:gd name="connsiteY4" fmla="*/ 0 h 1146919"/>
              <a:gd name="connsiteX5" fmla="*/ 3592739 w 10168128"/>
              <a:gd name="connsiteY5" fmla="*/ 0 h 1146919"/>
              <a:gd name="connsiteX6" fmla="*/ 3965570 w 10168128"/>
              <a:gd name="connsiteY6" fmla="*/ 0 h 1146919"/>
              <a:gd name="connsiteX7" fmla="*/ 4338401 w 10168128"/>
              <a:gd name="connsiteY7" fmla="*/ 0 h 1146919"/>
              <a:gd name="connsiteX8" fmla="*/ 4711233 w 10168128"/>
              <a:gd name="connsiteY8" fmla="*/ 0 h 1146919"/>
              <a:gd name="connsiteX9" fmla="*/ 5389108 w 10168128"/>
              <a:gd name="connsiteY9" fmla="*/ 0 h 1146919"/>
              <a:gd name="connsiteX10" fmla="*/ 5965302 w 10168128"/>
              <a:gd name="connsiteY10" fmla="*/ 0 h 1146919"/>
              <a:gd name="connsiteX11" fmla="*/ 6846540 w 10168128"/>
              <a:gd name="connsiteY11" fmla="*/ 0 h 1146919"/>
              <a:gd name="connsiteX12" fmla="*/ 7626096 w 10168128"/>
              <a:gd name="connsiteY12" fmla="*/ 0 h 1146919"/>
              <a:gd name="connsiteX13" fmla="*/ 7998927 w 10168128"/>
              <a:gd name="connsiteY13" fmla="*/ 0 h 1146919"/>
              <a:gd name="connsiteX14" fmla="*/ 8575121 w 10168128"/>
              <a:gd name="connsiteY14" fmla="*/ 0 h 1146919"/>
              <a:gd name="connsiteX15" fmla="*/ 9456359 w 10168128"/>
              <a:gd name="connsiteY15" fmla="*/ 0 h 1146919"/>
              <a:gd name="connsiteX16" fmla="*/ 10168128 w 10168128"/>
              <a:gd name="connsiteY16" fmla="*/ 0 h 1146919"/>
              <a:gd name="connsiteX17" fmla="*/ 10168128 w 10168128"/>
              <a:gd name="connsiteY17" fmla="*/ 584929 h 1146919"/>
              <a:gd name="connsiteX18" fmla="*/ 10168128 w 10168128"/>
              <a:gd name="connsiteY18" fmla="*/ 1146919 h 1146919"/>
              <a:gd name="connsiteX19" fmla="*/ 9388572 w 10168128"/>
              <a:gd name="connsiteY19" fmla="*/ 1146919 h 1146919"/>
              <a:gd name="connsiteX20" fmla="*/ 8812378 w 10168128"/>
              <a:gd name="connsiteY20" fmla="*/ 1146919 h 1146919"/>
              <a:gd name="connsiteX21" fmla="*/ 8032821 w 10168128"/>
              <a:gd name="connsiteY21" fmla="*/ 1146919 h 1146919"/>
              <a:gd name="connsiteX22" fmla="*/ 7558308 w 10168128"/>
              <a:gd name="connsiteY22" fmla="*/ 1146919 h 1146919"/>
              <a:gd name="connsiteX23" fmla="*/ 6982115 w 10168128"/>
              <a:gd name="connsiteY23" fmla="*/ 1146919 h 1146919"/>
              <a:gd name="connsiteX24" fmla="*/ 6304239 w 10168128"/>
              <a:gd name="connsiteY24" fmla="*/ 1146919 h 1146919"/>
              <a:gd name="connsiteX25" fmla="*/ 5829727 w 10168128"/>
              <a:gd name="connsiteY25" fmla="*/ 1146919 h 1146919"/>
              <a:gd name="connsiteX26" fmla="*/ 5456895 w 10168128"/>
              <a:gd name="connsiteY26" fmla="*/ 1146919 h 1146919"/>
              <a:gd name="connsiteX27" fmla="*/ 4575658 w 10168128"/>
              <a:gd name="connsiteY27" fmla="*/ 1146919 h 1146919"/>
              <a:gd name="connsiteX28" fmla="*/ 3897782 w 10168128"/>
              <a:gd name="connsiteY28" fmla="*/ 1146919 h 1146919"/>
              <a:gd name="connsiteX29" fmla="*/ 3423270 w 10168128"/>
              <a:gd name="connsiteY29" fmla="*/ 1146919 h 1146919"/>
              <a:gd name="connsiteX30" fmla="*/ 2948757 w 10168128"/>
              <a:gd name="connsiteY30" fmla="*/ 1146919 h 1146919"/>
              <a:gd name="connsiteX31" fmla="*/ 2270882 w 10168128"/>
              <a:gd name="connsiteY31" fmla="*/ 1146919 h 1146919"/>
              <a:gd name="connsiteX32" fmla="*/ 1593007 w 10168128"/>
              <a:gd name="connsiteY32" fmla="*/ 1146919 h 1146919"/>
              <a:gd name="connsiteX33" fmla="*/ 813450 w 10168128"/>
              <a:gd name="connsiteY33" fmla="*/ 1146919 h 1146919"/>
              <a:gd name="connsiteX34" fmla="*/ 0 w 10168128"/>
              <a:gd name="connsiteY34" fmla="*/ 1146919 h 1146919"/>
              <a:gd name="connsiteX35" fmla="*/ 0 w 10168128"/>
              <a:gd name="connsiteY35" fmla="*/ 584929 h 1146919"/>
              <a:gd name="connsiteX36" fmla="*/ 0 w 10168128"/>
              <a:gd name="connsiteY36" fmla="*/ 0 h 114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168128" h="1146919" fill="none" extrusionOk="0">
                <a:moveTo>
                  <a:pt x="0" y="0"/>
                </a:moveTo>
                <a:cubicBezTo>
                  <a:pt x="299647" y="-41784"/>
                  <a:pt x="534170" y="-15723"/>
                  <a:pt x="881238" y="0"/>
                </a:cubicBezTo>
                <a:cubicBezTo>
                  <a:pt x="1228306" y="15723"/>
                  <a:pt x="1137039" y="-3148"/>
                  <a:pt x="1355750" y="0"/>
                </a:cubicBezTo>
                <a:cubicBezTo>
                  <a:pt x="1574461" y="3148"/>
                  <a:pt x="1830655" y="7306"/>
                  <a:pt x="2236988" y="0"/>
                </a:cubicBezTo>
                <a:cubicBezTo>
                  <a:pt x="2643321" y="-7306"/>
                  <a:pt x="2498720" y="-3282"/>
                  <a:pt x="2711501" y="0"/>
                </a:cubicBezTo>
                <a:cubicBezTo>
                  <a:pt x="2924282" y="3282"/>
                  <a:pt x="3286689" y="34858"/>
                  <a:pt x="3592739" y="0"/>
                </a:cubicBezTo>
                <a:cubicBezTo>
                  <a:pt x="3898789" y="-34858"/>
                  <a:pt x="3879323" y="9510"/>
                  <a:pt x="3965570" y="0"/>
                </a:cubicBezTo>
                <a:cubicBezTo>
                  <a:pt x="4051817" y="-9510"/>
                  <a:pt x="4210351" y="-11252"/>
                  <a:pt x="4338401" y="0"/>
                </a:cubicBezTo>
                <a:cubicBezTo>
                  <a:pt x="4466451" y="11252"/>
                  <a:pt x="4614685" y="-3112"/>
                  <a:pt x="4711233" y="0"/>
                </a:cubicBezTo>
                <a:cubicBezTo>
                  <a:pt x="4807781" y="3112"/>
                  <a:pt x="5115896" y="-9845"/>
                  <a:pt x="5389108" y="0"/>
                </a:cubicBezTo>
                <a:cubicBezTo>
                  <a:pt x="5662320" y="9845"/>
                  <a:pt x="5750833" y="-23961"/>
                  <a:pt x="5965302" y="0"/>
                </a:cubicBezTo>
                <a:cubicBezTo>
                  <a:pt x="6179771" y="23961"/>
                  <a:pt x="6625461" y="24712"/>
                  <a:pt x="6846540" y="0"/>
                </a:cubicBezTo>
                <a:cubicBezTo>
                  <a:pt x="7067619" y="-24712"/>
                  <a:pt x="7332371" y="29907"/>
                  <a:pt x="7626096" y="0"/>
                </a:cubicBezTo>
                <a:cubicBezTo>
                  <a:pt x="7919821" y="-29907"/>
                  <a:pt x="7860269" y="13709"/>
                  <a:pt x="7998927" y="0"/>
                </a:cubicBezTo>
                <a:cubicBezTo>
                  <a:pt x="8137585" y="-13709"/>
                  <a:pt x="8299735" y="1818"/>
                  <a:pt x="8575121" y="0"/>
                </a:cubicBezTo>
                <a:cubicBezTo>
                  <a:pt x="8850507" y="-1818"/>
                  <a:pt x="9084993" y="1116"/>
                  <a:pt x="9456359" y="0"/>
                </a:cubicBezTo>
                <a:cubicBezTo>
                  <a:pt x="9827725" y="-1116"/>
                  <a:pt x="9814014" y="20438"/>
                  <a:pt x="10168128" y="0"/>
                </a:cubicBezTo>
                <a:cubicBezTo>
                  <a:pt x="10183257" y="208465"/>
                  <a:pt x="10175695" y="428194"/>
                  <a:pt x="10168128" y="584929"/>
                </a:cubicBezTo>
                <a:cubicBezTo>
                  <a:pt x="10160561" y="741664"/>
                  <a:pt x="10180834" y="1010496"/>
                  <a:pt x="10168128" y="1146919"/>
                </a:cubicBezTo>
                <a:cubicBezTo>
                  <a:pt x="9885542" y="1175059"/>
                  <a:pt x="9713766" y="1172466"/>
                  <a:pt x="9388572" y="1146919"/>
                </a:cubicBezTo>
                <a:cubicBezTo>
                  <a:pt x="9063378" y="1121372"/>
                  <a:pt x="8929643" y="1151735"/>
                  <a:pt x="8812378" y="1146919"/>
                </a:cubicBezTo>
                <a:cubicBezTo>
                  <a:pt x="8695113" y="1142103"/>
                  <a:pt x="8273225" y="1115852"/>
                  <a:pt x="8032821" y="1146919"/>
                </a:cubicBezTo>
                <a:cubicBezTo>
                  <a:pt x="7792417" y="1177986"/>
                  <a:pt x="7693935" y="1147481"/>
                  <a:pt x="7558308" y="1146919"/>
                </a:cubicBezTo>
                <a:cubicBezTo>
                  <a:pt x="7422681" y="1146357"/>
                  <a:pt x="7101745" y="1140932"/>
                  <a:pt x="6982115" y="1146919"/>
                </a:cubicBezTo>
                <a:cubicBezTo>
                  <a:pt x="6862485" y="1152906"/>
                  <a:pt x="6636421" y="1158272"/>
                  <a:pt x="6304239" y="1146919"/>
                </a:cubicBezTo>
                <a:cubicBezTo>
                  <a:pt x="5972057" y="1135566"/>
                  <a:pt x="6033979" y="1146734"/>
                  <a:pt x="5829727" y="1146919"/>
                </a:cubicBezTo>
                <a:cubicBezTo>
                  <a:pt x="5625475" y="1147104"/>
                  <a:pt x="5638549" y="1143412"/>
                  <a:pt x="5456895" y="1146919"/>
                </a:cubicBezTo>
                <a:cubicBezTo>
                  <a:pt x="5275241" y="1150426"/>
                  <a:pt x="4880239" y="1120018"/>
                  <a:pt x="4575658" y="1146919"/>
                </a:cubicBezTo>
                <a:cubicBezTo>
                  <a:pt x="4271077" y="1173820"/>
                  <a:pt x="4146371" y="1157078"/>
                  <a:pt x="3897782" y="1146919"/>
                </a:cubicBezTo>
                <a:cubicBezTo>
                  <a:pt x="3649193" y="1136760"/>
                  <a:pt x="3527617" y="1153330"/>
                  <a:pt x="3423270" y="1146919"/>
                </a:cubicBezTo>
                <a:cubicBezTo>
                  <a:pt x="3318923" y="1140508"/>
                  <a:pt x="3084323" y="1141740"/>
                  <a:pt x="2948757" y="1146919"/>
                </a:cubicBezTo>
                <a:cubicBezTo>
                  <a:pt x="2813191" y="1152098"/>
                  <a:pt x="2587278" y="1130943"/>
                  <a:pt x="2270882" y="1146919"/>
                </a:cubicBezTo>
                <a:cubicBezTo>
                  <a:pt x="1954487" y="1162895"/>
                  <a:pt x="1827196" y="1179534"/>
                  <a:pt x="1593007" y="1146919"/>
                </a:cubicBezTo>
                <a:cubicBezTo>
                  <a:pt x="1358818" y="1114304"/>
                  <a:pt x="1107675" y="1122496"/>
                  <a:pt x="813450" y="1146919"/>
                </a:cubicBezTo>
                <a:cubicBezTo>
                  <a:pt x="519225" y="1171342"/>
                  <a:pt x="383583" y="1163946"/>
                  <a:pt x="0" y="1146919"/>
                </a:cubicBezTo>
                <a:cubicBezTo>
                  <a:pt x="245" y="914004"/>
                  <a:pt x="15252" y="791375"/>
                  <a:pt x="0" y="584929"/>
                </a:cubicBezTo>
                <a:cubicBezTo>
                  <a:pt x="-15252" y="378483"/>
                  <a:pt x="-16026" y="168271"/>
                  <a:pt x="0" y="0"/>
                </a:cubicBezTo>
                <a:close/>
              </a:path>
              <a:path w="10168128" h="1146919" stroke="0" extrusionOk="0">
                <a:moveTo>
                  <a:pt x="0" y="0"/>
                </a:moveTo>
                <a:cubicBezTo>
                  <a:pt x="207702" y="8801"/>
                  <a:pt x="450435" y="16957"/>
                  <a:pt x="576194" y="0"/>
                </a:cubicBezTo>
                <a:cubicBezTo>
                  <a:pt x="701953" y="-16957"/>
                  <a:pt x="1098845" y="-947"/>
                  <a:pt x="1355750" y="0"/>
                </a:cubicBezTo>
                <a:cubicBezTo>
                  <a:pt x="1612655" y="947"/>
                  <a:pt x="1758393" y="6188"/>
                  <a:pt x="2135307" y="0"/>
                </a:cubicBezTo>
                <a:cubicBezTo>
                  <a:pt x="2512221" y="-6188"/>
                  <a:pt x="2555421" y="25008"/>
                  <a:pt x="2914863" y="0"/>
                </a:cubicBezTo>
                <a:cubicBezTo>
                  <a:pt x="3274305" y="-25008"/>
                  <a:pt x="3452198" y="30942"/>
                  <a:pt x="3694420" y="0"/>
                </a:cubicBezTo>
                <a:cubicBezTo>
                  <a:pt x="3936642" y="-30942"/>
                  <a:pt x="4143679" y="-1430"/>
                  <a:pt x="4473976" y="0"/>
                </a:cubicBezTo>
                <a:cubicBezTo>
                  <a:pt x="4804273" y="1430"/>
                  <a:pt x="4800539" y="-1024"/>
                  <a:pt x="4948489" y="0"/>
                </a:cubicBezTo>
                <a:cubicBezTo>
                  <a:pt x="5096439" y="1024"/>
                  <a:pt x="5300907" y="10934"/>
                  <a:pt x="5423002" y="0"/>
                </a:cubicBezTo>
                <a:cubicBezTo>
                  <a:pt x="5545097" y="-10934"/>
                  <a:pt x="5700945" y="-18072"/>
                  <a:pt x="5795833" y="0"/>
                </a:cubicBezTo>
                <a:cubicBezTo>
                  <a:pt x="5890721" y="18072"/>
                  <a:pt x="6066002" y="-5121"/>
                  <a:pt x="6168664" y="0"/>
                </a:cubicBezTo>
                <a:cubicBezTo>
                  <a:pt x="6271326" y="5121"/>
                  <a:pt x="6721927" y="12316"/>
                  <a:pt x="7049902" y="0"/>
                </a:cubicBezTo>
                <a:cubicBezTo>
                  <a:pt x="7377877" y="-12316"/>
                  <a:pt x="7422331" y="-9212"/>
                  <a:pt x="7727777" y="0"/>
                </a:cubicBezTo>
                <a:cubicBezTo>
                  <a:pt x="8033224" y="9212"/>
                  <a:pt x="8265695" y="29724"/>
                  <a:pt x="8609015" y="0"/>
                </a:cubicBezTo>
                <a:cubicBezTo>
                  <a:pt x="8952335" y="-29724"/>
                  <a:pt x="9221850" y="9468"/>
                  <a:pt x="9388572" y="0"/>
                </a:cubicBezTo>
                <a:cubicBezTo>
                  <a:pt x="9555294" y="-9468"/>
                  <a:pt x="9939448" y="15885"/>
                  <a:pt x="10168128" y="0"/>
                </a:cubicBezTo>
                <a:cubicBezTo>
                  <a:pt x="10191158" y="139572"/>
                  <a:pt x="10159799" y="298066"/>
                  <a:pt x="10168128" y="550521"/>
                </a:cubicBezTo>
                <a:cubicBezTo>
                  <a:pt x="10176457" y="802976"/>
                  <a:pt x="10142568" y="1000057"/>
                  <a:pt x="10168128" y="1146919"/>
                </a:cubicBezTo>
                <a:cubicBezTo>
                  <a:pt x="10033597" y="1136236"/>
                  <a:pt x="9901203" y="1127071"/>
                  <a:pt x="9693615" y="1146919"/>
                </a:cubicBezTo>
                <a:cubicBezTo>
                  <a:pt x="9486027" y="1166767"/>
                  <a:pt x="9427687" y="1153785"/>
                  <a:pt x="9219103" y="1146919"/>
                </a:cubicBezTo>
                <a:cubicBezTo>
                  <a:pt x="9010519" y="1140053"/>
                  <a:pt x="8564769" y="1122930"/>
                  <a:pt x="8337865" y="1146919"/>
                </a:cubicBezTo>
                <a:cubicBezTo>
                  <a:pt x="8110961" y="1170908"/>
                  <a:pt x="7793217" y="1152841"/>
                  <a:pt x="7456627" y="1146919"/>
                </a:cubicBezTo>
                <a:cubicBezTo>
                  <a:pt x="7120037" y="1140997"/>
                  <a:pt x="7022827" y="1133553"/>
                  <a:pt x="6880433" y="1146919"/>
                </a:cubicBezTo>
                <a:cubicBezTo>
                  <a:pt x="6738039" y="1160285"/>
                  <a:pt x="6667948" y="1152750"/>
                  <a:pt x="6507602" y="1146919"/>
                </a:cubicBezTo>
                <a:cubicBezTo>
                  <a:pt x="6347256" y="1141088"/>
                  <a:pt x="5828527" y="1102938"/>
                  <a:pt x="5626364" y="1146919"/>
                </a:cubicBezTo>
                <a:cubicBezTo>
                  <a:pt x="5424201" y="1190900"/>
                  <a:pt x="5281882" y="1154701"/>
                  <a:pt x="5151852" y="1146919"/>
                </a:cubicBezTo>
                <a:cubicBezTo>
                  <a:pt x="5021822" y="1139137"/>
                  <a:pt x="4728896" y="1162676"/>
                  <a:pt x="4372295" y="1146919"/>
                </a:cubicBezTo>
                <a:cubicBezTo>
                  <a:pt x="4015694" y="1131162"/>
                  <a:pt x="3879250" y="1122057"/>
                  <a:pt x="3592739" y="1146919"/>
                </a:cubicBezTo>
                <a:cubicBezTo>
                  <a:pt x="3306228" y="1171781"/>
                  <a:pt x="3098115" y="1155144"/>
                  <a:pt x="2813182" y="1146919"/>
                </a:cubicBezTo>
                <a:cubicBezTo>
                  <a:pt x="2528249" y="1138694"/>
                  <a:pt x="2617781" y="1154349"/>
                  <a:pt x="2440351" y="1146919"/>
                </a:cubicBezTo>
                <a:cubicBezTo>
                  <a:pt x="2262921" y="1139489"/>
                  <a:pt x="1862090" y="1130171"/>
                  <a:pt x="1559113" y="1146919"/>
                </a:cubicBezTo>
                <a:cubicBezTo>
                  <a:pt x="1256136" y="1163667"/>
                  <a:pt x="1203803" y="1152612"/>
                  <a:pt x="982919" y="1146919"/>
                </a:cubicBezTo>
                <a:cubicBezTo>
                  <a:pt x="762035" y="1141226"/>
                  <a:pt x="441511" y="1125564"/>
                  <a:pt x="0" y="1146919"/>
                </a:cubicBezTo>
                <a:cubicBezTo>
                  <a:pt x="1774" y="906412"/>
                  <a:pt x="-19812" y="743654"/>
                  <a:pt x="0" y="550521"/>
                </a:cubicBezTo>
                <a:cubicBezTo>
                  <a:pt x="19812" y="357388"/>
                  <a:pt x="-3765" y="122498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class DIAGRAM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07772" y="2347069"/>
            <a:ext cx="5892177" cy="40919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4" name="Text Placeholder 4"/>
          <p:cNvSpPr txBox="1"/>
          <p:nvPr/>
        </p:nvSpPr>
        <p:spPr>
          <a:xfrm>
            <a:off x="1435759" y="2614340"/>
            <a:ext cx="10168128" cy="3695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 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134" y="2614796"/>
            <a:ext cx="231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Class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299844" y="3806293"/>
            <a:ext cx="231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Generalization</a:t>
            </a: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1308281" y="4898572"/>
            <a:ext cx="231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Package</a:t>
            </a: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299844" y="5636908"/>
            <a:ext cx="2311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Interface</a:t>
            </a:r>
          </a:p>
          <a:p>
            <a:endParaRPr lang="en-IN" dirty="0"/>
          </a:p>
        </p:txBody>
      </p:sp>
      <p:grpSp>
        <p:nvGrpSpPr>
          <p:cNvPr id="12" name="Group 11"/>
          <p:cNvGrpSpPr/>
          <p:nvPr/>
        </p:nvGrpSpPr>
        <p:grpSpPr>
          <a:xfrm>
            <a:off x="4244015" y="2614340"/>
            <a:ext cx="3138602" cy="3396343"/>
            <a:chOff x="2447915" y="1643050"/>
            <a:chExt cx="2052647" cy="4929222"/>
          </a:xfrm>
        </p:grpSpPr>
        <p:pic>
          <p:nvPicPr>
            <p:cNvPr id="13" name="Picture 1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00364" y="1643050"/>
              <a:ext cx="6953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" name="Picture 1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19419" y="2486022"/>
              <a:ext cx="6953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" name="Picture 19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805237" y="3843344"/>
              <a:ext cx="6953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447915" y="3843344"/>
              <a:ext cx="6953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86116" y="3000372"/>
              <a:ext cx="152400" cy="447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3" name="Picture 2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14678" y="3000372"/>
              <a:ext cx="9102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4" name="Picture 2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719380" y="3009903"/>
              <a:ext cx="781050" cy="84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5" name="Picture 2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081332" y="4929198"/>
              <a:ext cx="704850" cy="666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6" name="Picture 25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6286520"/>
              <a:ext cx="466725" cy="123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7" name="Picture 26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71802" y="6057922"/>
              <a:ext cx="695325" cy="514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51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46919"/>
          </a:xfrm>
          <a:custGeom>
            <a:avLst/>
            <a:gdLst>
              <a:gd name="connsiteX0" fmla="*/ 0 w 10168128"/>
              <a:gd name="connsiteY0" fmla="*/ 0 h 1146919"/>
              <a:gd name="connsiteX1" fmla="*/ 881238 w 10168128"/>
              <a:gd name="connsiteY1" fmla="*/ 0 h 1146919"/>
              <a:gd name="connsiteX2" fmla="*/ 1355750 w 10168128"/>
              <a:gd name="connsiteY2" fmla="*/ 0 h 1146919"/>
              <a:gd name="connsiteX3" fmla="*/ 2236988 w 10168128"/>
              <a:gd name="connsiteY3" fmla="*/ 0 h 1146919"/>
              <a:gd name="connsiteX4" fmla="*/ 2711501 w 10168128"/>
              <a:gd name="connsiteY4" fmla="*/ 0 h 1146919"/>
              <a:gd name="connsiteX5" fmla="*/ 3592739 w 10168128"/>
              <a:gd name="connsiteY5" fmla="*/ 0 h 1146919"/>
              <a:gd name="connsiteX6" fmla="*/ 3965570 w 10168128"/>
              <a:gd name="connsiteY6" fmla="*/ 0 h 1146919"/>
              <a:gd name="connsiteX7" fmla="*/ 4338401 w 10168128"/>
              <a:gd name="connsiteY7" fmla="*/ 0 h 1146919"/>
              <a:gd name="connsiteX8" fmla="*/ 4711233 w 10168128"/>
              <a:gd name="connsiteY8" fmla="*/ 0 h 1146919"/>
              <a:gd name="connsiteX9" fmla="*/ 5389108 w 10168128"/>
              <a:gd name="connsiteY9" fmla="*/ 0 h 1146919"/>
              <a:gd name="connsiteX10" fmla="*/ 5965302 w 10168128"/>
              <a:gd name="connsiteY10" fmla="*/ 0 h 1146919"/>
              <a:gd name="connsiteX11" fmla="*/ 6846540 w 10168128"/>
              <a:gd name="connsiteY11" fmla="*/ 0 h 1146919"/>
              <a:gd name="connsiteX12" fmla="*/ 7626096 w 10168128"/>
              <a:gd name="connsiteY12" fmla="*/ 0 h 1146919"/>
              <a:gd name="connsiteX13" fmla="*/ 7998927 w 10168128"/>
              <a:gd name="connsiteY13" fmla="*/ 0 h 1146919"/>
              <a:gd name="connsiteX14" fmla="*/ 8575121 w 10168128"/>
              <a:gd name="connsiteY14" fmla="*/ 0 h 1146919"/>
              <a:gd name="connsiteX15" fmla="*/ 9456359 w 10168128"/>
              <a:gd name="connsiteY15" fmla="*/ 0 h 1146919"/>
              <a:gd name="connsiteX16" fmla="*/ 10168128 w 10168128"/>
              <a:gd name="connsiteY16" fmla="*/ 0 h 1146919"/>
              <a:gd name="connsiteX17" fmla="*/ 10168128 w 10168128"/>
              <a:gd name="connsiteY17" fmla="*/ 584929 h 1146919"/>
              <a:gd name="connsiteX18" fmla="*/ 10168128 w 10168128"/>
              <a:gd name="connsiteY18" fmla="*/ 1146919 h 1146919"/>
              <a:gd name="connsiteX19" fmla="*/ 9388572 w 10168128"/>
              <a:gd name="connsiteY19" fmla="*/ 1146919 h 1146919"/>
              <a:gd name="connsiteX20" fmla="*/ 8812378 w 10168128"/>
              <a:gd name="connsiteY20" fmla="*/ 1146919 h 1146919"/>
              <a:gd name="connsiteX21" fmla="*/ 8032821 w 10168128"/>
              <a:gd name="connsiteY21" fmla="*/ 1146919 h 1146919"/>
              <a:gd name="connsiteX22" fmla="*/ 7558308 w 10168128"/>
              <a:gd name="connsiteY22" fmla="*/ 1146919 h 1146919"/>
              <a:gd name="connsiteX23" fmla="*/ 6982115 w 10168128"/>
              <a:gd name="connsiteY23" fmla="*/ 1146919 h 1146919"/>
              <a:gd name="connsiteX24" fmla="*/ 6304239 w 10168128"/>
              <a:gd name="connsiteY24" fmla="*/ 1146919 h 1146919"/>
              <a:gd name="connsiteX25" fmla="*/ 5829727 w 10168128"/>
              <a:gd name="connsiteY25" fmla="*/ 1146919 h 1146919"/>
              <a:gd name="connsiteX26" fmla="*/ 5456895 w 10168128"/>
              <a:gd name="connsiteY26" fmla="*/ 1146919 h 1146919"/>
              <a:gd name="connsiteX27" fmla="*/ 4575658 w 10168128"/>
              <a:gd name="connsiteY27" fmla="*/ 1146919 h 1146919"/>
              <a:gd name="connsiteX28" fmla="*/ 3897782 w 10168128"/>
              <a:gd name="connsiteY28" fmla="*/ 1146919 h 1146919"/>
              <a:gd name="connsiteX29" fmla="*/ 3423270 w 10168128"/>
              <a:gd name="connsiteY29" fmla="*/ 1146919 h 1146919"/>
              <a:gd name="connsiteX30" fmla="*/ 2948757 w 10168128"/>
              <a:gd name="connsiteY30" fmla="*/ 1146919 h 1146919"/>
              <a:gd name="connsiteX31" fmla="*/ 2270882 w 10168128"/>
              <a:gd name="connsiteY31" fmla="*/ 1146919 h 1146919"/>
              <a:gd name="connsiteX32" fmla="*/ 1593007 w 10168128"/>
              <a:gd name="connsiteY32" fmla="*/ 1146919 h 1146919"/>
              <a:gd name="connsiteX33" fmla="*/ 813450 w 10168128"/>
              <a:gd name="connsiteY33" fmla="*/ 1146919 h 1146919"/>
              <a:gd name="connsiteX34" fmla="*/ 0 w 10168128"/>
              <a:gd name="connsiteY34" fmla="*/ 1146919 h 1146919"/>
              <a:gd name="connsiteX35" fmla="*/ 0 w 10168128"/>
              <a:gd name="connsiteY35" fmla="*/ 584929 h 1146919"/>
              <a:gd name="connsiteX36" fmla="*/ 0 w 10168128"/>
              <a:gd name="connsiteY36" fmla="*/ 0 h 114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168128" h="1146919" fill="none" extrusionOk="0">
                <a:moveTo>
                  <a:pt x="0" y="0"/>
                </a:moveTo>
                <a:cubicBezTo>
                  <a:pt x="299647" y="-41784"/>
                  <a:pt x="534170" y="-15723"/>
                  <a:pt x="881238" y="0"/>
                </a:cubicBezTo>
                <a:cubicBezTo>
                  <a:pt x="1228306" y="15723"/>
                  <a:pt x="1137039" y="-3148"/>
                  <a:pt x="1355750" y="0"/>
                </a:cubicBezTo>
                <a:cubicBezTo>
                  <a:pt x="1574461" y="3148"/>
                  <a:pt x="1830655" y="7306"/>
                  <a:pt x="2236988" y="0"/>
                </a:cubicBezTo>
                <a:cubicBezTo>
                  <a:pt x="2643321" y="-7306"/>
                  <a:pt x="2498720" y="-3282"/>
                  <a:pt x="2711501" y="0"/>
                </a:cubicBezTo>
                <a:cubicBezTo>
                  <a:pt x="2924282" y="3282"/>
                  <a:pt x="3286689" y="34858"/>
                  <a:pt x="3592739" y="0"/>
                </a:cubicBezTo>
                <a:cubicBezTo>
                  <a:pt x="3898789" y="-34858"/>
                  <a:pt x="3879323" y="9510"/>
                  <a:pt x="3965570" y="0"/>
                </a:cubicBezTo>
                <a:cubicBezTo>
                  <a:pt x="4051817" y="-9510"/>
                  <a:pt x="4210351" y="-11252"/>
                  <a:pt x="4338401" y="0"/>
                </a:cubicBezTo>
                <a:cubicBezTo>
                  <a:pt x="4466451" y="11252"/>
                  <a:pt x="4614685" y="-3112"/>
                  <a:pt x="4711233" y="0"/>
                </a:cubicBezTo>
                <a:cubicBezTo>
                  <a:pt x="4807781" y="3112"/>
                  <a:pt x="5115896" y="-9845"/>
                  <a:pt x="5389108" y="0"/>
                </a:cubicBezTo>
                <a:cubicBezTo>
                  <a:pt x="5662320" y="9845"/>
                  <a:pt x="5750833" y="-23961"/>
                  <a:pt x="5965302" y="0"/>
                </a:cubicBezTo>
                <a:cubicBezTo>
                  <a:pt x="6179771" y="23961"/>
                  <a:pt x="6625461" y="24712"/>
                  <a:pt x="6846540" y="0"/>
                </a:cubicBezTo>
                <a:cubicBezTo>
                  <a:pt x="7067619" y="-24712"/>
                  <a:pt x="7332371" y="29907"/>
                  <a:pt x="7626096" y="0"/>
                </a:cubicBezTo>
                <a:cubicBezTo>
                  <a:pt x="7919821" y="-29907"/>
                  <a:pt x="7860269" y="13709"/>
                  <a:pt x="7998927" y="0"/>
                </a:cubicBezTo>
                <a:cubicBezTo>
                  <a:pt x="8137585" y="-13709"/>
                  <a:pt x="8299735" y="1818"/>
                  <a:pt x="8575121" y="0"/>
                </a:cubicBezTo>
                <a:cubicBezTo>
                  <a:pt x="8850507" y="-1818"/>
                  <a:pt x="9084993" y="1116"/>
                  <a:pt x="9456359" y="0"/>
                </a:cubicBezTo>
                <a:cubicBezTo>
                  <a:pt x="9827725" y="-1116"/>
                  <a:pt x="9814014" y="20438"/>
                  <a:pt x="10168128" y="0"/>
                </a:cubicBezTo>
                <a:cubicBezTo>
                  <a:pt x="10183257" y="208465"/>
                  <a:pt x="10175695" y="428194"/>
                  <a:pt x="10168128" y="584929"/>
                </a:cubicBezTo>
                <a:cubicBezTo>
                  <a:pt x="10160561" y="741664"/>
                  <a:pt x="10180834" y="1010496"/>
                  <a:pt x="10168128" y="1146919"/>
                </a:cubicBezTo>
                <a:cubicBezTo>
                  <a:pt x="9885542" y="1175059"/>
                  <a:pt x="9713766" y="1172466"/>
                  <a:pt x="9388572" y="1146919"/>
                </a:cubicBezTo>
                <a:cubicBezTo>
                  <a:pt x="9063378" y="1121372"/>
                  <a:pt x="8929643" y="1151735"/>
                  <a:pt x="8812378" y="1146919"/>
                </a:cubicBezTo>
                <a:cubicBezTo>
                  <a:pt x="8695113" y="1142103"/>
                  <a:pt x="8273225" y="1115852"/>
                  <a:pt x="8032821" y="1146919"/>
                </a:cubicBezTo>
                <a:cubicBezTo>
                  <a:pt x="7792417" y="1177986"/>
                  <a:pt x="7693935" y="1147481"/>
                  <a:pt x="7558308" y="1146919"/>
                </a:cubicBezTo>
                <a:cubicBezTo>
                  <a:pt x="7422681" y="1146357"/>
                  <a:pt x="7101745" y="1140932"/>
                  <a:pt x="6982115" y="1146919"/>
                </a:cubicBezTo>
                <a:cubicBezTo>
                  <a:pt x="6862485" y="1152906"/>
                  <a:pt x="6636421" y="1158272"/>
                  <a:pt x="6304239" y="1146919"/>
                </a:cubicBezTo>
                <a:cubicBezTo>
                  <a:pt x="5972057" y="1135566"/>
                  <a:pt x="6033979" y="1146734"/>
                  <a:pt x="5829727" y="1146919"/>
                </a:cubicBezTo>
                <a:cubicBezTo>
                  <a:pt x="5625475" y="1147104"/>
                  <a:pt x="5638549" y="1143412"/>
                  <a:pt x="5456895" y="1146919"/>
                </a:cubicBezTo>
                <a:cubicBezTo>
                  <a:pt x="5275241" y="1150426"/>
                  <a:pt x="4880239" y="1120018"/>
                  <a:pt x="4575658" y="1146919"/>
                </a:cubicBezTo>
                <a:cubicBezTo>
                  <a:pt x="4271077" y="1173820"/>
                  <a:pt x="4146371" y="1157078"/>
                  <a:pt x="3897782" y="1146919"/>
                </a:cubicBezTo>
                <a:cubicBezTo>
                  <a:pt x="3649193" y="1136760"/>
                  <a:pt x="3527617" y="1153330"/>
                  <a:pt x="3423270" y="1146919"/>
                </a:cubicBezTo>
                <a:cubicBezTo>
                  <a:pt x="3318923" y="1140508"/>
                  <a:pt x="3084323" y="1141740"/>
                  <a:pt x="2948757" y="1146919"/>
                </a:cubicBezTo>
                <a:cubicBezTo>
                  <a:pt x="2813191" y="1152098"/>
                  <a:pt x="2587278" y="1130943"/>
                  <a:pt x="2270882" y="1146919"/>
                </a:cubicBezTo>
                <a:cubicBezTo>
                  <a:pt x="1954487" y="1162895"/>
                  <a:pt x="1827196" y="1179534"/>
                  <a:pt x="1593007" y="1146919"/>
                </a:cubicBezTo>
                <a:cubicBezTo>
                  <a:pt x="1358818" y="1114304"/>
                  <a:pt x="1107675" y="1122496"/>
                  <a:pt x="813450" y="1146919"/>
                </a:cubicBezTo>
                <a:cubicBezTo>
                  <a:pt x="519225" y="1171342"/>
                  <a:pt x="383583" y="1163946"/>
                  <a:pt x="0" y="1146919"/>
                </a:cubicBezTo>
                <a:cubicBezTo>
                  <a:pt x="245" y="914004"/>
                  <a:pt x="15252" y="791375"/>
                  <a:pt x="0" y="584929"/>
                </a:cubicBezTo>
                <a:cubicBezTo>
                  <a:pt x="-15252" y="378483"/>
                  <a:pt x="-16026" y="168271"/>
                  <a:pt x="0" y="0"/>
                </a:cubicBezTo>
                <a:close/>
              </a:path>
              <a:path w="10168128" h="1146919" stroke="0" extrusionOk="0">
                <a:moveTo>
                  <a:pt x="0" y="0"/>
                </a:moveTo>
                <a:cubicBezTo>
                  <a:pt x="207702" y="8801"/>
                  <a:pt x="450435" y="16957"/>
                  <a:pt x="576194" y="0"/>
                </a:cubicBezTo>
                <a:cubicBezTo>
                  <a:pt x="701953" y="-16957"/>
                  <a:pt x="1098845" y="-947"/>
                  <a:pt x="1355750" y="0"/>
                </a:cubicBezTo>
                <a:cubicBezTo>
                  <a:pt x="1612655" y="947"/>
                  <a:pt x="1758393" y="6188"/>
                  <a:pt x="2135307" y="0"/>
                </a:cubicBezTo>
                <a:cubicBezTo>
                  <a:pt x="2512221" y="-6188"/>
                  <a:pt x="2555421" y="25008"/>
                  <a:pt x="2914863" y="0"/>
                </a:cubicBezTo>
                <a:cubicBezTo>
                  <a:pt x="3274305" y="-25008"/>
                  <a:pt x="3452198" y="30942"/>
                  <a:pt x="3694420" y="0"/>
                </a:cubicBezTo>
                <a:cubicBezTo>
                  <a:pt x="3936642" y="-30942"/>
                  <a:pt x="4143679" y="-1430"/>
                  <a:pt x="4473976" y="0"/>
                </a:cubicBezTo>
                <a:cubicBezTo>
                  <a:pt x="4804273" y="1430"/>
                  <a:pt x="4800539" y="-1024"/>
                  <a:pt x="4948489" y="0"/>
                </a:cubicBezTo>
                <a:cubicBezTo>
                  <a:pt x="5096439" y="1024"/>
                  <a:pt x="5300907" y="10934"/>
                  <a:pt x="5423002" y="0"/>
                </a:cubicBezTo>
                <a:cubicBezTo>
                  <a:pt x="5545097" y="-10934"/>
                  <a:pt x="5700945" y="-18072"/>
                  <a:pt x="5795833" y="0"/>
                </a:cubicBezTo>
                <a:cubicBezTo>
                  <a:pt x="5890721" y="18072"/>
                  <a:pt x="6066002" y="-5121"/>
                  <a:pt x="6168664" y="0"/>
                </a:cubicBezTo>
                <a:cubicBezTo>
                  <a:pt x="6271326" y="5121"/>
                  <a:pt x="6721927" y="12316"/>
                  <a:pt x="7049902" y="0"/>
                </a:cubicBezTo>
                <a:cubicBezTo>
                  <a:pt x="7377877" y="-12316"/>
                  <a:pt x="7422331" y="-9212"/>
                  <a:pt x="7727777" y="0"/>
                </a:cubicBezTo>
                <a:cubicBezTo>
                  <a:pt x="8033224" y="9212"/>
                  <a:pt x="8265695" y="29724"/>
                  <a:pt x="8609015" y="0"/>
                </a:cubicBezTo>
                <a:cubicBezTo>
                  <a:pt x="8952335" y="-29724"/>
                  <a:pt x="9221850" y="9468"/>
                  <a:pt x="9388572" y="0"/>
                </a:cubicBezTo>
                <a:cubicBezTo>
                  <a:pt x="9555294" y="-9468"/>
                  <a:pt x="9939448" y="15885"/>
                  <a:pt x="10168128" y="0"/>
                </a:cubicBezTo>
                <a:cubicBezTo>
                  <a:pt x="10191158" y="139572"/>
                  <a:pt x="10159799" y="298066"/>
                  <a:pt x="10168128" y="550521"/>
                </a:cubicBezTo>
                <a:cubicBezTo>
                  <a:pt x="10176457" y="802976"/>
                  <a:pt x="10142568" y="1000057"/>
                  <a:pt x="10168128" y="1146919"/>
                </a:cubicBezTo>
                <a:cubicBezTo>
                  <a:pt x="10033597" y="1136236"/>
                  <a:pt x="9901203" y="1127071"/>
                  <a:pt x="9693615" y="1146919"/>
                </a:cubicBezTo>
                <a:cubicBezTo>
                  <a:pt x="9486027" y="1166767"/>
                  <a:pt x="9427687" y="1153785"/>
                  <a:pt x="9219103" y="1146919"/>
                </a:cubicBezTo>
                <a:cubicBezTo>
                  <a:pt x="9010519" y="1140053"/>
                  <a:pt x="8564769" y="1122930"/>
                  <a:pt x="8337865" y="1146919"/>
                </a:cubicBezTo>
                <a:cubicBezTo>
                  <a:pt x="8110961" y="1170908"/>
                  <a:pt x="7793217" y="1152841"/>
                  <a:pt x="7456627" y="1146919"/>
                </a:cubicBezTo>
                <a:cubicBezTo>
                  <a:pt x="7120037" y="1140997"/>
                  <a:pt x="7022827" y="1133553"/>
                  <a:pt x="6880433" y="1146919"/>
                </a:cubicBezTo>
                <a:cubicBezTo>
                  <a:pt x="6738039" y="1160285"/>
                  <a:pt x="6667948" y="1152750"/>
                  <a:pt x="6507602" y="1146919"/>
                </a:cubicBezTo>
                <a:cubicBezTo>
                  <a:pt x="6347256" y="1141088"/>
                  <a:pt x="5828527" y="1102938"/>
                  <a:pt x="5626364" y="1146919"/>
                </a:cubicBezTo>
                <a:cubicBezTo>
                  <a:pt x="5424201" y="1190900"/>
                  <a:pt x="5281882" y="1154701"/>
                  <a:pt x="5151852" y="1146919"/>
                </a:cubicBezTo>
                <a:cubicBezTo>
                  <a:pt x="5021822" y="1139137"/>
                  <a:pt x="4728896" y="1162676"/>
                  <a:pt x="4372295" y="1146919"/>
                </a:cubicBezTo>
                <a:cubicBezTo>
                  <a:pt x="4015694" y="1131162"/>
                  <a:pt x="3879250" y="1122057"/>
                  <a:pt x="3592739" y="1146919"/>
                </a:cubicBezTo>
                <a:cubicBezTo>
                  <a:pt x="3306228" y="1171781"/>
                  <a:pt x="3098115" y="1155144"/>
                  <a:pt x="2813182" y="1146919"/>
                </a:cubicBezTo>
                <a:cubicBezTo>
                  <a:pt x="2528249" y="1138694"/>
                  <a:pt x="2617781" y="1154349"/>
                  <a:pt x="2440351" y="1146919"/>
                </a:cubicBezTo>
                <a:cubicBezTo>
                  <a:pt x="2262921" y="1139489"/>
                  <a:pt x="1862090" y="1130171"/>
                  <a:pt x="1559113" y="1146919"/>
                </a:cubicBezTo>
                <a:cubicBezTo>
                  <a:pt x="1256136" y="1163667"/>
                  <a:pt x="1203803" y="1152612"/>
                  <a:pt x="982919" y="1146919"/>
                </a:cubicBezTo>
                <a:cubicBezTo>
                  <a:pt x="762035" y="1141226"/>
                  <a:pt x="441511" y="1125564"/>
                  <a:pt x="0" y="1146919"/>
                </a:cubicBezTo>
                <a:cubicBezTo>
                  <a:pt x="1774" y="906412"/>
                  <a:pt x="-19812" y="743654"/>
                  <a:pt x="0" y="550521"/>
                </a:cubicBezTo>
                <a:cubicBezTo>
                  <a:pt x="19812" y="357388"/>
                  <a:pt x="-3765" y="122498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USE CASE DIAGRAM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07772" y="2347069"/>
            <a:ext cx="5892177" cy="40919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   use-case          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system boundary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9873" y="3822939"/>
            <a:ext cx="1333500" cy="114808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/>
          <p:cNvSpPr/>
          <p:nvPr/>
        </p:nvSpPr>
        <p:spPr>
          <a:xfrm>
            <a:off x="4429873" y="2868018"/>
            <a:ext cx="1333500" cy="560982"/>
          </a:xfrm>
          <a:prstGeom prst="ellipse">
            <a:avLst/>
          </a:prstGeom>
          <a:ln w="15875"/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4041365" y="5680648"/>
            <a:ext cx="2085115" cy="0"/>
          </a:xfrm>
          <a:prstGeom prst="line">
            <a:avLst/>
          </a:prstGeom>
          <a:ln w="15875"/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Placeholder 4"/>
          <p:cNvSpPr txBox="1"/>
          <p:nvPr/>
        </p:nvSpPr>
        <p:spPr>
          <a:xfrm>
            <a:off x="6315126" y="2347069"/>
            <a:ext cx="5892177" cy="2303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cap="all" spc="100" baseline="0">
                <a:solidFill>
                  <a:schemeClr val="accent6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   actor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547700" y="2358872"/>
            <a:ext cx="475548" cy="417147"/>
          </a:xfrm>
          <a:prstGeom prst="ellipse">
            <a:avLst/>
          </a:prstGeom>
          <a:ln w="158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781885" y="2776021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469015" y="2984945"/>
            <a:ext cx="622300" cy="0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9517529" y="3214330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9782774" y="3214330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1"/>
          <p:cNvSpPr/>
          <p:nvPr/>
        </p:nvSpPr>
        <p:spPr>
          <a:xfrm>
            <a:off x="4796155" y="157480"/>
            <a:ext cx="7073265" cy="6515735"/>
          </a:xfrm>
          <a:prstGeom prst="rect">
            <a:avLst/>
          </a:prstGeom>
          <a:ln w="15875"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9" name="Oval 8"/>
          <p:cNvSpPr/>
          <p:nvPr/>
        </p:nvSpPr>
        <p:spPr>
          <a:xfrm>
            <a:off x="5430520" y="791210"/>
            <a:ext cx="2166619" cy="5600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Log in</a:t>
            </a:r>
          </a:p>
        </p:txBody>
      </p:sp>
      <p:sp>
        <p:nvSpPr>
          <p:cNvPr id="16" name="Oval 15"/>
          <p:cNvSpPr/>
          <p:nvPr/>
        </p:nvSpPr>
        <p:spPr>
          <a:xfrm>
            <a:off x="9380651" y="525780"/>
            <a:ext cx="1787177" cy="5454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Username password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Arrow Connector 34"/>
          <p:cNvCxnSpPr>
            <a:cxnSpLocks/>
            <a:endCxn id="9" idx="2"/>
          </p:cNvCxnSpPr>
          <p:nvPr/>
        </p:nvCxnSpPr>
        <p:spPr>
          <a:xfrm flipV="1">
            <a:off x="2232342" y="1071245"/>
            <a:ext cx="3198178" cy="221805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6"/>
            <a:endCxn id="16" idx="2"/>
          </p:cNvCxnSpPr>
          <p:nvPr/>
        </p:nvCxnSpPr>
        <p:spPr>
          <a:xfrm flipV="1">
            <a:off x="7597139" y="798513"/>
            <a:ext cx="1783512" cy="272732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1140194">
            <a:off x="7990539" y="652710"/>
            <a:ext cx="1207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&lt;&lt;include&gt;&gt;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430520" y="2183130"/>
            <a:ext cx="2167255" cy="54483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parents</a:t>
            </a:r>
          </a:p>
        </p:txBody>
      </p:sp>
      <p:sp>
        <p:nvSpPr>
          <p:cNvPr id="39" name="Oval 38"/>
          <p:cNvSpPr/>
          <p:nvPr/>
        </p:nvSpPr>
        <p:spPr>
          <a:xfrm>
            <a:off x="5429248" y="2849245"/>
            <a:ext cx="2167256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Manage gallery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427980" y="3568700"/>
            <a:ext cx="2167255" cy="5613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fees</a:t>
            </a:r>
          </a:p>
        </p:txBody>
      </p:sp>
      <p:sp>
        <p:nvSpPr>
          <p:cNvPr id="41" name="Oval 40"/>
          <p:cNvSpPr/>
          <p:nvPr/>
        </p:nvSpPr>
        <p:spPr>
          <a:xfrm>
            <a:off x="5427980" y="4234815"/>
            <a:ext cx="2167255" cy="65151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notification</a:t>
            </a:r>
          </a:p>
        </p:txBody>
      </p:sp>
      <p:sp>
        <p:nvSpPr>
          <p:cNvPr id="43" name="Oval 42"/>
          <p:cNvSpPr/>
          <p:nvPr/>
        </p:nvSpPr>
        <p:spPr>
          <a:xfrm>
            <a:off x="5430520" y="5052695"/>
            <a:ext cx="2164715" cy="48069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feedback</a:t>
            </a:r>
          </a:p>
        </p:txBody>
      </p:sp>
      <p:sp>
        <p:nvSpPr>
          <p:cNvPr id="44" name="Oval 43"/>
          <p:cNvSpPr/>
          <p:nvPr/>
        </p:nvSpPr>
        <p:spPr>
          <a:xfrm>
            <a:off x="5427981" y="5641975"/>
            <a:ext cx="2164715" cy="51583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Log out</a:t>
            </a:r>
          </a:p>
        </p:txBody>
      </p:sp>
      <p:sp>
        <p:nvSpPr>
          <p:cNvPr id="45" name="Oval 44"/>
          <p:cNvSpPr/>
          <p:nvPr/>
        </p:nvSpPr>
        <p:spPr>
          <a:xfrm>
            <a:off x="5430520" y="1478915"/>
            <a:ext cx="2166619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Manage staff</a:t>
            </a:r>
          </a:p>
        </p:txBody>
      </p:sp>
      <p:cxnSp>
        <p:nvCxnSpPr>
          <p:cNvPr id="46" name="Straight Arrow Connector 45"/>
          <p:cNvCxnSpPr>
            <a:cxnSpLocks/>
            <a:endCxn id="45" idx="2"/>
          </p:cNvCxnSpPr>
          <p:nvPr/>
        </p:nvCxnSpPr>
        <p:spPr>
          <a:xfrm flipV="1">
            <a:off x="2251710" y="1783715"/>
            <a:ext cx="3178810" cy="150558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  <a:endCxn id="38" idx="2"/>
          </p:cNvCxnSpPr>
          <p:nvPr/>
        </p:nvCxnSpPr>
        <p:spPr>
          <a:xfrm flipV="1">
            <a:off x="2251710" y="2455545"/>
            <a:ext cx="3178810" cy="83375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2224515" y="3154045"/>
            <a:ext cx="3198204" cy="14021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  <a:endCxn id="40" idx="2"/>
          </p:cNvCxnSpPr>
          <p:nvPr/>
        </p:nvCxnSpPr>
        <p:spPr>
          <a:xfrm>
            <a:off x="2232342" y="3289300"/>
            <a:ext cx="3195638" cy="56007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cxnSpLocks/>
            <a:endCxn id="41" idx="2"/>
          </p:cNvCxnSpPr>
          <p:nvPr/>
        </p:nvCxnSpPr>
        <p:spPr>
          <a:xfrm>
            <a:off x="2216740" y="3289300"/>
            <a:ext cx="3211240" cy="127127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  <a:endCxn id="43" idx="2"/>
          </p:cNvCxnSpPr>
          <p:nvPr/>
        </p:nvCxnSpPr>
        <p:spPr>
          <a:xfrm>
            <a:off x="2224515" y="3289300"/>
            <a:ext cx="3206005" cy="2003743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  <a:endCxn id="44" idx="2"/>
          </p:cNvCxnSpPr>
          <p:nvPr/>
        </p:nvCxnSpPr>
        <p:spPr>
          <a:xfrm>
            <a:off x="2232342" y="3289300"/>
            <a:ext cx="3195639" cy="261059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28985" y="1803145"/>
            <a:ext cx="1069340" cy="10439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1458575" y="2847085"/>
            <a:ext cx="20929" cy="11999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713357" y="4026097"/>
            <a:ext cx="763607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1479979" y="4026097"/>
            <a:ext cx="832163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604500" y="3294260"/>
            <a:ext cx="1627842" cy="11736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4500" y="5090981"/>
            <a:ext cx="1794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spc="300" dirty="0">
                <a:cs typeface="Arial" panose="020B0604020202020204" pitchFamily="34" charset="0"/>
              </a:rPr>
              <a:t>ADMIN</a:t>
            </a:r>
            <a:endParaRPr lang="en-IN" sz="2200" b="1" spc="300" dirty="0">
              <a:cs typeface="Arial" panose="020B0604020202020204" pitchFamily="34" charset="0"/>
            </a:endParaRPr>
          </a:p>
        </p:txBody>
      </p:sp>
      <p:sp>
        <p:nvSpPr>
          <p:cNvPr id="64" name="Arrow: Pentagon 63"/>
          <p:cNvSpPr/>
          <p:nvPr/>
        </p:nvSpPr>
        <p:spPr>
          <a:xfrm>
            <a:off x="654" y="180000"/>
            <a:ext cx="4053186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ADMIN USE CASE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9380652" y="1313911"/>
            <a:ext cx="1787177" cy="5454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Add, Update, Delete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/>
          <p:cNvCxnSpPr>
            <a:cxnSpLocks/>
            <a:stCxn id="9" idx="6"/>
            <a:endCxn id="3" idx="2"/>
          </p:cNvCxnSpPr>
          <p:nvPr/>
        </p:nvCxnSpPr>
        <p:spPr>
          <a:xfrm>
            <a:off x="7597139" y="1071245"/>
            <a:ext cx="1783513" cy="515399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44"/>
          <p:cNvSpPr txBox="1"/>
          <p:nvPr/>
        </p:nvSpPr>
        <p:spPr>
          <a:xfrm rot="1028695">
            <a:off x="8083604" y="1146407"/>
            <a:ext cx="1190907" cy="3650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&lt;&lt;extend&gt;&gt;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s 36"/>
          <p:cNvSpPr/>
          <p:nvPr/>
        </p:nvSpPr>
        <p:spPr>
          <a:xfrm>
            <a:off x="4796155" y="68580"/>
            <a:ext cx="7087235" cy="6707268"/>
          </a:xfrm>
          <a:prstGeom prst="rect">
            <a:avLst/>
          </a:prstGeom>
          <a:ln w="15875"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sp>
        <p:nvSpPr>
          <p:cNvPr id="77" name="Oval 76"/>
          <p:cNvSpPr/>
          <p:nvPr/>
        </p:nvSpPr>
        <p:spPr>
          <a:xfrm>
            <a:off x="5430520" y="384810"/>
            <a:ext cx="2165985" cy="41846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Log in</a:t>
            </a:r>
          </a:p>
        </p:txBody>
      </p:sp>
      <p:sp>
        <p:nvSpPr>
          <p:cNvPr id="78" name="Oval 77"/>
          <p:cNvSpPr/>
          <p:nvPr/>
        </p:nvSpPr>
        <p:spPr>
          <a:xfrm>
            <a:off x="9238490" y="253239"/>
            <a:ext cx="2062800" cy="4292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Email Username password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0" name="Straight Arrow Connector 79"/>
          <p:cNvCxnSpPr>
            <a:cxnSpLocks/>
            <a:endCxn id="77" idx="2"/>
          </p:cNvCxnSpPr>
          <p:nvPr/>
        </p:nvCxnSpPr>
        <p:spPr>
          <a:xfrm flipV="1">
            <a:off x="2149786" y="594043"/>
            <a:ext cx="3280734" cy="235350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cxnSpLocks/>
            <a:stCxn id="77" idx="6"/>
            <a:endCxn id="78" idx="2"/>
          </p:cNvCxnSpPr>
          <p:nvPr/>
        </p:nvCxnSpPr>
        <p:spPr>
          <a:xfrm flipV="1">
            <a:off x="7596505" y="467869"/>
            <a:ext cx="1641985" cy="126174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36"/>
          <p:cNvSpPr txBox="1"/>
          <p:nvPr/>
        </p:nvSpPr>
        <p:spPr>
          <a:xfrm rot="21306376">
            <a:off x="7951793" y="281393"/>
            <a:ext cx="120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&lt;&lt;include&gt;&gt;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5424805" y="1460881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parents</a:t>
            </a:r>
          </a:p>
        </p:txBody>
      </p:sp>
      <p:sp>
        <p:nvSpPr>
          <p:cNvPr id="85" name="Oval 84"/>
          <p:cNvSpPr/>
          <p:nvPr/>
        </p:nvSpPr>
        <p:spPr>
          <a:xfrm>
            <a:off x="5439877" y="1974289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attendance</a:t>
            </a:r>
          </a:p>
        </p:txBody>
      </p:sp>
      <p:sp>
        <p:nvSpPr>
          <p:cNvPr id="86" name="Oval 85"/>
          <p:cNvSpPr/>
          <p:nvPr/>
        </p:nvSpPr>
        <p:spPr>
          <a:xfrm>
            <a:off x="5431156" y="2517425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time-table</a:t>
            </a:r>
          </a:p>
        </p:txBody>
      </p:sp>
      <p:sp>
        <p:nvSpPr>
          <p:cNvPr id="88" name="Oval 87"/>
          <p:cNvSpPr/>
          <p:nvPr/>
        </p:nvSpPr>
        <p:spPr>
          <a:xfrm>
            <a:off x="5459915" y="3048295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Upload material</a:t>
            </a:r>
            <a:endParaRPr lang="en-US" alt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5431156" y="4119988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Post exam schedule</a:t>
            </a:r>
          </a:p>
        </p:txBody>
      </p:sp>
      <p:sp>
        <p:nvSpPr>
          <p:cNvPr id="90" name="Oval 89"/>
          <p:cNvSpPr/>
          <p:nvPr/>
        </p:nvSpPr>
        <p:spPr>
          <a:xfrm>
            <a:off x="5429885" y="922401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profile</a:t>
            </a:r>
          </a:p>
        </p:txBody>
      </p:sp>
      <p:cxnSp>
        <p:nvCxnSpPr>
          <p:cNvPr id="91" name="Straight Arrow Connector 90"/>
          <p:cNvCxnSpPr>
            <a:cxnSpLocks/>
            <a:endCxn id="90" idx="2"/>
          </p:cNvCxnSpPr>
          <p:nvPr/>
        </p:nvCxnSpPr>
        <p:spPr>
          <a:xfrm flipV="1">
            <a:off x="2149786" y="1131201"/>
            <a:ext cx="3280099" cy="1816346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  <a:endCxn id="83" idx="2"/>
          </p:cNvCxnSpPr>
          <p:nvPr/>
        </p:nvCxnSpPr>
        <p:spPr>
          <a:xfrm flipV="1">
            <a:off x="2132544" y="1669681"/>
            <a:ext cx="3292261" cy="1277866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cxnSpLocks/>
            <a:endCxn id="85" idx="2"/>
          </p:cNvCxnSpPr>
          <p:nvPr/>
        </p:nvCxnSpPr>
        <p:spPr>
          <a:xfrm flipV="1">
            <a:off x="2128045" y="2183089"/>
            <a:ext cx="3311832" cy="772822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cxnSpLocks/>
            <a:endCxn id="86" idx="2"/>
          </p:cNvCxnSpPr>
          <p:nvPr/>
        </p:nvCxnSpPr>
        <p:spPr>
          <a:xfrm flipV="1">
            <a:off x="2135665" y="2726225"/>
            <a:ext cx="3295491" cy="224702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cxnSpLocks/>
            <a:endCxn id="88" idx="2"/>
          </p:cNvCxnSpPr>
          <p:nvPr/>
        </p:nvCxnSpPr>
        <p:spPr>
          <a:xfrm>
            <a:off x="2154257" y="2954821"/>
            <a:ext cx="3305658" cy="30227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cxnSpLocks/>
            <a:endCxn id="89" idx="2"/>
          </p:cNvCxnSpPr>
          <p:nvPr/>
        </p:nvCxnSpPr>
        <p:spPr>
          <a:xfrm>
            <a:off x="2130110" y="2947547"/>
            <a:ext cx="3301046" cy="1381241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5431156" y="3587734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leave report</a:t>
            </a:r>
          </a:p>
        </p:txBody>
      </p:sp>
      <p:sp>
        <p:nvSpPr>
          <p:cNvPr id="100" name="Oval 99"/>
          <p:cNvSpPr/>
          <p:nvPr/>
        </p:nvSpPr>
        <p:spPr>
          <a:xfrm>
            <a:off x="5431156" y="4629808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Post result</a:t>
            </a:r>
          </a:p>
        </p:txBody>
      </p:sp>
      <p:cxnSp>
        <p:nvCxnSpPr>
          <p:cNvPr id="101" name="Straight Arrow Connector 100"/>
          <p:cNvCxnSpPr>
            <a:cxnSpLocks/>
            <a:endCxn id="99" idx="2"/>
          </p:cNvCxnSpPr>
          <p:nvPr/>
        </p:nvCxnSpPr>
        <p:spPr>
          <a:xfrm>
            <a:off x="2150737" y="2947547"/>
            <a:ext cx="3280419" cy="848987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endCxn id="100" idx="2"/>
          </p:cNvCxnSpPr>
          <p:nvPr/>
        </p:nvCxnSpPr>
        <p:spPr>
          <a:xfrm>
            <a:off x="2133600" y="2953079"/>
            <a:ext cx="3297556" cy="1885529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cxnSpLocks/>
            <a:stCxn id="77" idx="6"/>
            <a:endCxn id="105" idx="2"/>
          </p:cNvCxnSpPr>
          <p:nvPr/>
        </p:nvCxnSpPr>
        <p:spPr>
          <a:xfrm>
            <a:off x="7596505" y="594043"/>
            <a:ext cx="1642305" cy="506057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9238810" y="891299"/>
            <a:ext cx="2062480" cy="41760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Change password forget password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44"/>
          <p:cNvSpPr txBox="1"/>
          <p:nvPr/>
        </p:nvSpPr>
        <p:spPr>
          <a:xfrm rot="1064563">
            <a:off x="8108790" y="681418"/>
            <a:ext cx="1145540" cy="281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&lt;&lt;extend&gt;&gt;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5428615" y="6057670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Log out</a:t>
            </a:r>
          </a:p>
        </p:txBody>
      </p:sp>
      <p:sp>
        <p:nvSpPr>
          <p:cNvPr id="3" name="Oval 2"/>
          <p:cNvSpPr/>
          <p:nvPr/>
        </p:nvSpPr>
        <p:spPr>
          <a:xfrm>
            <a:off x="5429196" y="5578360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get notification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5431156" y="5109210"/>
            <a:ext cx="2167200" cy="417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Manage FAQ’S</a:t>
            </a:r>
          </a:p>
        </p:txBody>
      </p:sp>
      <p:cxnSp>
        <p:nvCxnSpPr>
          <p:cNvPr id="5" name="Straight Arrow Connector 4"/>
          <p:cNvCxnSpPr>
            <a:endCxn id="4" idx="2"/>
          </p:cNvCxnSpPr>
          <p:nvPr/>
        </p:nvCxnSpPr>
        <p:spPr>
          <a:xfrm>
            <a:off x="2151717" y="2951225"/>
            <a:ext cx="3279439" cy="236678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endCxn id="3" idx="2"/>
          </p:cNvCxnSpPr>
          <p:nvPr/>
        </p:nvCxnSpPr>
        <p:spPr>
          <a:xfrm>
            <a:off x="2133125" y="2949386"/>
            <a:ext cx="3296071" cy="283777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2" idx="2"/>
          </p:cNvCxnSpPr>
          <p:nvPr/>
        </p:nvCxnSpPr>
        <p:spPr>
          <a:xfrm>
            <a:off x="2133600" y="2953079"/>
            <a:ext cx="3295015" cy="3313391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58520" y="1461964"/>
            <a:ext cx="1069340" cy="10439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88110" y="2505904"/>
            <a:ext cx="20929" cy="11999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42892" y="3684916"/>
            <a:ext cx="763607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409514" y="3684916"/>
            <a:ext cx="832163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34035" y="2953079"/>
            <a:ext cx="1627842" cy="11736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Arrow: Pentagon 12"/>
          <p:cNvSpPr/>
          <p:nvPr/>
        </p:nvSpPr>
        <p:spPr>
          <a:xfrm>
            <a:off x="0" y="180000"/>
            <a:ext cx="3972560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STAFF USE CASE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7384" y="4678323"/>
            <a:ext cx="1216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spc="300" dirty="0">
                <a:cs typeface="Arial" panose="020B0604020202020204" pitchFamily="34" charset="0"/>
              </a:rPr>
              <a:t>STAFF</a:t>
            </a:r>
            <a:endParaRPr lang="en-IN" sz="2200" b="1" spc="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/>
          <p:cNvSpPr/>
          <p:nvPr/>
        </p:nvSpPr>
        <p:spPr>
          <a:xfrm>
            <a:off x="6155054" y="216534"/>
            <a:ext cx="2056076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Log in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157814" y="1110992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Pay fees</a:t>
            </a:r>
          </a:p>
        </p:txBody>
      </p:sp>
      <p:sp>
        <p:nvSpPr>
          <p:cNvPr id="45" name="Oval 44"/>
          <p:cNvSpPr/>
          <p:nvPr/>
        </p:nvSpPr>
        <p:spPr>
          <a:xfrm>
            <a:off x="6146726" y="1532065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View attendance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128321" y="1960812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View timetable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143720" y="2398058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View/download material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155253" y="2847312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Give leave report</a:t>
            </a:r>
          </a:p>
        </p:txBody>
      </p:sp>
      <p:sp>
        <p:nvSpPr>
          <p:cNvPr id="50" name="Oval 49"/>
          <p:cNvSpPr/>
          <p:nvPr/>
        </p:nvSpPr>
        <p:spPr>
          <a:xfrm>
            <a:off x="6155253" y="3292365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View exam schedule</a:t>
            </a:r>
          </a:p>
        </p:txBody>
      </p:sp>
      <p:sp>
        <p:nvSpPr>
          <p:cNvPr id="51" name="Oval 50"/>
          <p:cNvSpPr/>
          <p:nvPr/>
        </p:nvSpPr>
        <p:spPr>
          <a:xfrm>
            <a:off x="6128321" y="3739636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View/download result</a:t>
            </a:r>
          </a:p>
        </p:txBody>
      </p:sp>
      <p:sp>
        <p:nvSpPr>
          <p:cNvPr id="53" name="Oval 52"/>
          <p:cNvSpPr/>
          <p:nvPr/>
        </p:nvSpPr>
        <p:spPr>
          <a:xfrm>
            <a:off x="9669780" y="240030"/>
            <a:ext cx="1493520" cy="3115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Email username password</a:t>
            </a:r>
            <a:endParaRPr lang="en-IN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162696" y="6146577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Log out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22"/>
          <p:cNvSpPr txBox="1"/>
          <p:nvPr/>
        </p:nvSpPr>
        <p:spPr>
          <a:xfrm>
            <a:off x="8510659" y="186617"/>
            <a:ext cx="1014704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&lt;&lt;include&gt;&gt;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/>
          <p:cNvCxnSpPr>
            <a:endCxn id="43" idx="2"/>
          </p:cNvCxnSpPr>
          <p:nvPr/>
        </p:nvCxnSpPr>
        <p:spPr>
          <a:xfrm flipV="1">
            <a:off x="2154257" y="396534"/>
            <a:ext cx="4000797" cy="2800073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  <a:endCxn id="44" idx="2"/>
          </p:cNvCxnSpPr>
          <p:nvPr/>
        </p:nvCxnSpPr>
        <p:spPr>
          <a:xfrm flipV="1">
            <a:off x="2131556" y="1290992"/>
            <a:ext cx="4026258" cy="1904312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cxnSpLocks/>
            <a:endCxn id="45" idx="2"/>
          </p:cNvCxnSpPr>
          <p:nvPr/>
        </p:nvCxnSpPr>
        <p:spPr>
          <a:xfrm flipV="1">
            <a:off x="2131556" y="1712065"/>
            <a:ext cx="4015170" cy="148446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endCxn id="46" idx="2"/>
          </p:cNvCxnSpPr>
          <p:nvPr/>
        </p:nvCxnSpPr>
        <p:spPr>
          <a:xfrm flipV="1">
            <a:off x="2131755" y="2140812"/>
            <a:ext cx="3996566" cy="105579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  <a:endCxn id="48" idx="2"/>
          </p:cNvCxnSpPr>
          <p:nvPr/>
        </p:nvCxnSpPr>
        <p:spPr>
          <a:xfrm flipV="1">
            <a:off x="2149375" y="2578058"/>
            <a:ext cx="3994345" cy="62098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  <a:endCxn id="49" idx="2"/>
          </p:cNvCxnSpPr>
          <p:nvPr/>
        </p:nvCxnSpPr>
        <p:spPr>
          <a:xfrm flipV="1">
            <a:off x="2143190" y="3027312"/>
            <a:ext cx="4012063" cy="165557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  <a:endCxn id="51" idx="2"/>
          </p:cNvCxnSpPr>
          <p:nvPr/>
        </p:nvCxnSpPr>
        <p:spPr>
          <a:xfrm>
            <a:off x="2123228" y="3192869"/>
            <a:ext cx="4005093" cy="726767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cxnSpLocks/>
            <a:endCxn id="55" idx="2"/>
          </p:cNvCxnSpPr>
          <p:nvPr/>
        </p:nvCxnSpPr>
        <p:spPr>
          <a:xfrm>
            <a:off x="2141993" y="3195304"/>
            <a:ext cx="4020703" cy="3131273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6144196" y="664699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Manage profile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Straight Arrow Connector 68"/>
          <p:cNvCxnSpPr>
            <a:cxnSpLocks/>
            <a:endCxn id="68" idx="2"/>
          </p:cNvCxnSpPr>
          <p:nvPr/>
        </p:nvCxnSpPr>
        <p:spPr>
          <a:xfrm flipV="1">
            <a:off x="2138321" y="844699"/>
            <a:ext cx="4005875" cy="2350682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3" idx="6"/>
            <a:endCxn id="53" idx="2"/>
          </p:cNvCxnSpPr>
          <p:nvPr/>
        </p:nvCxnSpPr>
        <p:spPr>
          <a:xfrm flipV="1">
            <a:off x="8211130" y="395826"/>
            <a:ext cx="1458650" cy="708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3" idx="2"/>
          </p:cNvCxnSpPr>
          <p:nvPr/>
        </p:nvCxnSpPr>
        <p:spPr>
          <a:xfrm>
            <a:off x="8199859" y="402931"/>
            <a:ext cx="1452181" cy="589153"/>
          </a:xfrm>
          <a:prstGeom prst="straightConnector1">
            <a:avLst/>
          </a:prstGeom>
          <a:ln w="19050">
            <a:solidFill>
              <a:schemeClr val="dk1">
                <a:shade val="90000"/>
              </a:scheme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9652040" y="836288"/>
            <a:ext cx="1570049" cy="3115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Change password</a:t>
            </a:r>
          </a:p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Forget password</a:t>
            </a:r>
            <a:endParaRPr lang="en-IN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Box 44"/>
          <p:cNvSpPr txBox="1"/>
          <p:nvPr/>
        </p:nvSpPr>
        <p:spPr>
          <a:xfrm rot="1286830">
            <a:off x="8628332" y="554566"/>
            <a:ext cx="1026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&lt;&lt;extend&gt;&gt;</a:t>
            </a:r>
          </a:p>
        </p:txBody>
      </p:sp>
      <p:sp>
        <p:nvSpPr>
          <p:cNvPr id="77" name="Rectangles 76"/>
          <p:cNvSpPr/>
          <p:nvPr/>
        </p:nvSpPr>
        <p:spPr>
          <a:xfrm>
            <a:off x="5207635" y="158750"/>
            <a:ext cx="6808470" cy="65932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cxnSp>
        <p:nvCxnSpPr>
          <p:cNvPr id="83" name="Straight Arrow Connector 82"/>
          <p:cNvCxnSpPr>
            <a:cxnSpLocks/>
            <a:endCxn id="50" idx="2"/>
          </p:cNvCxnSpPr>
          <p:nvPr/>
        </p:nvCxnSpPr>
        <p:spPr>
          <a:xfrm>
            <a:off x="2138122" y="3196607"/>
            <a:ext cx="4017131" cy="275758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116596" y="4691572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</a:p>
        </p:txBody>
      </p:sp>
      <p:sp>
        <p:nvSpPr>
          <p:cNvPr id="4" name="Oval 3"/>
          <p:cNvSpPr/>
          <p:nvPr/>
        </p:nvSpPr>
        <p:spPr>
          <a:xfrm>
            <a:off x="6118418" y="5657712"/>
            <a:ext cx="206141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Give /view feedback</a:t>
            </a:r>
          </a:p>
        </p:txBody>
      </p:sp>
      <p:sp>
        <p:nvSpPr>
          <p:cNvPr id="5" name="Oval 4"/>
          <p:cNvSpPr/>
          <p:nvPr/>
        </p:nvSpPr>
        <p:spPr>
          <a:xfrm>
            <a:off x="6124228" y="4218088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View gallery</a:t>
            </a:r>
          </a:p>
        </p:txBody>
      </p:sp>
      <p:sp>
        <p:nvSpPr>
          <p:cNvPr id="6" name="Oval 5"/>
          <p:cNvSpPr/>
          <p:nvPr/>
        </p:nvSpPr>
        <p:spPr>
          <a:xfrm>
            <a:off x="6107169" y="5134544"/>
            <a:ext cx="20556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Get notification</a:t>
            </a:r>
          </a:p>
        </p:txBody>
      </p:sp>
      <p:cxnSp>
        <p:nvCxnSpPr>
          <p:cNvPr id="7" name="Straight Arrow Connector 6"/>
          <p:cNvCxnSpPr>
            <a:cxnSpLocks/>
            <a:endCxn id="5" idx="2"/>
          </p:cNvCxnSpPr>
          <p:nvPr/>
        </p:nvCxnSpPr>
        <p:spPr>
          <a:xfrm>
            <a:off x="2127463" y="3192869"/>
            <a:ext cx="3996765" cy="1205219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endCxn id="3" idx="2"/>
          </p:cNvCxnSpPr>
          <p:nvPr/>
        </p:nvCxnSpPr>
        <p:spPr>
          <a:xfrm>
            <a:off x="2149625" y="3189988"/>
            <a:ext cx="3966971" cy="168158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endCxn id="6" idx="2"/>
          </p:cNvCxnSpPr>
          <p:nvPr/>
        </p:nvCxnSpPr>
        <p:spPr>
          <a:xfrm>
            <a:off x="2149625" y="3196607"/>
            <a:ext cx="3957544" cy="2117937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endCxn id="4" idx="2"/>
          </p:cNvCxnSpPr>
          <p:nvPr/>
        </p:nvCxnSpPr>
        <p:spPr>
          <a:xfrm>
            <a:off x="2151717" y="3195381"/>
            <a:ext cx="3966701" cy="2642331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58520" y="1705804"/>
            <a:ext cx="1069340" cy="10439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388110" y="2749744"/>
            <a:ext cx="20929" cy="11999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2892" y="3928756"/>
            <a:ext cx="763607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409514" y="3928756"/>
            <a:ext cx="832163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38837" y="3195381"/>
            <a:ext cx="1627842" cy="11736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0679" y="4916059"/>
            <a:ext cx="1691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spc="300" dirty="0"/>
              <a:t>PARENTS</a:t>
            </a:r>
          </a:p>
        </p:txBody>
      </p:sp>
      <p:sp>
        <p:nvSpPr>
          <p:cNvPr id="18" name="Arrow: Pentagon 17"/>
          <p:cNvSpPr/>
          <p:nvPr/>
        </p:nvSpPr>
        <p:spPr>
          <a:xfrm>
            <a:off x="-1" y="180000"/>
            <a:ext cx="4585005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PARENTS USE CASE DIAGRAM:-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85435" y="5039689"/>
            <a:ext cx="1672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200" b="1" spc="300" dirty="0">
                <a:cs typeface="Arial" panose="020B0604020202020204" pitchFamily="34" charset="0"/>
              </a:rPr>
              <a:t>VISITOR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5800" y="165417"/>
            <a:ext cx="7211568" cy="652716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5557078" y="1863541"/>
            <a:ext cx="2225351" cy="59823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View gallery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57629" y="3714448"/>
            <a:ext cx="2224800" cy="59823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/>
          <p:cNvCxnSpPr>
            <a:endCxn id="10" idx="2"/>
          </p:cNvCxnSpPr>
          <p:nvPr/>
        </p:nvCxnSpPr>
        <p:spPr>
          <a:xfrm flipV="1">
            <a:off x="2313701" y="2162660"/>
            <a:ext cx="3243377" cy="1142888"/>
          </a:xfrm>
          <a:prstGeom prst="straightConnector1">
            <a:avLst/>
          </a:prstGeom>
          <a:ln w="15875"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1" idx="2"/>
          </p:cNvCxnSpPr>
          <p:nvPr/>
        </p:nvCxnSpPr>
        <p:spPr>
          <a:xfrm>
            <a:off x="2313701" y="3302210"/>
            <a:ext cx="3243928" cy="711357"/>
          </a:xfrm>
          <a:prstGeom prst="straightConnector1">
            <a:avLst/>
          </a:prstGeom>
          <a:ln w="15875"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16677" y="1809063"/>
            <a:ext cx="1069340" cy="10439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546267" y="2853003"/>
            <a:ext cx="20929" cy="11999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801049" y="4032015"/>
            <a:ext cx="763607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567671" y="4032015"/>
            <a:ext cx="832163" cy="956102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944" y="3302210"/>
            <a:ext cx="1644896" cy="0"/>
          </a:xfrm>
          <a:prstGeom prst="line">
            <a:avLst/>
          </a:prstGeom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Arrow: Pentagon 4"/>
          <p:cNvSpPr/>
          <p:nvPr/>
        </p:nvSpPr>
        <p:spPr>
          <a:xfrm>
            <a:off x="654" y="180000"/>
            <a:ext cx="4053186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VISITOR USE CASE DIAGRAM 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Top view of cubes connected with black lines"/>
          <p:cNvPicPr>
            <a:picLocks noChangeAspect="1"/>
          </p:cNvPicPr>
          <p:nvPr/>
        </p:nvPicPr>
        <p:blipFill>
          <a:blip r:embed="rId2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5000" contrast="-47000"/>
                    </a14:imgEffect>
                    <a14:imgEffect>
                      <a14:saturation sat="176000"/>
                    </a14:imgEffect>
                  </a14:imgLayer>
                </a14:imgProps>
              </a:ext>
            </a:extLst>
          </a:blip>
          <a:srcRect t="17884" r="-2" b="7115"/>
          <a:stretch>
            <a:fillRect/>
          </a:stretch>
        </p:blipFill>
        <p:spPr>
          <a:xfrm>
            <a:off x="0" y="-8867"/>
            <a:ext cx="12191981" cy="6857989"/>
          </a:xfrm>
          <a:prstGeom prst="rect">
            <a:avLst/>
          </a:prstGeom>
          <a:effectLst>
            <a:outerShdw blurRad="88900" dist="533400" dir="2640000">
              <a:srgbClr val="D6DCE4">
                <a:alpha val="55000"/>
              </a:srgbClr>
            </a:outerShdw>
            <a:reflection stA="52000" endPos="3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00" y="2550066"/>
            <a:ext cx="5216323" cy="28117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b="1" dirty="0">
                <a:solidFill>
                  <a:schemeClr val="bg1"/>
                </a:solidFill>
              </a:rPr>
              <a:t>Sequence</a:t>
            </a:r>
            <a:r>
              <a:rPr lang="en-US" sz="5600" b="1" dirty="0">
                <a:solidFill>
                  <a:srgbClr val="44161C"/>
                </a:solidFill>
              </a:rPr>
              <a:t> </a:t>
            </a:r>
            <a:br>
              <a:rPr lang="en-US" sz="5600" b="1" dirty="0">
                <a:solidFill>
                  <a:srgbClr val="44161C"/>
                </a:solidFill>
              </a:rPr>
            </a:br>
            <a:r>
              <a:rPr lang="en-US" sz="5600" dirty="0">
                <a:solidFill>
                  <a:srgbClr val="FFFFFF"/>
                </a:solidFill>
              </a:rPr>
              <a:t>diagram</a:t>
            </a:r>
          </a:p>
        </p:txBody>
      </p:sp>
      <p:cxnSp>
        <p:nvCxnSpPr>
          <p:cNvPr id="55" name="Straight Connector 5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966" y="432380"/>
            <a:ext cx="10817931" cy="1146919"/>
          </a:xfrm>
          <a:custGeom>
            <a:avLst/>
            <a:gdLst>
              <a:gd name="connsiteX0" fmla="*/ 0 w 10817931"/>
              <a:gd name="connsiteY0" fmla="*/ 0 h 1146919"/>
              <a:gd name="connsiteX1" fmla="*/ 676121 w 10817931"/>
              <a:gd name="connsiteY1" fmla="*/ 0 h 1146919"/>
              <a:gd name="connsiteX2" fmla="*/ 1135883 w 10817931"/>
              <a:gd name="connsiteY2" fmla="*/ 0 h 1146919"/>
              <a:gd name="connsiteX3" fmla="*/ 2028362 w 10817931"/>
              <a:gd name="connsiteY3" fmla="*/ 0 h 1146919"/>
              <a:gd name="connsiteX4" fmla="*/ 2379945 w 10817931"/>
              <a:gd name="connsiteY4" fmla="*/ 0 h 1146919"/>
              <a:gd name="connsiteX5" fmla="*/ 2731528 w 10817931"/>
              <a:gd name="connsiteY5" fmla="*/ 0 h 1146919"/>
              <a:gd name="connsiteX6" fmla="*/ 3083110 w 10817931"/>
              <a:gd name="connsiteY6" fmla="*/ 0 h 1146919"/>
              <a:gd name="connsiteX7" fmla="*/ 3759231 w 10817931"/>
              <a:gd name="connsiteY7" fmla="*/ 0 h 1146919"/>
              <a:gd name="connsiteX8" fmla="*/ 4327172 w 10817931"/>
              <a:gd name="connsiteY8" fmla="*/ 0 h 1146919"/>
              <a:gd name="connsiteX9" fmla="*/ 5219652 w 10817931"/>
              <a:gd name="connsiteY9" fmla="*/ 0 h 1146919"/>
              <a:gd name="connsiteX10" fmla="*/ 6003952 w 10817931"/>
              <a:gd name="connsiteY10" fmla="*/ 0 h 1146919"/>
              <a:gd name="connsiteX11" fmla="*/ 6355534 w 10817931"/>
              <a:gd name="connsiteY11" fmla="*/ 0 h 1146919"/>
              <a:gd name="connsiteX12" fmla="*/ 6923476 w 10817931"/>
              <a:gd name="connsiteY12" fmla="*/ 0 h 1146919"/>
              <a:gd name="connsiteX13" fmla="*/ 7815955 w 10817931"/>
              <a:gd name="connsiteY13" fmla="*/ 0 h 1146919"/>
              <a:gd name="connsiteX14" fmla="*/ 8600255 w 10817931"/>
              <a:gd name="connsiteY14" fmla="*/ 0 h 1146919"/>
              <a:gd name="connsiteX15" fmla="*/ 9384555 w 10817931"/>
              <a:gd name="connsiteY15" fmla="*/ 0 h 1146919"/>
              <a:gd name="connsiteX16" fmla="*/ 10817931 w 10817931"/>
              <a:gd name="connsiteY16" fmla="*/ 0 h 1146919"/>
              <a:gd name="connsiteX17" fmla="*/ 10817931 w 10817931"/>
              <a:gd name="connsiteY17" fmla="*/ 561990 h 1146919"/>
              <a:gd name="connsiteX18" fmla="*/ 10817931 w 10817931"/>
              <a:gd name="connsiteY18" fmla="*/ 1146919 h 1146919"/>
              <a:gd name="connsiteX19" fmla="*/ 9925452 w 10817931"/>
              <a:gd name="connsiteY19" fmla="*/ 1146919 h 1146919"/>
              <a:gd name="connsiteX20" fmla="*/ 9465690 w 10817931"/>
              <a:gd name="connsiteY20" fmla="*/ 1146919 h 1146919"/>
              <a:gd name="connsiteX21" fmla="*/ 8897748 w 10817931"/>
              <a:gd name="connsiteY21" fmla="*/ 1146919 h 1146919"/>
              <a:gd name="connsiteX22" fmla="*/ 8221628 w 10817931"/>
              <a:gd name="connsiteY22" fmla="*/ 1146919 h 1146919"/>
              <a:gd name="connsiteX23" fmla="*/ 7761865 w 10817931"/>
              <a:gd name="connsiteY23" fmla="*/ 1146919 h 1146919"/>
              <a:gd name="connsiteX24" fmla="*/ 7410283 w 10817931"/>
              <a:gd name="connsiteY24" fmla="*/ 1146919 h 1146919"/>
              <a:gd name="connsiteX25" fmla="*/ 6517803 w 10817931"/>
              <a:gd name="connsiteY25" fmla="*/ 1146919 h 1146919"/>
              <a:gd name="connsiteX26" fmla="*/ 5841683 w 10817931"/>
              <a:gd name="connsiteY26" fmla="*/ 1146919 h 1146919"/>
              <a:gd name="connsiteX27" fmla="*/ 5381921 w 10817931"/>
              <a:gd name="connsiteY27" fmla="*/ 1146919 h 1146919"/>
              <a:gd name="connsiteX28" fmla="*/ 4922159 w 10817931"/>
              <a:gd name="connsiteY28" fmla="*/ 1146919 h 1146919"/>
              <a:gd name="connsiteX29" fmla="*/ 4246038 w 10817931"/>
              <a:gd name="connsiteY29" fmla="*/ 1146919 h 1146919"/>
              <a:gd name="connsiteX30" fmla="*/ 3569917 w 10817931"/>
              <a:gd name="connsiteY30" fmla="*/ 1146919 h 1146919"/>
              <a:gd name="connsiteX31" fmla="*/ 2785617 w 10817931"/>
              <a:gd name="connsiteY31" fmla="*/ 1146919 h 1146919"/>
              <a:gd name="connsiteX32" fmla="*/ 2109497 w 10817931"/>
              <a:gd name="connsiteY32" fmla="*/ 1146919 h 1146919"/>
              <a:gd name="connsiteX33" fmla="*/ 1541555 w 10817931"/>
              <a:gd name="connsiteY33" fmla="*/ 1146919 h 1146919"/>
              <a:gd name="connsiteX34" fmla="*/ 649076 w 10817931"/>
              <a:gd name="connsiteY34" fmla="*/ 1146919 h 1146919"/>
              <a:gd name="connsiteX35" fmla="*/ 0 w 10817931"/>
              <a:gd name="connsiteY35" fmla="*/ 1146919 h 1146919"/>
              <a:gd name="connsiteX36" fmla="*/ 0 w 10817931"/>
              <a:gd name="connsiteY36" fmla="*/ 550521 h 1146919"/>
              <a:gd name="connsiteX37" fmla="*/ 0 w 10817931"/>
              <a:gd name="connsiteY37" fmla="*/ 0 h 114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817931" h="1146919" fill="none" extrusionOk="0">
                <a:moveTo>
                  <a:pt x="0" y="0"/>
                </a:moveTo>
                <a:cubicBezTo>
                  <a:pt x="279750" y="-15399"/>
                  <a:pt x="492492" y="-26434"/>
                  <a:pt x="676121" y="0"/>
                </a:cubicBezTo>
                <a:cubicBezTo>
                  <a:pt x="859750" y="26434"/>
                  <a:pt x="939568" y="-14322"/>
                  <a:pt x="1135883" y="0"/>
                </a:cubicBezTo>
                <a:cubicBezTo>
                  <a:pt x="1332198" y="14322"/>
                  <a:pt x="1758711" y="-4276"/>
                  <a:pt x="2028362" y="0"/>
                </a:cubicBezTo>
                <a:cubicBezTo>
                  <a:pt x="2298013" y="4276"/>
                  <a:pt x="2287354" y="-4675"/>
                  <a:pt x="2379945" y="0"/>
                </a:cubicBezTo>
                <a:cubicBezTo>
                  <a:pt x="2472536" y="4675"/>
                  <a:pt x="2615175" y="922"/>
                  <a:pt x="2731528" y="0"/>
                </a:cubicBezTo>
                <a:cubicBezTo>
                  <a:pt x="2847881" y="-922"/>
                  <a:pt x="3010999" y="5244"/>
                  <a:pt x="3083110" y="0"/>
                </a:cubicBezTo>
                <a:cubicBezTo>
                  <a:pt x="3155221" y="-5244"/>
                  <a:pt x="3502014" y="31303"/>
                  <a:pt x="3759231" y="0"/>
                </a:cubicBezTo>
                <a:cubicBezTo>
                  <a:pt x="4016448" y="-31303"/>
                  <a:pt x="4165031" y="4531"/>
                  <a:pt x="4327172" y="0"/>
                </a:cubicBezTo>
                <a:cubicBezTo>
                  <a:pt x="4489313" y="-4531"/>
                  <a:pt x="4951692" y="39320"/>
                  <a:pt x="5219652" y="0"/>
                </a:cubicBezTo>
                <a:cubicBezTo>
                  <a:pt x="5487612" y="-39320"/>
                  <a:pt x="5844451" y="37001"/>
                  <a:pt x="6003952" y="0"/>
                </a:cubicBezTo>
                <a:cubicBezTo>
                  <a:pt x="6163453" y="-37001"/>
                  <a:pt x="6252332" y="-12537"/>
                  <a:pt x="6355534" y="0"/>
                </a:cubicBezTo>
                <a:cubicBezTo>
                  <a:pt x="6458736" y="12537"/>
                  <a:pt x="6712704" y="15085"/>
                  <a:pt x="6923476" y="0"/>
                </a:cubicBezTo>
                <a:cubicBezTo>
                  <a:pt x="7134248" y="-15085"/>
                  <a:pt x="7414099" y="21301"/>
                  <a:pt x="7815955" y="0"/>
                </a:cubicBezTo>
                <a:cubicBezTo>
                  <a:pt x="8217811" y="-21301"/>
                  <a:pt x="8371065" y="28805"/>
                  <a:pt x="8600255" y="0"/>
                </a:cubicBezTo>
                <a:cubicBezTo>
                  <a:pt x="8829445" y="-28805"/>
                  <a:pt x="9153648" y="-2800"/>
                  <a:pt x="9384555" y="0"/>
                </a:cubicBezTo>
                <a:cubicBezTo>
                  <a:pt x="9615462" y="2800"/>
                  <a:pt x="10145586" y="-32099"/>
                  <a:pt x="10817931" y="0"/>
                </a:cubicBezTo>
                <a:cubicBezTo>
                  <a:pt x="10833340" y="277045"/>
                  <a:pt x="10795915" y="333593"/>
                  <a:pt x="10817931" y="561990"/>
                </a:cubicBezTo>
                <a:cubicBezTo>
                  <a:pt x="10839948" y="790387"/>
                  <a:pt x="10793811" y="899246"/>
                  <a:pt x="10817931" y="1146919"/>
                </a:cubicBezTo>
                <a:cubicBezTo>
                  <a:pt x="10427599" y="1190995"/>
                  <a:pt x="10311680" y="1148472"/>
                  <a:pt x="9925452" y="1146919"/>
                </a:cubicBezTo>
                <a:cubicBezTo>
                  <a:pt x="9539224" y="1145366"/>
                  <a:pt x="9610287" y="1161847"/>
                  <a:pt x="9465690" y="1146919"/>
                </a:cubicBezTo>
                <a:cubicBezTo>
                  <a:pt x="9321093" y="1131991"/>
                  <a:pt x="9032670" y="1118834"/>
                  <a:pt x="8897748" y="1146919"/>
                </a:cubicBezTo>
                <a:cubicBezTo>
                  <a:pt x="8762826" y="1175004"/>
                  <a:pt x="8389192" y="1142593"/>
                  <a:pt x="8221628" y="1146919"/>
                </a:cubicBezTo>
                <a:cubicBezTo>
                  <a:pt x="8054064" y="1151245"/>
                  <a:pt x="7938667" y="1128123"/>
                  <a:pt x="7761865" y="1146919"/>
                </a:cubicBezTo>
                <a:cubicBezTo>
                  <a:pt x="7585063" y="1165715"/>
                  <a:pt x="7573280" y="1160350"/>
                  <a:pt x="7410283" y="1146919"/>
                </a:cubicBezTo>
                <a:cubicBezTo>
                  <a:pt x="7247286" y="1133488"/>
                  <a:pt x="6926284" y="1119191"/>
                  <a:pt x="6517803" y="1146919"/>
                </a:cubicBezTo>
                <a:cubicBezTo>
                  <a:pt x="6109322" y="1174647"/>
                  <a:pt x="6159781" y="1175633"/>
                  <a:pt x="5841683" y="1146919"/>
                </a:cubicBezTo>
                <a:cubicBezTo>
                  <a:pt x="5523585" y="1118205"/>
                  <a:pt x="5605627" y="1163535"/>
                  <a:pt x="5381921" y="1146919"/>
                </a:cubicBezTo>
                <a:cubicBezTo>
                  <a:pt x="5158215" y="1130303"/>
                  <a:pt x="5079926" y="1153260"/>
                  <a:pt x="4922159" y="1146919"/>
                </a:cubicBezTo>
                <a:cubicBezTo>
                  <a:pt x="4764392" y="1140578"/>
                  <a:pt x="4525795" y="1130885"/>
                  <a:pt x="4246038" y="1146919"/>
                </a:cubicBezTo>
                <a:cubicBezTo>
                  <a:pt x="3966281" y="1162953"/>
                  <a:pt x="3748325" y="1166644"/>
                  <a:pt x="3569917" y="1146919"/>
                </a:cubicBezTo>
                <a:cubicBezTo>
                  <a:pt x="3391509" y="1127194"/>
                  <a:pt x="3031839" y="1168006"/>
                  <a:pt x="2785617" y="1146919"/>
                </a:cubicBezTo>
                <a:cubicBezTo>
                  <a:pt x="2539395" y="1125832"/>
                  <a:pt x="2356549" y="1139273"/>
                  <a:pt x="2109497" y="1146919"/>
                </a:cubicBezTo>
                <a:cubicBezTo>
                  <a:pt x="1862445" y="1154565"/>
                  <a:pt x="1795819" y="1155097"/>
                  <a:pt x="1541555" y="1146919"/>
                </a:cubicBezTo>
                <a:cubicBezTo>
                  <a:pt x="1287291" y="1138741"/>
                  <a:pt x="926423" y="1140912"/>
                  <a:pt x="649076" y="1146919"/>
                </a:cubicBezTo>
                <a:cubicBezTo>
                  <a:pt x="371729" y="1152926"/>
                  <a:pt x="152236" y="1158098"/>
                  <a:pt x="0" y="1146919"/>
                </a:cubicBezTo>
                <a:cubicBezTo>
                  <a:pt x="21450" y="924551"/>
                  <a:pt x="4799" y="798669"/>
                  <a:pt x="0" y="550521"/>
                </a:cubicBezTo>
                <a:cubicBezTo>
                  <a:pt x="-4799" y="302373"/>
                  <a:pt x="-22510" y="135606"/>
                  <a:pt x="0" y="0"/>
                </a:cubicBezTo>
                <a:close/>
              </a:path>
              <a:path w="10817931" h="1146919" stroke="0" extrusionOk="0">
                <a:moveTo>
                  <a:pt x="0" y="0"/>
                </a:moveTo>
                <a:cubicBezTo>
                  <a:pt x="169600" y="28034"/>
                  <a:pt x="304607" y="7714"/>
                  <a:pt x="567941" y="0"/>
                </a:cubicBezTo>
                <a:cubicBezTo>
                  <a:pt x="831275" y="-7714"/>
                  <a:pt x="1194440" y="-1089"/>
                  <a:pt x="1352241" y="0"/>
                </a:cubicBezTo>
                <a:cubicBezTo>
                  <a:pt x="1510042" y="1089"/>
                  <a:pt x="1889948" y="18013"/>
                  <a:pt x="2136541" y="0"/>
                </a:cubicBezTo>
                <a:cubicBezTo>
                  <a:pt x="2383134" y="-18013"/>
                  <a:pt x="2740239" y="-26489"/>
                  <a:pt x="2920841" y="0"/>
                </a:cubicBezTo>
                <a:cubicBezTo>
                  <a:pt x="3101443" y="26489"/>
                  <a:pt x="3543668" y="-26422"/>
                  <a:pt x="3705141" y="0"/>
                </a:cubicBezTo>
                <a:cubicBezTo>
                  <a:pt x="3866614" y="26422"/>
                  <a:pt x="4128121" y="-19045"/>
                  <a:pt x="4489441" y="0"/>
                </a:cubicBezTo>
                <a:cubicBezTo>
                  <a:pt x="4850761" y="19045"/>
                  <a:pt x="4791208" y="-11437"/>
                  <a:pt x="4949203" y="0"/>
                </a:cubicBezTo>
                <a:cubicBezTo>
                  <a:pt x="5107198" y="11437"/>
                  <a:pt x="5249715" y="-6583"/>
                  <a:pt x="5408966" y="0"/>
                </a:cubicBezTo>
                <a:cubicBezTo>
                  <a:pt x="5568217" y="6583"/>
                  <a:pt x="5586357" y="-11694"/>
                  <a:pt x="5760548" y="0"/>
                </a:cubicBezTo>
                <a:cubicBezTo>
                  <a:pt x="5934739" y="11694"/>
                  <a:pt x="6040728" y="-4772"/>
                  <a:pt x="6112131" y="0"/>
                </a:cubicBezTo>
                <a:cubicBezTo>
                  <a:pt x="6183534" y="4772"/>
                  <a:pt x="6575545" y="19932"/>
                  <a:pt x="7004610" y="0"/>
                </a:cubicBezTo>
                <a:cubicBezTo>
                  <a:pt x="7433675" y="-19932"/>
                  <a:pt x="7518042" y="10612"/>
                  <a:pt x="7680731" y="0"/>
                </a:cubicBezTo>
                <a:cubicBezTo>
                  <a:pt x="7843420" y="-10612"/>
                  <a:pt x="8330491" y="-2556"/>
                  <a:pt x="8573210" y="0"/>
                </a:cubicBezTo>
                <a:cubicBezTo>
                  <a:pt x="8815929" y="2556"/>
                  <a:pt x="9181363" y="-2800"/>
                  <a:pt x="9357510" y="0"/>
                </a:cubicBezTo>
                <a:cubicBezTo>
                  <a:pt x="9533657" y="2800"/>
                  <a:pt x="9795960" y="-27047"/>
                  <a:pt x="10141810" y="0"/>
                </a:cubicBezTo>
                <a:cubicBezTo>
                  <a:pt x="10487660" y="27047"/>
                  <a:pt x="10495260" y="15702"/>
                  <a:pt x="10817931" y="0"/>
                </a:cubicBezTo>
                <a:cubicBezTo>
                  <a:pt x="10823674" y="123790"/>
                  <a:pt x="10837164" y="297559"/>
                  <a:pt x="10817931" y="573460"/>
                </a:cubicBezTo>
                <a:cubicBezTo>
                  <a:pt x="10798698" y="849361"/>
                  <a:pt x="10795614" y="912971"/>
                  <a:pt x="10817931" y="1146919"/>
                </a:cubicBezTo>
                <a:cubicBezTo>
                  <a:pt x="10644219" y="1133497"/>
                  <a:pt x="10464454" y="1169007"/>
                  <a:pt x="10358169" y="1146919"/>
                </a:cubicBezTo>
                <a:cubicBezTo>
                  <a:pt x="10251884" y="1124831"/>
                  <a:pt x="9803731" y="1131280"/>
                  <a:pt x="9465690" y="1146919"/>
                </a:cubicBezTo>
                <a:cubicBezTo>
                  <a:pt x="9127649" y="1162558"/>
                  <a:pt x="8885245" y="1173501"/>
                  <a:pt x="8573210" y="1146919"/>
                </a:cubicBezTo>
                <a:cubicBezTo>
                  <a:pt x="8261175" y="1120337"/>
                  <a:pt x="8166181" y="1143098"/>
                  <a:pt x="8005269" y="1146919"/>
                </a:cubicBezTo>
                <a:cubicBezTo>
                  <a:pt x="7844357" y="1150740"/>
                  <a:pt x="7827669" y="1134362"/>
                  <a:pt x="7653686" y="1146919"/>
                </a:cubicBezTo>
                <a:cubicBezTo>
                  <a:pt x="7479703" y="1159476"/>
                  <a:pt x="6977944" y="1108236"/>
                  <a:pt x="6761207" y="1146919"/>
                </a:cubicBezTo>
                <a:cubicBezTo>
                  <a:pt x="6544470" y="1185602"/>
                  <a:pt x="6513216" y="1160900"/>
                  <a:pt x="6301445" y="1146919"/>
                </a:cubicBezTo>
                <a:cubicBezTo>
                  <a:pt x="6089674" y="1132938"/>
                  <a:pt x="5704488" y="1146437"/>
                  <a:pt x="5517145" y="1146919"/>
                </a:cubicBezTo>
                <a:cubicBezTo>
                  <a:pt x="5329802" y="1147401"/>
                  <a:pt x="4936439" y="1135797"/>
                  <a:pt x="4732845" y="1146919"/>
                </a:cubicBezTo>
                <a:cubicBezTo>
                  <a:pt x="4529251" y="1158041"/>
                  <a:pt x="4247497" y="1156386"/>
                  <a:pt x="3948545" y="1146919"/>
                </a:cubicBezTo>
                <a:cubicBezTo>
                  <a:pt x="3649593" y="1137452"/>
                  <a:pt x="3728083" y="1131541"/>
                  <a:pt x="3596962" y="1146919"/>
                </a:cubicBezTo>
                <a:cubicBezTo>
                  <a:pt x="3465841" y="1162297"/>
                  <a:pt x="3003382" y="1144920"/>
                  <a:pt x="2704483" y="1146919"/>
                </a:cubicBezTo>
                <a:cubicBezTo>
                  <a:pt x="2405584" y="1148918"/>
                  <a:pt x="2400855" y="1135702"/>
                  <a:pt x="2136541" y="1146919"/>
                </a:cubicBezTo>
                <a:cubicBezTo>
                  <a:pt x="1872227" y="1158136"/>
                  <a:pt x="1779880" y="1174302"/>
                  <a:pt x="1568600" y="1146919"/>
                </a:cubicBezTo>
                <a:cubicBezTo>
                  <a:pt x="1357320" y="1119536"/>
                  <a:pt x="969523" y="1137473"/>
                  <a:pt x="676121" y="1146919"/>
                </a:cubicBezTo>
                <a:cubicBezTo>
                  <a:pt x="382719" y="1156365"/>
                  <a:pt x="303217" y="1115137"/>
                  <a:pt x="0" y="1146919"/>
                </a:cubicBezTo>
                <a:cubicBezTo>
                  <a:pt x="-10927" y="867257"/>
                  <a:pt x="2242" y="708902"/>
                  <a:pt x="0" y="550521"/>
                </a:cubicBezTo>
                <a:cubicBezTo>
                  <a:pt x="-2242" y="392140"/>
                  <a:pt x="-11138" y="15337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</a:t>
            </a:r>
            <a:r>
              <a:rPr lang="en-US" sz="4000" b="1" dirty="0">
                <a:solidFill>
                  <a:schemeClr val="tx1"/>
                </a:solidFill>
              </a:rPr>
              <a:t>Sequence</a:t>
            </a:r>
            <a:r>
              <a:rPr lang="en-US" sz="4000" b="1" dirty="0">
                <a:solidFill>
                  <a:schemeClr val="tx1"/>
                </a:solidFill>
                <a:latin typeface="Gagalin"/>
              </a:rPr>
              <a:t> </a:t>
            </a:r>
            <a:r>
              <a:rPr lang="en-US" sz="4000" dirty="0">
                <a:solidFill>
                  <a:schemeClr val="tx1"/>
                </a:solidFill>
              </a:rPr>
              <a:t>diagram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4436227" y="3906358"/>
            <a:ext cx="166764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AutoShape 6"/>
          <p:cNvSpPr/>
          <p:nvPr/>
        </p:nvSpPr>
        <p:spPr>
          <a:xfrm flipH="1">
            <a:off x="4557519" y="4764706"/>
            <a:ext cx="1350622" cy="14722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</p:sp>
      <p:sp>
        <p:nvSpPr>
          <p:cNvPr id="11" name="TextBox 13"/>
          <p:cNvSpPr txBox="1"/>
          <p:nvPr/>
        </p:nvSpPr>
        <p:spPr>
          <a:xfrm>
            <a:off x="1127095" y="2551525"/>
            <a:ext cx="2674224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solidFill>
                  <a:srgbClr val="44161C"/>
                </a:solidFill>
                <a:latin typeface="Aileron Bold"/>
              </a:rPr>
              <a:t>        </a:t>
            </a:r>
            <a:r>
              <a:rPr lang="en-US" sz="2200" dirty="0">
                <a:latin typeface="Aileron Bold"/>
              </a:rPr>
              <a:t>Destruction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1127095" y="3545477"/>
            <a:ext cx="2674224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solidFill>
                  <a:srgbClr val="44161C"/>
                </a:solidFill>
                <a:latin typeface="Aileron Bold"/>
              </a:rPr>
              <a:t>        </a:t>
            </a:r>
            <a:r>
              <a:rPr lang="en-US" sz="2200" dirty="0">
                <a:latin typeface="Aileron Bold"/>
              </a:rPr>
              <a:t>Message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3" name="TextBox 15"/>
          <p:cNvSpPr txBox="1"/>
          <p:nvPr/>
        </p:nvSpPr>
        <p:spPr>
          <a:xfrm>
            <a:off x="1031473" y="4489623"/>
            <a:ext cx="2865468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        Message(Return)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4" name="TextBox 16"/>
          <p:cNvSpPr txBox="1"/>
          <p:nvPr/>
        </p:nvSpPr>
        <p:spPr>
          <a:xfrm>
            <a:off x="1222717" y="5573919"/>
            <a:ext cx="2674224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      Activation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5" name="Freeform 17"/>
          <p:cNvSpPr/>
          <p:nvPr/>
        </p:nvSpPr>
        <p:spPr>
          <a:xfrm>
            <a:off x="5127709" y="2991210"/>
            <a:ext cx="427473" cy="418924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22"/>
          <p:cNvSpPr txBox="1"/>
          <p:nvPr/>
        </p:nvSpPr>
        <p:spPr>
          <a:xfrm>
            <a:off x="7701365" y="2702776"/>
            <a:ext cx="2674224" cy="85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Actor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7" name="TextBox 23"/>
          <p:cNvSpPr txBox="1"/>
          <p:nvPr/>
        </p:nvSpPr>
        <p:spPr>
          <a:xfrm>
            <a:off x="7695717" y="3793220"/>
            <a:ext cx="2674224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Entity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8" name="TextBox 24"/>
          <p:cNvSpPr txBox="1"/>
          <p:nvPr/>
        </p:nvSpPr>
        <p:spPr>
          <a:xfrm>
            <a:off x="7599813" y="4710208"/>
            <a:ext cx="2477666" cy="859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Boundary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19" name="TextBox 25"/>
          <p:cNvSpPr txBox="1"/>
          <p:nvPr/>
        </p:nvSpPr>
        <p:spPr>
          <a:xfrm>
            <a:off x="7695717" y="5820698"/>
            <a:ext cx="2477665" cy="859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200" dirty="0">
                <a:latin typeface="Aileron Bold"/>
              </a:rPr>
              <a:t>Control</a:t>
            </a:r>
          </a:p>
          <a:p>
            <a:pPr>
              <a:lnSpc>
                <a:spcPts val="3545"/>
              </a:lnSpc>
            </a:pPr>
            <a:endParaRPr lang="en-US" sz="2200" dirty="0">
              <a:solidFill>
                <a:srgbClr val="44161C"/>
              </a:solidFill>
              <a:latin typeface="Aileron Bold"/>
            </a:endParaRPr>
          </a:p>
        </p:txBody>
      </p:sp>
      <p:sp>
        <p:nvSpPr>
          <p:cNvPr id="20" name="AutoShape 37"/>
          <p:cNvSpPr/>
          <p:nvPr/>
        </p:nvSpPr>
        <p:spPr>
          <a:xfrm flipH="1">
            <a:off x="9816733" y="4315576"/>
            <a:ext cx="7692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39"/>
          <p:cNvSpPr/>
          <p:nvPr/>
        </p:nvSpPr>
        <p:spPr>
          <a:xfrm flipH="1" flipV="1">
            <a:off x="9609824" y="4968547"/>
            <a:ext cx="204976" cy="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40"/>
          <p:cNvSpPr/>
          <p:nvPr/>
        </p:nvSpPr>
        <p:spPr>
          <a:xfrm flipV="1">
            <a:off x="9602650" y="4739401"/>
            <a:ext cx="6832" cy="451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Oval 22"/>
          <p:cNvSpPr/>
          <p:nvPr/>
        </p:nvSpPr>
        <p:spPr>
          <a:xfrm>
            <a:off x="9772240" y="3756006"/>
            <a:ext cx="858206" cy="540665"/>
          </a:xfrm>
          <a:prstGeom prst="ellipse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200"/>
          </a:p>
        </p:txBody>
      </p:sp>
      <p:sp>
        <p:nvSpPr>
          <p:cNvPr id="24" name="Oval 23"/>
          <p:cNvSpPr/>
          <p:nvPr/>
        </p:nvSpPr>
        <p:spPr>
          <a:xfrm>
            <a:off x="9815485" y="4691302"/>
            <a:ext cx="948211" cy="566278"/>
          </a:xfrm>
          <a:prstGeom prst="ellipse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200" dirty="0"/>
          </a:p>
        </p:txBody>
      </p:sp>
      <p:sp>
        <p:nvSpPr>
          <p:cNvPr id="25" name="Rectangle 24"/>
          <p:cNvSpPr/>
          <p:nvPr/>
        </p:nvSpPr>
        <p:spPr>
          <a:xfrm rot="5400000">
            <a:off x="4513489" y="5865430"/>
            <a:ext cx="1417731" cy="238179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200"/>
          </a:p>
        </p:txBody>
      </p:sp>
      <p:sp>
        <p:nvSpPr>
          <p:cNvPr id="26" name="Rectangle 25"/>
          <p:cNvSpPr/>
          <p:nvPr/>
        </p:nvSpPr>
        <p:spPr>
          <a:xfrm>
            <a:off x="4540108" y="2527828"/>
            <a:ext cx="1595626" cy="362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200"/>
          </a:p>
        </p:txBody>
      </p:sp>
      <p:sp>
        <p:nvSpPr>
          <p:cNvPr id="27" name="AutoShape 4"/>
          <p:cNvSpPr/>
          <p:nvPr/>
        </p:nvSpPr>
        <p:spPr>
          <a:xfrm flipV="1">
            <a:off x="5341445" y="2395004"/>
            <a:ext cx="0" cy="666041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8" name="Oval 27"/>
          <p:cNvSpPr/>
          <p:nvPr/>
        </p:nvSpPr>
        <p:spPr>
          <a:xfrm>
            <a:off x="9803456" y="5652753"/>
            <a:ext cx="881538" cy="621791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>
            <a:endCxn id="28" idx="0"/>
          </p:cNvCxnSpPr>
          <p:nvPr/>
        </p:nvCxnSpPr>
        <p:spPr>
          <a:xfrm flipH="1" flipV="1">
            <a:off x="10244225" y="5652753"/>
            <a:ext cx="233563" cy="13140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28" idx="0"/>
          </p:cNvCxnSpPr>
          <p:nvPr/>
        </p:nvCxnSpPr>
        <p:spPr>
          <a:xfrm flipH="1">
            <a:off x="10244225" y="5560979"/>
            <a:ext cx="240870" cy="917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925776" y="2186383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0159961" y="2603532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9847091" y="2812456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9893700" y="3041841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10160850" y="3041841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51403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52098" y="2459201"/>
            <a:ext cx="2851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Admin / Staff  / Parent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90106" y="2434403"/>
            <a:ext cx="1621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Login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1751" y="2447837"/>
            <a:ext cx="3234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Admin / Staff  / Parent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9911" y="3454686"/>
            <a:ext cx="1416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Login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50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login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03110" y="4983838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login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437901" y="5349035"/>
            <a:ext cx="1659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login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59398" y="2456965"/>
            <a:ext cx="112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Login Form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625304" y="475012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Check user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1461701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solidFill>
                  <a:schemeClr val="bg1"/>
                </a:solidFill>
                <a:cs typeface="Arial" panose="020B0604020202020204" pitchFamily="34" charset="0"/>
              </a:rPr>
              <a:t>LOGIN</a:t>
            </a:r>
            <a:r>
              <a:rPr lang="en-US" dirty="0">
                <a:solidFill>
                  <a:schemeClr val="bg1"/>
                </a:solidFill>
                <a:latin typeface="Bahnschrift Light SemiCondensed" panose="020B0502040204020203" pitchFamily="34" charset="0"/>
                <a:cs typeface="Arial" panose="020B0604020202020204" pitchFamily="34" charset="0"/>
              </a:rPr>
              <a:t> :-</a:t>
            </a:r>
            <a:endParaRPr lang="en-IN" dirty="0">
              <a:solidFill>
                <a:schemeClr val="bg1"/>
              </a:solidFill>
              <a:latin typeface="Bahnschrift Light SemiCondensed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51403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9698" y="2507576"/>
            <a:ext cx="28515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Admin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5006" y="2479667"/>
            <a:ext cx="16755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Manage Controller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03960" y="2479766"/>
            <a:ext cx="27012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184352" y="3443963"/>
            <a:ext cx="1662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 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50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03110" y="4983838"/>
            <a:ext cx="1624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437901" y="5349035"/>
            <a:ext cx="1659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964635" y="2484695"/>
            <a:ext cx="20925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Staff 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829005" y="473510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851531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cs typeface="Arial" panose="020B0604020202020204" pitchFamily="34" charset="0"/>
              </a:rPr>
              <a:t>MANAGE STAFF:-</a:t>
            </a:r>
            <a:endParaRPr lang="en-IN" spc="300" dirty="0"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51403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55379" y="2488177"/>
            <a:ext cx="2851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Staff / Parent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2722" y="2453956"/>
            <a:ext cx="2287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Manage Profile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624608" y="2447606"/>
            <a:ext cx="2701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Staff / Parent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53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details()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93750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503110" y="4983838"/>
            <a:ext cx="1585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437901" y="5349035"/>
            <a:ext cx="1659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5991" y="2473961"/>
            <a:ext cx="1832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Form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939047" y="4734391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217762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PROFILE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:-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5F763D-822A-A30A-C4FA-FA43B7C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79EAA81-9F74-9143-B994-76F1CB75E998}"/>
              </a:ext>
            </a:extLst>
          </p:cNvPr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76BD7D-4908-A676-6AA9-F683567C0ACE}"/>
              </a:ext>
            </a:extLst>
          </p:cNvPr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25E772-5D31-8D25-8344-5F4073371F47}"/>
              </a:ext>
            </a:extLst>
          </p:cNvPr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F8187B-FA98-9947-C9D1-3D1D315B6263}"/>
              </a:ext>
            </a:extLst>
          </p:cNvPr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71A0A42-85B8-4C2E-183D-C86BB85B712F}"/>
              </a:ext>
            </a:extLst>
          </p:cNvPr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BAB951-196E-3D7F-E750-0FD03AAB3739}"/>
              </a:ext>
            </a:extLst>
          </p:cNvPr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25BBE-6B28-7E6A-3D35-55BA959B9E29}"/>
              </a:ext>
            </a:extLst>
          </p:cNvPr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EC6566B-592F-3898-84CE-1809A8808184}"/>
              </a:ext>
            </a:extLst>
          </p:cNvPr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34B916-6C82-CBD0-DF13-4A855851A922}"/>
              </a:ext>
            </a:extLst>
          </p:cNvPr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42FF19-97DD-328B-A5CE-FBEB8C9FA5A2}"/>
              </a:ext>
            </a:extLst>
          </p:cNvPr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B7DDF39-CA65-A066-A553-9EDB7B55AF3E}"/>
              </a:ext>
            </a:extLst>
          </p:cNvPr>
          <p:cNvSpPr/>
          <p:nvPr/>
        </p:nvSpPr>
        <p:spPr>
          <a:xfrm>
            <a:off x="8751403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4E606BB-423B-D480-397C-77ED7492D2FE}"/>
              </a:ext>
            </a:extLst>
          </p:cNvPr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FF7C9B1-D47A-89C0-4383-FBBA9291E924}"/>
              </a:ext>
            </a:extLst>
          </p:cNvPr>
          <p:cNvSpPr txBox="1"/>
          <p:nvPr/>
        </p:nvSpPr>
        <p:spPr>
          <a:xfrm>
            <a:off x="549698" y="2507576"/>
            <a:ext cx="28515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Staff 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840049-BF5F-9D23-0CE5-1E4CE779DB21}"/>
              </a:ext>
            </a:extLst>
          </p:cNvPr>
          <p:cNvSpPr txBox="1"/>
          <p:nvPr/>
        </p:nvSpPr>
        <p:spPr>
          <a:xfrm>
            <a:off x="5905006" y="2479667"/>
            <a:ext cx="167554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Manage Controller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49A800-2A97-EFCA-75D2-8C387ECCE584}"/>
              </a:ext>
            </a:extLst>
          </p:cNvPr>
          <p:cNvSpPr txBox="1"/>
          <p:nvPr/>
        </p:nvSpPr>
        <p:spPr>
          <a:xfrm>
            <a:off x="9100568" y="2471761"/>
            <a:ext cx="27012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0302E0-A105-C2C4-D877-9C767D47AF7E}"/>
              </a:ext>
            </a:extLst>
          </p:cNvPr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97AA3F-FB1C-418C-9528-257443D6B44E}"/>
              </a:ext>
            </a:extLst>
          </p:cNvPr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59CB88-089A-F905-5B4F-B692F54D0F56}"/>
              </a:ext>
            </a:extLst>
          </p:cNvPr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D07E61-9E85-BF32-6808-E355D367E374}"/>
              </a:ext>
            </a:extLst>
          </p:cNvPr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3A9F08-9C06-3AAD-31F9-C7A80BE75BAF}"/>
              </a:ext>
            </a:extLst>
          </p:cNvPr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03AF26C-D441-1228-DC25-D6516403431A}"/>
              </a:ext>
            </a:extLst>
          </p:cNvPr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E143B6A-7A43-A386-F588-5B4FA7A643AB}"/>
              </a:ext>
            </a:extLst>
          </p:cNvPr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6043F42-2222-F6B3-1C6C-0387B3FED243}"/>
              </a:ext>
            </a:extLst>
          </p:cNvPr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6296008-3648-9F41-1145-E86833073FFA}"/>
              </a:ext>
            </a:extLst>
          </p:cNvPr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68BC111-40E2-E0A2-E93A-DE15DA032BDF}"/>
              </a:ext>
            </a:extLst>
          </p:cNvPr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A71036CE-BD11-2FAA-C492-802172D828A0}"/>
              </a:ext>
            </a:extLst>
          </p:cNvPr>
          <p:cNvSpPr txBox="1"/>
          <p:nvPr/>
        </p:nvSpPr>
        <p:spPr>
          <a:xfrm>
            <a:off x="2184352" y="3443963"/>
            <a:ext cx="1662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 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76D1F08-6498-4D18-6DE8-C5502D46E904}"/>
              </a:ext>
            </a:extLst>
          </p:cNvPr>
          <p:cNvSpPr txBox="1"/>
          <p:nvPr/>
        </p:nvSpPr>
        <p:spPr>
          <a:xfrm>
            <a:off x="4593750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AA3B0F1-178F-1C9C-2645-9C3E3C8B4521}"/>
              </a:ext>
            </a:extLst>
          </p:cNvPr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6ABCDB6-8532-25CA-4B14-1E669BD30FE6}"/>
              </a:ext>
            </a:extLst>
          </p:cNvPr>
          <p:cNvSpPr txBox="1"/>
          <p:nvPr/>
        </p:nvSpPr>
        <p:spPr>
          <a:xfrm>
            <a:off x="2503110" y="4983838"/>
            <a:ext cx="1624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C71BFBB-552F-B432-000B-58E9D6FADDD0}"/>
              </a:ext>
            </a:extLst>
          </p:cNvPr>
          <p:cNvSpPr txBox="1"/>
          <p:nvPr/>
        </p:nvSpPr>
        <p:spPr>
          <a:xfrm>
            <a:off x="2437901" y="5349035"/>
            <a:ext cx="1659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CC1103A-738B-EE69-8628-0B97C2D9FDB9}"/>
              </a:ext>
            </a:extLst>
          </p:cNvPr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2A92069-2555-CAEA-83D0-AED6C6940FBD}"/>
              </a:ext>
            </a:extLst>
          </p:cNvPr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E93D2F-FA27-4176-6D98-D1862E47EFCF}"/>
              </a:ext>
            </a:extLst>
          </p:cNvPr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AAF21907-B7B1-4708-98F4-21DC6A54E8D6}"/>
                </a:ext>
              </a:extLst>
            </p:cNvPr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265605A-B738-41B7-D597-E008393A8971}"/>
                </a:ext>
              </a:extLst>
            </p:cNvPr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66" name="Freeform 17">
            <a:extLst>
              <a:ext uri="{FF2B5EF4-FFF2-40B4-BE49-F238E27FC236}">
                <a16:creationId xmlns:a16="http://schemas.microsoft.com/office/drawing/2014/main" id="{EDC4AD84-E4C7-A008-7E9D-D0D807184957}"/>
              </a:ext>
            </a:extLst>
          </p:cNvPr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>
            <a:extLst>
              <a:ext uri="{FF2B5EF4-FFF2-40B4-BE49-F238E27FC236}">
                <a16:creationId xmlns:a16="http://schemas.microsoft.com/office/drawing/2014/main" id="{62A8EE16-BDB4-FC6D-7A96-7CCF82B1D0F8}"/>
              </a:ext>
            </a:extLst>
          </p:cNvPr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>
            <a:extLst>
              <a:ext uri="{FF2B5EF4-FFF2-40B4-BE49-F238E27FC236}">
                <a16:creationId xmlns:a16="http://schemas.microsoft.com/office/drawing/2014/main" id="{53255D89-24B4-6CAF-0EA4-ECDCC450A743}"/>
              </a:ext>
            </a:extLst>
          </p:cNvPr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4B4CB-7AF0-B71D-FE77-0744A6D43CC5}"/>
              </a:ext>
            </a:extLst>
          </p:cNvPr>
          <p:cNvSpPr txBox="1"/>
          <p:nvPr/>
        </p:nvSpPr>
        <p:spPr>
          <a:xfrm>
            <a:off x="7829005" y="473510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DB65-F0E9-400E-2E6D-0E3F74BFE8E9}"/>
              </a:ext>
            </a:extLst>
          </p:cNvPr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2FA6DEF-F16F-88F1-0DE5-8A9121640488}"/>
              </a:ext>
            </a:extLst>
          </p:cNvPr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>
            <a:extLst>
              <a:ext uri="{FF2B5EF4-FFF2-40B4-BE49-F238E27FC236}">
                <a16:creationId xmlns:a16="http://schemas.microsoft.com/office/drawing/2014/main" id="{F9DE903D-EC2E-9966-FCEB-0B0862E253D9}"/>
              </a:ext>
            </a:extLst>
          </p:cNvPr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2037175-ABB2-6A6D-A5A0-635ACEEB44CE}"/>
              </a:ext>
            </a:extLst>
          </p:cNvPr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>
            <a:extLst>
              <a:ext uri="{FF2B5EF4-FFF2-40B4-BE49-F238E27FC236}">
                <a16:creationId xmlns:a16="http://schemas.microsoft.com/office/drawing/2014/main" id="{4C135BEE-809C-96AC-19A5-12FADDF932C4}"/>
              </a:ext>
            </a:extLst>
          </p:cNvPr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46C509C0-7667-680C-4C76-A6B7D1E5A793}"/>
              </a:ext>
            </a:extLst>
          </p:cNvPr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7F04610-D391-869B-AB63-6F80BEEC1101}"/>
              </a:ext>
            </a:extLst>
          </p:cNvPr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592E5EE-EF14-DC5C-B9F6-8343D2D9D6F2}"/>
              </a:ext>
            </a:extLst>
          </p:cNvPr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8C42070-D26A-E047-7B9D-80AE396F7013}"/>
              </a:ext>
            </a:extLst>
          </p:cNvPr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D6C0D4B-7AC3-1AB5-DE84-4D22BBF3E61F}"/>
              </a:ext>
            </a:extLst>
          </p:cNvPr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C1A5A40-638E-7386-CE78-C18DC52C668F}"/>
              </a:ext>
            </a:extLst>
          </p:cNvPr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C759929-E897-41DF-4512-F06B36C255BC}"/>
              </a:ext>
            </a:extLst>
          </p:cNvPr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E9F202F-9761-FBC7-16DD-DF4A6D8C4E36}"/>
              </a:ext>
            </a:extLst>
          </p:cNvPr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4890D2-A071-A41A-18DF-8ECED0D19FC0}"/>
              </a:ext>
            </a:extLst>
          </p:cNvPr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C00918F-0926-84F5-5437-F5E0E82BAE47}"/>
              </a:ext>
            </a:extLst>
          </p:cNvPr>
          <p:cNvSpPr/>
          <p:nvPr/>
        </p:nvSpPr>
        <p:spPr>
          <a:xfrm>
            <a:off x="0" y="180000"/>
            <a:ext cx="3067665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cs typeface="Arial" panose="020B0604020202020204" pitchFamily="34" charset="0"/>
              </a:rPr>
              <a:t>MANAGE PARENTS :-</a:t>
            </a:r>
            <a:endParaRPr lang="en-IN" spc="300" dirty="0"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AA3A4-1DB6-4A51-08E9-5861ED6B7A9F}"/>
              </a:ext>
            </a:extLst>
          </p:cNvPr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FB50780-C7CD-D95F-95F8-CBEFCB8E85E7}"/>
              </a:ext>
            </a:extLst>
          </p:cNvPr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Parent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833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E8DD47-47D0-15F1-3EAE-CD13927E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4CCDADA-7146-B1DC-A2A4-E4067054A99A}"/>
              </a:ext>
            </a:extLst>
          </p:cNvPr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0AF2AD-7A78-21BF-2C07-C405C62295B5}"/>
              </a:ext>
            </a:extLst>
          </p:cNvPr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B8584-9238-2C1D-B4E0-4AEC9ABBA86D}"/>
              </a:ext>
            </a:extLst>
          </p:cNvPr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50BFA6-248D-5551-ED65-7EF456E9CDF1}"/>
              </a:ext>
            </a:extLst>
          </p:cNvPr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08D2185-C684-AC84-BF33-DE1C927010EF}"/>
              </a:ext>
            </a:extLst>
          </p:cNvPr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1C5EF8-7471-CE26-FEA8-ACB4BDC41025}"/>
              </a:ext>
            </a:extLst>
          </p:cNvPr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EC852B-066E-EEB8-7424-D5CC23E39C5B}"/>
              </a:ext>
            </a:extLst>
          </p:cNvPr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46C26E6-CAC2-57BC-7AC0-5FF2B8F0E7D7}"/>
              </a:ext>
            </a:extLst>
          </p:cNvPr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818549-A8A3-EEC1-F9AA-061C41B4FCCF}"/>
              </a:ext>
            </a:extLst>
          </p:cNvPr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584951-3966-A793-0A4E-B2D34442013C}"/>
              </a:ext>
            </a:extLst>
          </p:cNvPr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8FFF01A5-5EA0-EB3B-6A63-E436D8381FC5}"/>
              </a:ext>
            </a:extLst>
          </p:cNvPr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36D5063-E697-C452-1984-36668F41959A}"/>
              </a:ext>
            </a:extLst>
          </p:cNvPr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41E9866-DD9E-E7B5-4AE2-2882DA03218D}"/>
              </a:ext>
            </a:extLst>
          </p:cNvPr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7BA6C7-C9AC-5346-569D-8D04C5E98E53}"/>
              </a:ext>
            </a:extLst>
          </p:cNvPr>
          <p:cNvSpPr txBox="1"/>
          <p:nvPr/>
        </p:nvSpPr>
        <p:spPr>
          <a:xfrm>
            <a:off x="5865791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View Parent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5D3759-2306-D0CB-4B89-F143A609814A}"/>
              </a:ext>
            </a:extLst>
          </p:cNvPr>
          <p:cNvSpPr txBox="1"/>
          <p:nvPr/>
        </p:nvSpPr>
        <p:spPr>
          <a:xfrm>
            <a:off x="8980651" y="2491636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3578F9-6F4E-2CD7-2700-620AAEE6F23C}"/>
              </a:ext>
            </a:extLst>
          </p:cNvPr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10C1D3-4726-0F50-AE0E-B211E8DD6783}"/>
              </a:ext>
            </a:extLst>
          </p:cNvPr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B5808C-FC6B-CC03-476F-A78E9BB63846}"/>
              </a:ext>
            </a:extLst>
          </p:cNvPr>
          <p:cNvSpPr/>
          <p:nvPr/>
        </p:nvSpPr>
        <p:spPr>
          <a:xfrm>
            <a:off x="6595370" y="3510460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B7E29E-BDAC-78B7-E578-B8D234C78B27}"/>
              </a:ext>
            </a:extLst>
          </p:cNvPr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B6BA69-2596-F270-1BF3-018F9885B61D}"/>
              </a:ext>
            </a:extLst>
          </p:cNvPr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823AB35-BB74-195C-7AA1-71B3D8B68BB3}"/>
              </a:ext>
            </a:extLst>
          </p:cNvPr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E1B661-4351-AD2C-39E2-D0186CC616E8}"/>
              </a:ext>
            </a:extLst>
          </p:cNvPr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3305BCA-20FD-410E-8F80-810C7AAF75F8}"/>
              </a:ext>
            </a:extLst>
          </p:cNvPr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A73F337-443D-E4E8-7D34-6299F3F4F2F3}"/>
              </a:ext>
            </a:extLst>
          </p:cNvPr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D2B47CC-0E9E-2FF8-FD26-BC2411E4FE22}"/>
              </a:ext>
            </a:extLst>
          </p:cNvPr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C604235A-DCFE-AA2F-6832-91785072945B}"/>
              </a:ext>
            </a:extLst>
          </p:cNvPr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Parent()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611F0AB-8EB9-AD3F-1B89-E4B6D9216942}"/>
              </a:ext>
            </a:extLst>
          </p:cNvPr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Parent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65BB092-746E-562B-644B-AAAD991DFE95}"/>
              </a:ext>
            </a:extLst>
          </p:cNvPr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A8815B8-62E2-4B29-4E47-EF1B68F55D93}"/>
              </a:ext>
            </a:extLst>
          </p:cNvPr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00B0BB0-6638-18F1-5EE5-25DA2B48A789}"/>
              </a:ext>
            </a:extLst>
          </p:cNvPr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E8A388E-5AE5-7773-C63A-241C9D1C3823}"/>
              </a:ext>
            </a:extLst>
          </p:cNvPr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D42D3DF-9683-DE1C-7F65-51D0033629A0}"/>
              </a:ext>
            </a:extLst>
          </p:cNvPr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588F525-5FDD-49B2-BDC7-542593A6D632}"/>
              </a:ext>
            </a:extLst>
          </p:cNvPr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38C496BF-D3BA-9689-D67B-7F928AB9C919}"/>
                </a:ext>
              </a:extLst>
            </p:cNvPr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1571259-6042-D465-73D1-5C2B38C6A3D4}"/>
                </a:ext>
              </a:extLst>
            </p:cNvPr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A0D8B31-455E-BD12-56A1-3066466EAFAC}"/>
              </a:ext>
            </a:extLst>
          </p:cNvPr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Parent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>
            <a:extLst>
              <a:ext uri="{FF2B5EF4-FFF2-40B4-BE49-F238E27FC236}">
                <a16:creationId xmlns:a16="http://schemas.microsoft.com/office/drawing/2014/main" id="{5392993E-C9F0-DE86-412A-738F9955AAFA}"/>
              </a:ext>
            </a:extLst>
          </p:cNvPr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>
            <a:extLst>
              <a:ext uri="{FF2B5EF4-FFF2-40B4-BE49-F238E27FC236}">
                <a16:creationId xmlns:a16="http://schemas.microsoft.com/office/drawing/2014/main" id="{A0A19A13-470B-4321-C5B6-089BB3B3410D}"/>
              </a:ext>
            </a:extLst>
          </p:cNvPr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>
            <a:extLst>
              <a:ext uri="{FF2B5EF4-FFF2-40B4-BE49-F238E27FC236}">
                <a16:creationId xmlns:a16="http://schemas.microsoft.com/office/drawing/2014/main" id="{76151B1B-2DE7-A58D-CFE8-F8EAAD42EA45}"/>
              </a:ext>
            </a:extLst>
          </p:cNvPr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C2213-0F61-92B1-9C34-57446EF3861C}"/>
              </a:ext>
            </a:extLst>
          </p:cNvPr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75C9E-5CBE-E085-85F8-57A377E888D3}"/>
              </a:ext>
            </a:extLst>
          </p:cNvPr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C288B13-F0BA-E667-E0CC-BC7E1F802747}"/>
              </a:ext>
            </a:extLst>
          </p:cNvPr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>
            <a:extLst>
              <a:ext uri="{FF2B5EF4-FFF2-40B4-BE49-F238E27FC236}">
                <a16:creationId xmlns:a16="http://schemas.microsoft.com/office/drawing/2014/main" id="{2661367B-641B-353E-0EA8-E6A848F6A6DB}"/>
              </a:ext>
            </a:extLst>
          </p:cNvPr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8CA7B7F-F94A-64F3-35B5-6055B53CFD19}"/>
              </a:ext>
            </a:extLst>
          </p:cNvPr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>
            <a:extLst>
              <a:ext uri="{FF2B5EF4-FFF2-40B4-BE49-F238E27FC236}">
                <a16:creationId xmlns:a16="http://schemas.microsoft.com/office/drawing/2014/main" id="{A2211D38-562D-D200-CD90-A4568431369E}"/>
              </a:ext>
            </a:extLst>
          </p:cNvPr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B4805B9A-8353-8D66-F8F9-A87CE64A0792}"/>
              </a:ext>
            </a:extLst>
          </p:cNvPr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E03EBDC-59E7-0872-AC5E-B74CFB38B323}"/>
              </a:ext>
            </a:extLst>
          </p:cNvPr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B292862-E5D8-E482-6050-D29BDA554BA2}"/>
              </a:ext>
            </a:extLst>
          </p:cNvPr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C2A9A4A-B607-0951-B2F6-F3D180CBDF38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6700700" y="2745164"/>
            <a:ext cx="19050" cy="765296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1D321AF-60A1-AE7A-B778-AB4579D91FCC}"/>
              </a:ext>
            </a:extLst>
          </p:cNvPr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71E139D-ADE3-B559-118E-88DC9EA754DF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6700700" y="4485858"/>
            <a:ext cx="19050" cy="31821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029A4AE-50A2-879D-09AC-173D9FE78745}"/>
              </a:ext>
            </a:extLst>
          </p:cNvPr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877F50E-7B3D-E291-C2BE-BB737F7D5D2E}"/>
              </a:ext>
            </a:extLst>
          </p:cNvPr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9F30863-FA2C-E077-773F-4438B4EE11BF}"/>
              </a:ext>
            </a:extLst>
          </p:cNvPr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C6A5C52F-AD39-9E6C-FA09-DB98278BE69E}"/>
              </a:ext>
            </a:extLst>
          </p:cNvPr>
          <p:cNvSpPr/>
          <p:nvPr/>
        </p:nvSpPr>
        <p:spPr>
          <a:xfrm>
            <a:off x="-1" y="180000"/>
            <a:ext cx="3038400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VIEW PARENTS :-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6316A0-B7F6-E806-C30D-D9C2705F6EDF}"/>
              </a:ext>
            </a:extLst>
          </p:cNvPr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709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Admin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605" y="247299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Fees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93440" y="247460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727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Get Payment details() 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Get payment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06832" y="4974128"/>
            <a:ext cx="2383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payment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108967" y="5363612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payment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56999" y="2448873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Fees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-1" y="180000"/>
            <a:ext cx="2742109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300" dirty="0">
                <a:latin typeface="Arial" panose="020B0604020202020204" pitchFamily="34" charset="0"/>
                <a:cs typeface="Arial" panose="020B0604020202020204" pitchFamily="34" charset="0"/>
              </a:rPr>
              <a:t>MANAGE FEES</a:t>
            </a:r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605" y="247299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Fees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93440" y="247460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740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Set Payment details() 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Get payment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368556" y="4993302"/>
            <a:ext cx="2383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302396" y="5339766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56999" y="2448873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Fees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210482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300" dirty="0">
                <a:latin typeface="Arial" panose="020B0604020202020204" pitchFamily="34" charset="0"/>
                <a:cs typeface="Arial" panose="020B0604020202020204" pitchFamily="34" charset="0"/>
              </a:rPr>
              <a:t>PAY FEES</a:t>
            </a:r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Gallery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Gallery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Update gallery()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Gallery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Update details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Update details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Gallery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376203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MANAGE GALLERY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 / Visitor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Gallery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Gallery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10460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gallery()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Gallery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Gallery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cxnSpLocks/>
            <a:endCxn id="45" idx="0"/>
          </p:cNvCxnSpPr>
          <p:nvPr/>
        </p:nvCxnSpPr>
        <p:spPr>
          <a:xfrm flipH="1">
            <a:off x="6700700" y="2745164"/>
            <a:ext cx="19050" cy="765296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cxnSpLocks/>
            <a:stCxn id="45" idx="2"/>
          </p:cNvCxnSpPr>
          <p:nvPr/>
        </p:nvCxnSpPr>
        <p:spPr>
          <a:xfrm>
            <a:off x="6700700" y="4485858"/>
            <a:ext cx="19050" cy="31821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-1" y="180000"/>
            <a:ext cx="3038400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VIEW GALLERY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 / Visitor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FAQ’s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93440" y="247460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FAQ’s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Ask FAQ’s()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FAQ’s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10482" y="4993637"/>
            <a:ext cx="2383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FAQ’s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210482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3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6181" y="2465393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FAQ’s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93440" y="247460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FAQ’s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Reply FAQ’s()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FAQ’s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10482" y="4993637"/>
            <a:ext cx="2383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Reply FAQ’s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Reply FAQ’s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66854" y="24574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FAQ’s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886075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MANAGE </a:t>
            </a:r>
            <a:r>
              <a:rPr lang="en-GB" spc="300" dirty="0">
                <a:latin typeface="Arial" panose="020B0604020202020204" pitchFamily="34" charset="0"/>
                <a:cs typeface="Arial" panose="020B0604020202020204" pitchFamily="34" charset="0"/>
              </a:rPr>
              <a:t>FAQ’s</a:t>
            </a:r>
            <a:r>
              <a:rPr lang="en-IN" spc="300" dirty="0">
                <a:latin typeface="Arial" panose="020B0604020202020204" pitchFamily="34" charset="0"/>
                <a:cs typeface="Arial" panose="020B0604020202020204" pitchFamily="34" charset="0"/>
              </a:rPr>
              <a:t> :-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14622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56337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77229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0168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44620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5612" y="245390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27769" y="2463720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588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Check attendance()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Attendance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Check attendance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82477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Check attendance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13543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Display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817208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MANAGE ATTENDANCE:-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0168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507169"/>
            <a:ext cx="15059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</a:p>
          <a:p>
            <a:pPr algn="ctr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75612" y="245390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27769" y="2463720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Attendance()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Attendance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attendance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attendance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13543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Display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527338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VIEW ATTENDANCE 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9B96D3-7E5C-11AE-4114-0A794D0F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784FF07-3D81-A019-B504-CD011AAC4C4C}"/>
              </a:ext>
            </a:extLst>
          </p:cNvPr>
          <p:cNvSpPr/>
          <p:nvPr/>
        </p:nvSpPr>
        <p:spPr>
          <a:xfrm>
            <a:off x="1782697" y="114622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94A04D-ED31-2B02-F252-2223104EA705}"/>
              </a:ext>
            </a:extLst>
          </p:cNvPr>
          <p:cNvCxnSpPr/>
          <p:nvPr/>
        </p:nvCxnSpPr>
        <p:spPr>
          <a:xfrm>
            <a:off x="2007050" y="156337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2BB60-DA49-718D-A22F-210B1EBF4216}"/>
              </a:ext>
            </a:extLst>
          </p:cNvPr>
          <p:cNvCxnSpPr/>
          <p:nvPr/>
        </p:nvCxnSpPr>
        <p:spPr>
          <a:xfrm>
            <a:off x="1694180" y="177229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0D186B-D6D8-D057-773C-62474799F9B9}"/>
              </a:ext>
            </a:extLst>
          </p:cNvPr>
          <p:cNvCxnSpPr/>
          <p:nvPr/>
        </p:nvCxnSpPr>
        <p:spPr>
          <a:xfrm flipH="1">
            <a:off x="1740789" y="200168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2B23510-F9B4-0DE7-5BB7-7BE31F3FFF93}"/>
              </a:ext>
            </a:extLst>
          </p:cNvPr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F8FEFF-8ADA-3CDD-10FB-480CBAFF3000}"/>
              </a:ext>
            </a:extLst>
          </p:cNvPr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85F454-3230-5D65-0A76-733F994500AA}"/>
              </a:ext>
            </a:extLst>
          </p:cNvPr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0031FF3-FB51-9C4A-B702-C88393E9BEC9}"/>
              </a:ext>
            </a:extLst>
          </p:cNvPr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A80B4F-7D6C-536E-A58F-7E1A19BE1B1D}"/>
              </a:ext>
            </a:extLst>
          </p:cNvPr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FC8689-740B-3359-1B4C-7AE30D6C9927}"/>
              </a:ext>
            </a:extLst>
          </p:cNvPr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89321F83-7D24-7A13-BA92-A309F237139A}"/>
              </a:ext>
            </a:extLst>
          </p:cNvPr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3CCDDE-E240-FE25-EE0E-477A213445D3}"/>
              </a:ext>
            </a:extLst>
          </p:cNvPr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20FBF8-9C5A-4E9C-6FC7-04827F6E6C4B}"/>
              </a:ext>
            </a:extLst>
          </p:cNvPr>
          <p:cNvSpPr txBox="1"/>
          <p:nvPr/>
        </p:nvSpPr>
        <p:spPr>
          <a:xfrm>
            <a:off x="1227408" y="244620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F41448-3FFB-050A-8EF2-F0B03321CD89}"/>
              </a:ext>
            </a:extLst>
          </p:cNvPr>
          <p:cNvSpPr txBox="1"/>
          <p:nvPr/>
        </p:nvSpPr>
        <p:spPr>
          <a:xfrm>
            <a:off x="5675612" y="245390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986138-32F1-AD3C-F065-523B13E56F2B}"/>
              </a:ext>
            </a:extLst>
          </p:cNvPr>
          <p:cNvSpPr txBox="1"/>
          <p:nvPr/>
        </p:nvSpPr>
        <p:spPr>
          <a:xfrm>
            <a:off x="8827769" y="2463720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6E2913-89F9-C08C-D00A-400D8CE84C75}"/>
              </a:ext>
            </a:extLst>
          </p:cNvPr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F92855-EA01-7F07-3C7D-4AE17A66AB28}"/>
              </a:ext>
            </a:extLst>
          </p:cNvPr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A3A647-D3BD-9C3E-1928-4F248B2C4721}"/>
              </a:ext>
            </a:extLst>
          </p:cNvPr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0D0005-E7C3-A53A-0215-8FAA2107A652}"/>
              </a:ext>
            </a:extLst>
          </p:cNvPr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1AE4FD-E7E8-36E3-8ECE-46B3167BA4A5}"/>
              </a:ext>
            </a:extLst>
          </p:cNvPr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F3E48B9-4094-4D7E-D806-267AEE86F30C}"/>
              </a:ext>
            </a:extLst>
          </p:cNvPr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08258D4-842E-B984-CD37-A6981768CE4E}"/>
              </a:ext>
            </a:extLst>
          </p:cNvPr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F36D73A-60BA-F260-A9FE-ADFDC5536342}"/>
              </a:ext>
            </a:extLst>
          </p:cNvPr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2DD7E52-B633-E979-364A-1142083B2A4A}"/>
              </a:ext>
            </a:extLst>
          </p:cNvPr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DCB2B42-7DAD-98DE-3F79-B220411DF117}"/>
              </a:ext>
            </a:extLst>
          </p:cNvPr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4756D6B-BECE-25B0-40C9-FC1340AC4C03}"/>
              </a:ext>
            </a:extLst>
          </p:cNvPr>
          <p:cNvSpPr txBox="1"/>
          <p:nvPr/>
        </p:nvSpPr>
        <p:spPr>
          <a:xfrm>
            <a:off x="2273815" y="3454686"/>
            <a:ext cx="1588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Check attendance()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650E299-B172-6675-8E2E-E3A529C4275A}"/>
              </a:ext>
            </a:extLst>
          </p:cNvPr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Attendance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44A801-68E6-EC86-B372-D05592DEC3EE}"/>
              </a:ext>
            </a:extLst>
          </p:cNvPr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0F3BF01-6C9E-7AE2-4E5F-24CD3634E1BE}"/>
              </a:ext>
            </a:extLst>
          </p:cNvPr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Check attendance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3D77929-0FD9-E22F-37A5-5090E37AF796}"/>
              </a:ext>
            </a:extLst>
          </p:cNvPr>
          <p:cNvSpPr txBox="1"/>
          <p:nvPr/>
        </p:nvSpPr>
        <p:spPr>
          <a:xfrm>
            <a:off x="2082477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Check attendance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AEB56F8-5D24-A08A-1ED8-6CAC14D49006}"/>
              </a:ext>
            </a:extLst>
          </p:cNvPr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FCE8952-2308-F8FD-F976-BE726588B53B}"/>
              </a:ext>
            </a:extLst>
          </p:cNvPr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2BF1A1-F587-8616-F932-75CB0ACA4C30}"/>
              </a:ext>
            </a:extLst>
          </p:cNvPr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61117650-C810-07B6-0B98-5916B48618A0}"/>
                </a:ext>
              </a:extLst>
            </p:cNvPr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8F3C9EA-FD2F-DDA4-BF89-1671496AFAA2}"/>
                </a:ext>
              </a:extLst>
            </p:cNvPr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B18C2B9-86A1-586D-8084-D4418A158D87}"/>
              </a:ext>
            </a:extLst>
          </p:cNvPr>
          <p:cNvSpPr txBox="1"/>
          <p:nvPr/>
        </p:nvSpPr>
        <p:spPr>
          <a:xfrm>
            <a:off x="3313543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Attendance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>
            <a:extLst>
              <a:ext uri="{FF2B5EF4-FFF2-40B4-BE49-F238E27FC236}">
                <a16:creationId xmlns:a16="http://schemas.microsoft.com/office/drawing/2014/main" id="{183DDF6F-9821-BF00-EE2B-AAA7115DA8BF}"/>
              </a:ext>
            </a:extLst>
          </p:cNvPr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>
            <a:extLst>
              <a:ext uri="{FF2B5EF4-FFF2-40B4-BE49-F238E27FC236}">
                <a16:creationId xmlns:a16="http://schemas.microsoft.com/office/drawing/2014/main" id="{4C4195C0-FD24-DA54-DC76-00F37B15BE92}"/>
              </a:ext>
            </a:extLst>
          </p:cNvPr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>
            <a:extLst>
              <a:ext uri="{FF2B5EF4-FFF2-40B4-BE49-F238E27FC236}">
                <a16:creationId xmlns:a16="http://schemas.microsoft.com/office/drawing/2014/main" id="{260B592A-EAEA-B499-AE32-409563946B49}"/>
              </a:ext>
            </a:extLst>
          </p:cNvPr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35C23-E6AD-A343-E59E-CA115DDE1C68}"/>
              </a:ext>
            </a:extLst>
          </p:cNvPr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Display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25590-78E1-FE0D-28E3-78DD0FD5B264}"/>
              </a:ext>
            </a:extLst>
          </p:cNvPr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454FE69-DAC4-E045-64C9-39F090CF51FA}"/>
              </a:ext>
            </a:extLst>
          </p:cNvPr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>
            <a:extLst>
              <a:ext uri="{FF2B5EF4-FFF2-40B4-BE49-F238E27FC236}">
                <a16:creationId xmlns:a16="http://schemas.microsoft.com/office/drawing/2014/main" id="{AB3A6E40-4F4B-9D3D-DFEB-E80B9505C261}"/>
              </a:ext>
            </a:extLst>
          </p:cNvPr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76F7C85-87DB-DF34-AA02-073A6E284574}"/>
              </a:ext>
            </a:extLst>
          </p:cNvPr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>
            <a:extLst>
              <a:ext uri="{FF2B5EF4-FFF2-40B4-BE49-F238E27FC236}">
                <a16:creationId xmlns:a16="http://schemas.microsoft.com/office/drawing/2014/main" id="{CEFD40E7-410B-3167-C636-5FACD8631D2C}"/>
              </a:ext>
            </a:extLst>
          </p:cNvPr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DC8B1850-6B70-0768-2346-89AD8DE3324E}"/>
              </a:ext>
            </a:extLst>
          </p:cNvPr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C6A01D1-99F8-7F1F-2203-45351AA865E8}"/>
              </a:ext>
            </a:extLst>
          </p:cNvPr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1D3DC32-A0D2-1417-D3F0-4674FE6C7783}"/>
              </a:ext>
            </a:extLst>
          </p:cNvPr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B93D867-1D60-7942-DB0E-8FFD6B152599}"/>
              </a:ext>
            </a:extLst>
          </p:cNvPr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B524F0-2387-5B99-6AB3-AA14CD0B1B66}"/>
              </a:ext>
            </a:extLst>
          </p:cNvPr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051062C-2B8A-5ADF-0ECA-0F784770B8A1}"/>
              </a:ext>
            </a:extLst>
          </p:cNvPr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F508A2-572E-BC18-582D-4A409A02E264}"/>
              </a:ext>
            </a:extLst>
          </p:cNvPr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ED6F216-847C-3C83-3A47-3FF5F4AAAFBB}"/>
              </a:ext>
            </a:extLst>
          </p:cNvPr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C0411D-92BB-6951-3849-5E4927B064B7}"/>
              </a:ext>
            </a:extLst>
          </p:cNvPr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3D4D47B6-88FB-414E-DEFD-0620E038B126}"/>
              </a:ext>
            </a:extLst>
          </p:cNvPr>
          <p:cNvSpPr/>
          <p:nvPr/>
        </p:nvSpPr>
        <p:spPr>
          <a:xfrm>
            <a:off x="0" y="180000"/>
            <a:ext cx="3817208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MANAGE ATTENDANCE:-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42DBE7-7F8A-3169-70D7-F04C9642C985}"/>
              </a:ext>
            </a:extLst>
          </p:cNvPr>
          <p:cNvCxnSpPr/>
          <p:nvPr/>
        </p:nvCxnSpPr>
        <p:spPr>
          <a:xfrm flipH="1" flipV="1">
            <a:off x="2009844" y="200168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9193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89308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Schedule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698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exam schedule()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Schedule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Schedule update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Schedule update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09494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Schedule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649980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POST EXAM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SCHEDULE </a:t>
            </a:r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89308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536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Schedule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Schedule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schedule()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Schedule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Schedule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Schedule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09494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Schedule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Display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649980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VIEW EXAM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SCHEDULE </a:t>
            </a:r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60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Material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Upload Material()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Material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Upload Material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Upload Material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09494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Material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219061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UPLOAD MATERIAL:-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16654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58369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79261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2200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47668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2605" y="2463816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Material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23015" y="2482427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Material()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Material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Material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Material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09494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Material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View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845837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VIEW MATERIAL:-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2200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98960" y="2507169"/>
            <a:ext cx="1633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pPr algn="ctr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7421" y="2471240"/>
            <a:ext cx="175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Result Controller  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37803" y="2458405"/>
            <a:ext cx="88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019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result()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82027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Add result()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307149" y="5001823"/>
            <a:ext cx="1856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result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238915" y="5371995"/>
            <a:ext cx="205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Post result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18958" y="2484053"/>
            <a:ext cx="1221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Result Page</a:t>
            </a: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625304" y="475012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2720051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cs typeface="Arial" panose="020B0604020202020204" pitchFamily="34" charset="0"/>
              </a:rPr>
              <a:t>POST RESULT:-</a:t>
            </a:r>
            <a:endParaRPr lang="en-IN" spc="300" dirty="0"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70080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      Parent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91142" y="2447965"/>
            <a:ext cx="1758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Result Controller  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01524" y="2435130"/>
            <a:ext cx="880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127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result()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50" y="3604972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Result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307149" y="5001823"/>
            <a:ext cx="1856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result 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238915" y="5371995"/>
            <a:ext cx="205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result unsuccessful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82679" y="2460778"/>
            <a:ext cx="1221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Result Page</a:t>
            </a: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625304" y="475012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Display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4589480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79999"/>
            <a:ext cx="2776220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pc="300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pc="300" dirty="0">
                <a:cs typeface="Arial" panose="020B0604020202020204" pitchFamily="34" charset="0"/>
              </a:rPr>
              <a:t> RESULT:-</a:t>
            </a:r>
            <a:endParaRPr lang="en-IN" spc="300" dirty="0"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8899" y="2451973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Parent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83426" y="2471761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Give leave report()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Give report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Give leave report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Give leave report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97400" y="2492422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Parent page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7625304" y="475012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527338" cy="32504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GIVE LEAVE REPORT:-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27408" y="2507169"/>
            <a:ext cx="15059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pPr algn="ctr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75612" y="2453904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Leave report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27769" y="2463720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Leave report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/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View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leave report()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Leave report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leave report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View leave report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/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313543" y="2437941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Leave report page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/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/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/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8017969" y="4726629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Add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/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/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/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/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/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/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/>
          <p:cNvSpPr/>
          <p:nvPr/>
        </p:nvSpPr>
        <p:spPr>
          <a:xfrm>
            <a:off x="0" y="180000"/>
            <a:ext cx="3527338" cy="32400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VIEW LEAVE REPORT:-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3D5E41-C7BC-7B46-8ACE-FA0C286B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B93D5D21-F61A-7899-3403-D95A45F8E1D1}"/>
              </a:ext>
            </a:extLst>
          </p:cNvPr>
          <p:cNvSpPr/>
          <p:nvPr/>
        </p:nvSpPr>
        <p:spPr>
          <a:xfrm>
            <a:off x="1782697" y="1227505"/>
            <a:ext cx="475548" cy="41714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60D43C-2E0D-0A55-5CF0-ACF047D176CC}"/>
              </a:ext>
            </a:extLst>
          </p:cNvPr>
          <p:cNvCxnSpPr/>
          <p:nvPr/>
        </p:nvCxnSpPr>
        <p:spPr>
          <a:xfrm>
            <a:off x="2007050" y="1644654"/>
            <a:ext cx="0" cy="447086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1C8CE-D437-FC9C-06DC-1781FB827D03}"/>
              </a:ext>
            </a:extLst>
          </p:cNvPr>
          <p:cNvCxnSpPr/>
          <p:nvPr/>
        </p:nvCxnSpPr>
        <p:spPr>
          <a:xfrm>
            <a:off x="1694180" y="1853578"/>
            <a:ext cx="622300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4AFF12-132F-78AB-4F95-7ABD7C744D10}"/>
              </a:ext>
            </a:extLst>
          </p:cNvPr>
          <p:cNvCxnSpPr/>
          <p:nvPr/>
        </p:nvCxnSpPr>
        <p:spPr>
          <a:xfrm flipH="1">
            <a:off x="1740789" y="2082963"/>
            <a:ext cx="262890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85BE913-F005-491B-7000-A2CAE948AA32}"/>
              </a:ext>
            </a:extLst>
          </p:cNvPr>
          <p:cNvSpPr/>
          <p:nvPr/>
        </p:nvSpPr>
        <p:spPr>
          <a:xfrm>
            <a:off x="4097865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0885C1-9BE0-FDC1-2B2A-1E6B4E958B0D}"/>
              </a:ext>
            </a:extLst>
          </p:cNvPr>
          <p:cNvCxnSpPr/>
          <p:nvPr/>
        </p:nvCxnSpPr>
        <p:spPr>
          <a:xfrm>
            <a:off x="3401229" y="1723911"/>
            <a:ext cx="6966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090D44-F9AA-88AF-59E1-17FA7410837E}"/>
              </a:ext>
            </a:extLst>
          </p:cNvPr>
          <p:cNvCxnSpPr/>
          <p:nvPr/>
        </p:nvCxnSpPr>
        <p:spPr>
          <a:xfrm>
            <a:off x="3384545" y="1450680"/>
            <a:ext cx="8342" cy="546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F981B54-5D03-4B12-B1E4-D03C565B1697}"/>
              </a:ext>
            </a:extLst>
          </p:cNvPr>
          <p:cNvSpPr/>
          <p:nvPr/>
        </p:nvSpPr>
        <p:spPr>
          <a:xfrm>
            <a:off x="6179104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E90552-E253-18EA-3C37-A74FA9E435F4}"/>
              </a:ext>
            </a:extLst>
          </p:cNvPr>
          <p:cNvCxnSpPr>
            <a:endCxn id="26" idx="0"/>
          </p:cNvCxnSpPr>
          <p:nvPr/>
        </p:nvCxnSpPr>
        <p:spPr>
          <a:xfrm flipH="1" flipV="1">
            <a:off x="6671338" y="1319279"/>
            <a:ext cx="182099" cy="1314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03AA82E-4CAB-41BB-4816-E2E9C0088FF0}"/>
              </a:ext>
            </a:extLst>
          </p:cNvPr>
          <p:cNvCxnSpPr>
            <a:endCxn id="26" idx="0"/>
          </p:cNvCxnSpPr>
          <p:nvPr/>
        </p:nvCxnSpPr>
        <p:spPr>
          <a:xfrm flipH="1">
            <a:off x="6671338" y="1227505"/>
            <a:ext cx="189406" cy="917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B55AE304-F001-D64C-A845-5FEB36CBF9AA}"/>
              </a:ext>
            </a:extLst>
          </p:cNvPr>
          <p:cNvSpPr/>
          <p:nvPr/>
        </p:nvSpPr>
        <p:spPr>
          <a:xfrm>
            <a:off x="8798058" y="1319279"/>
            <a:ext cx="984468" cy="809266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>
              <a:solidFill>
                <a:schemeClr val="tx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828825-C845-94F6-8058-4F70F5492EE0}"/>
              </a:ext>
            </a:extLst>
          </p:cNvPr>
          <p:cNvCxnSpPr/>
          <p:nvPr/>
        </p:nvCxnSpPr>
        <p:spPr>
          <a:xfrm flipV="1">
            <a:off x="8762526" y="2140071"/>
            <a:ext cx="973344" cy="111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2B2F17C-46FD-A236-6D42-687C5A219256}"/>
              </a:ext>
            </a:extLst>
          </p:cNvPr>
          <p:cNvSpPr txBox="1"/>
          <p:nvPr/>
        </p:nvSpPr>
        <p:spPr>
          <a:xfrm>
            <a:off x="1227408" y="2507169"/>
            <a:ext cx="150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BDE5EE-B9DF-3684-7735-D8B389C33A55}"/>
              </a:ext>
            </a:extLst>
          </p:cNvPr>
          <p:cNvSpPr txBox="1"/>
          <p:nvPr/>
        </p:nvSpPr>
        <p:spPr>
          <a:xfrm>
            <a:off x="5895149" y="2460488"/>
            <a:ext cx="21922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Feedback controller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F83D6F-4600-50E1-06E5-18667CE3F29D}"/>
              </a:ext>
            </a:extLst>
          </p:cNvPr>
          <p:cNvSpPr txBox="1"/>
          <p:nvPr/>
        </p:nvSpPr>
        <p:spPr>
          <a:xfrm>
            <a:off x="8983426" y="2471761"/>
            <a:ext cx="118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FC6B86-2E0A-DCA7-0FC9-A2231CF40231}"/>
              </a:ext>
            </a:extLst>
          </p:cNvPr>
          <p:cNvSpPr/>
          <p:nvPr/>
        </p:nvSpPr>
        <p:spPr>
          <a:xfrm>
            <a:off x="741068" y="4565032"/>
            <a:ext cx="10211770" cy="1348329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474935-0629-BCAE-4407-13A966E5D507}"/>
              </a:ext>
            </a:extLst>
          </p:cNvPr>
          <p:cNvSpPr/>
          <p:nvPr/>
        </p:nvSpPr>
        <p:spPr>
          <a:xfrm>
            <a:off x="4097866" y="3584170"/>
            <a:ext cx="210659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3025C6-04DA-C99F-FDA1-3BFAF6170D51}"/>
              </a:ext>
            </a:extLst>
          </p:cNvPr>
          <p:cNvSpPr/>
          <p:nvPr/>
        </p:nvSpPr>
        <p:spPr>
          <a:xfrm>
            <a:off x="6595370" y="3579284"/>
            <a:ext cx="210659" cy="975398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49CB44A-EB77-E574-3225-692F46B3942E}"/>
              </a:ext>
            </a:extLst>
          </p:cNvPr>
          <p:cNvSpPr/>
          <p:nvPr/>
        </p:nvSpPr>
        <p:spPr>
          <a:xfrm>
            <a:off x="9281910" y="4279141"/>
            <a:ext cx="173701" cy="1416905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2C7314F-026E-82B2-4867-D7C1BDFE822B}"/>
              </a:ext>
            </a:extLst>
          </p:cNvPr>
          <p:cNvSpPr/>
          <p:nvPr/>
        </p:nvSpPr>
        <p:spPr>
          <a:xfrm>
            <a:off x="6611233" y="4804077"/>
            <a:ext cx="263097" cy="1050785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6B62824-9C7B-AA6B-9765-163AC1C205B8}"/>
              </a:ext>
            </a:extLst>
          </p:cNvPr>
          <p:cNvCxnSpPr/>
          <p:nvPr/>
        </p:nvCxnSpPr>
        <p:spPr>
          <a:xfrm flipV="1">
            <a:off x="2005329" y="3688675"/>
            <a:ext cx="2092536" cy="232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0DBCD43-2B87-A6F5-4348-A840E400D24A}"/>
              </a:ext>
            </a:extLst>
          </p:cNvPr>
          <p:cNvCxnSpPr/>
          <p:nvPr/>
        </p:nvCxnSpPr>
        <p:spPr>
          <a:xfrm flipH="1">
            <a:off x="6800632" y="4300843"/>
            <a:ext cx="62189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5133C3F-CF08-4090-5D7B-C867B1C335AA}"/>
              </a:ext>
            </a:extLst>
          </p:cNvPr>
          <p:cNvCxnSpPr/>
          <p:nvPr/>
        </p:nvCxnSpPr>
        <p:spPr>
          <a:xfrm>
            <a:off x="6806028" y="3923041"/>
            <a:ext cx="616501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D8DCDF8-20DA-D71E-1DF5-0131D3A48B48}"/>
              </a:ext>
            </a:extLst>
          </p:cNvPr>
          <p:cNvCxnSpPr/>
          <p:nvPr/>
        </p:nvCxnSpPr>
        <p:spPr>
          <a:xfrm>
            <a:off x="7422528" y="3923041"/>
            <a:ext cx="0" cy="37780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BC0DE5F-E902-1279-F701-F3BDFA42F2F0}"/>
              </a:ext>
            </a:extLst>
          </p:cNvPr>
          <p:cNvCxnSpPr>
            <a:endCxn id="46" idx="1"/>
          </p:cNvCxnSpPr>
          <p:nvPr/>
        </p:nvCxnSpPr>
        <p:spPr>
          <a:xfrm flipV="1">
            <a:off x="6873148" y="4987593"/>
            <a:ext cx="2408762" cy="193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18A007C-B491-ECB0-792E-384FEF54E96E}"/>
              </a:ext>
            </a:extLst>
          </p:cNvPr>
          <p:cNvSpPr txBox="1"/>
          <p:nvPr/>
        </p:nvSpPr>
        <p:spPr>
          <a:xfrm>
            <a:off x="2273815" y="3454686"/>
            <a:ext cx="148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Feedback report()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73A3FFE-0A8B-6485-4C4D-DD5110B0F21C}"/>
              </a:ext>
            </a:extLst>
          </p:cNvPr>
          <p:cNvSpPr txBox="1"/>
          <p:nvPr/>
        </p:nvSpPr>
        <p:spPr>
          <a:xfrm>
            <a:off x="4593749" y="3604972"/>
            <a:ext cx="1661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Feedback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80A05A0-4002-8BFA-616E-AEC503766FE8}"/>
              </a:ext>
            </a:extLst>
          </p:cNvPr>
          <p:cNvSpPr txBox="1"/>
          <p:nvPr/>
        </p:nvSpPr>
        <p:spPr>
          <a:xfrm>
            <a:off x="6755167" y="3683614"/>
            <a:ext cx="1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 details()</a:t>
            </a:r>
            <a:endParaRPr lang="en-IN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2930F1D-A471-6A5D-78C8-F489015A4B2F}"/>
              </a:ext>
            </a:extLst>
          </p:cNvPr>
          <p:cNvSpPr txBox="1"/>
          <p:nvPr/>
        </p:nvSpPr>
        <p:spPr>
          <a:xfrm>
            <a:off x="2162817" y="4997290"/>
            <a:ext cx="2079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Give leave report 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8C786DC-E440-60D5-6C5F-D22FA945ACDB}"/>
              </a:ext>
            </a:extLst>
          </p:cNvPr>
          <p:cNvSpPr txBox="1"/>
          <p:nvPr/>
        </p:nvSpPr>
        <p:spPr>
          <a:xfrm>
            <a:off x="2099622" y="5359609"/>
            <a:ext cx="2763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Give leave report unsuccessful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DD738F1-DA40-A5C1-1823-07D8128E8150}"/>
              </a:ext>
            </a:extLst>
          </p:cNvPr>
          <p:cNvSpPr txBox="1"/>
          <p:nvPr/>
        </p:nvSpPr>
        <p:spPr>
          <a:xfrm>
            <a:off x="1088438" y="5115358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[valid]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4459DB-9607-D68C-6140-C53673030532}"/>
              </a:ext>
            </a:extLst>
          </p:cNvPr>
          <p:cNvSpPr txBox="1"/>
          <p:nvPr/>
        </p:nvSpPr>
        <p:spPr>
          <a:xfrm>
            <a:off x="1025258" y="5394782"/>
            <a:ext cx="736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invalid]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01989E-6B2B-EE17-3845-280F8240E3DD}"/>
              </a:ext>
            </a:extLst>
          </p:cNvPr>
          <p:cNvGrpSpPr/>
          <p:nvPr/>
        </p:nvGrpSpPr>
        <p:grpSpPr>
          <a:xfrm>
            <a:off x="778215" y="4595843"/>
            <a:ext cx="429677" cy="336498"/>
            <a:chOff x="0" y="2606236"/>
            <a:chExt cx="784302" cy="750925"/>
          </a:xfrm>
        </p:grpSpPr>
        <p:sp>
          <p:nvSpPr>
            <p:cNvPr id="64" name="Rectangle: Top Corners One Rounded and One Snipped 63">
              <a:extLst>
                <a:ext uri="{FF2B5EF4-FFF2-40B4-BE49-F238E27FC236}">
                  <a16:creationId xmlns:a16="http://schemas.microsoft.com/office/drawing/2014/main" id="{5900FC68-A7F4-FDC5-3B99-5FDC92536765}"/>
                </a:ext>
              </a:extLst>
            </p:cNvPr>
            <p:cNvSpPr/>
            <p:nvPr/>
          </p:nvSpPr>
          <p:spPr>
            <a:xfrm flipV="1">
              <a:off x="0" y="2626463"/>
              <a:ext cx="682951" cy="239368"/>
            </a:xfrm>
            <a:prstGeom prst="snipRound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279400">
                <a:defRPr/>
              </a:pPr>
              <a:endParaRPr lang="en-US" sz="120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9CD2078-8221-76D8-D112-179FA63F4BCF}"/>
                </a:ext>
              </a:extLst>
            </p:cNvPr>
            <p:cNvSpPr txBox="1"/>
            <p:nvPr/>
          </p:nvSpPr>
          <p:spPr>
            <a:xfrm>
              <a:off x="57205" y="2606236"/>
              <a:ext cx="727097" cy="750925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defTabSz="279400">
                <a:defRPr/>
              </a:pPr>
              <a:r>
                <a:rPr lang="en-US" sz="12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834B91-2315-EDDD-97B6-38FD9365E170}"/>
              </a:ext>
            </a:extLst>
          </p:cNvPr>
          <p:cNvSpPr txBox="1"/>
          <p:nvPr/>
        </p:nvSpPr>
        <p:spPr>
          <a:xfrm>
            <a:off x="3498668" y="2479705"/>
            <a:ext cx="18939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Feedback page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Freeform 17">
            <a:extLst>
              <a:ext uri="{FF2B5EF4-FFF2-40B4-BE49-F238E27FC236}">
                <a16:creationId xmlns:a16="http://schemas.microsoft.com/office/drawing/2014/main" id="{27B3F14B-4622-6723-07F2-DF4A3FBBD5C2}"/>
              </a:ext>
            </a:extLst>
          </p:cNvPr>
          <p:cNvSpPr/>
          <p:nvPr/>
        </p:nvSpPr>
        <p:spPr>
          <a:xfrm>
            <a:off x="4060294" y="6187889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17">
            <a:extLst>
              <a:ext uri="{FF2B5EF4-FFF2-40B4-BE49-F238E27FC236}">
                <a16:creationId xmlns:a16="http://schemas.microsoft.com/office/drawing/2014/main" id="{AABA8C63-DC5A-7272-2B91-6A37E7BF97C2}"/>
              </a:ext>
            </a:extLst>
          </p:cNvPr>
          <p:cNvSpPr/>
          <p:nvPr/>
        </p:nvSpPr>
        <p:spPr>
          <a:xfrm>
            <a:off x="6602936" y="6242006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17">
            <a:extLst>
              <a:ext uri="{FF2B5EF4-FFF2-40B4-BE49-F238E27FC236}">
                <a16:creationId xmlns:a16="http://schemas.microsoft.com/office/drawing/2014/main" id="{18EDD79A-BE4A-E506-6669-D09540F48104}"/>
              </a:ext>
            </a:extLst>
          </p:cNvPr>
          <p:cNvSpPr/>
          <p:nvPr/>
        </p:nvSpPr>
        <p:spPr>
          <a:xfrm>
            <a:off x="9231572" y="6244593"/>
            <a:ext cx="285801" cy="271101"/>
          </a:xfrm>
          <a:custGeom>
            <a:avLst/>
            <a:gdLst/>
            <a:ahLst/>
            <a:cxnLst/>
            <a:rect l="l" t="t" r="r" b="b"/>
            <a:pathLst>
              <a:path w="638715" h="625941">
                <a:moveTo>
                  <a:pt x="0" y="0"/>
                </a:moveTo>
                <a:lnTo>
                  <a:pt x="638715" y="0"/>
                </a:lnTo>
                <a:lnTo>
                  <a:pt x="638715" y="625940"/>
                </a:lnTo>
                <a:lnTo>
                  <a:pt x="0" y="62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B07A5-4E06-661F-6A39-149510466077}"/>
              </a:ext>
            </a:extLst>
          </p:cNvPr>
          <p:cNvSpPr txBox="1"/>
          <p:nvPr/>
        </p:nvSpPr>
        <p:spPr>
          <a:xfrm>
            <a:off x="7625304" y="4750126"/>
            <a:ext cx="1796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Update details()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44878-5483-03ED-B8D3-7E83B3CCEC3A}"/>
              </a:ext>
            </a:extLst>
          </p:cNvPr>
          <p:cNvSpPr txBox="1"/>
          <p:nvPr/>
        </p:nvSpPr>
        <p:spPr>
          <a:xfrm>
            <a:off x="6998728" y="5008919"/>
            <a:ext cx="150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D21A244-47CB-472A-45B3-18429E4CF44F}"/>
              </a:ext>
            </a:extLst>
          </p:cNvPr>
          <p:cNvCxnSpPr/>
          <p:nvPr/>
        </p:nvCxnSpPr>
        <p:spPr>
          <a:xfrm>
            <a:off x="1994361" y="2782384"/>
            <a:ext cx="21939" cy="3114737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utoShape 6">
            <a:extLst>
              <a:ext uri="{FF2B5EF4-FFF2-40B4-BE49-F238E27FC236}">
                <a16:creationId xmlns:a16="http://schemas.microsoft.com/office/drawing/2014/main" id="{7F010A1B-2754-B1D4-B2F1-EEF66789CCD4}"/>
              </a:ext>
            </a:extLst>
          </p:cNvPr>
          <p:cNvSpPr/>
          <p:nvPr/>
        </p:nvSpPr>
        <p:spPr>
          <a:xfrm flipH="1">
            <a:off x="2021129" y="5236918"/>
            <a:ext cx="5140994" cy="13536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sz="11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A1F83A4-15F7-0CE5-51A3-67AD91F31DBC}"/>
              </a:ext>
            </a:extLst>
          </p:cNvPr>
          <p:cNvCxnSpPr/>
          <p:nvPr/>
        </p:nvCxnSpPr>
        <p:spPr>
          <a:xfrm>
            <a:off x="750398" y="5393601"/>
            <a:ext cx="1021177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AutoShape 6">
            <a:extLst>
              <a:ext uri="{FF2B5EF4-FFF2-40B4-BE49-F238E27FC236}">
                <a16:creationId xmlns:a16="http://schemas.microsoft.com/office/drawing/2014/main" id="{9AB58F1D-92AD-E8CD-15FD-69C9F0F76908}"/>
              </a:ext>
            </a:extLst>
          </p:cNvPr>
          <p:cNvSpPr/>
          <p:nvPr/>
        </p:nvSpPr>
        <p:spPr>
          <a:xfrm flipH="1">
            <a:off x="2023044" y="5578215"/>
            <a:ext cx="4580568" cy="15572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603B4429-12CE-42B9-080A-498D6FEF392C}"/>
              </a:ext>
            </a:extLst>
          </p:cNvPr>
          <p:cNvSpPr/>
          <p:nvPr/>
        </p:nvSpPr>
        <p:spPr>
          <a:xfrm flipH="1">
            <a:off x="6873147" y="5230148"/>
            <a:ext cx="2420572" cy="4365"/>
          </a:xfrm>
          <a:prstGeom prst="line">
            <a:avLst/>
          </a:prstGeom>
          <a:ln w="28575" cap="flat">
            <a:solidFill>
              <a:schemeClr val="tx1"/>
            </a:solidFill>
            <a:prstDash val="sysDot"/>
            <a:headEnd type="none" w="sm" len="sm"/>
            <a:tailEnd type="arrow" w="med" len="sm"/>
          </a:ln>
        </p:spPr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021E976-71D0-7E75-F43E-C0FDB929B920}"/>
              </a:ext>
            </a:extLst>
          </p:cNvPr>
          <p:cNvCxnSpPr/>
          <p:nvPr/>
        </p:nvCxnSpPr>
        <p:spPr>
          <a:xfrm>
            <a:off x="4203194" y="2745164"/>
            <a:ext cx="0" cy="8390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35D7722-A52F-E92A-5120-C5121450D2DD}"/>
              </a:ext>
            </a:extLst>
          </p:cNvPr>
          <p:cNvCxnSpPr>
            <a:stCxn id="44" idx="2"/>
          </p:cNvCxnSpPr>
          <p:nvPr/>
        </p:nvCxnSpPr>
        <p:spPr>
          <a:xfrm flipH="1">
            <a:off x="4203194" y="5001075"/>
            <a:ext cx="2" cy="12220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11B0088-9B44-90D5-9384-B33067FCD612}"/>
              </a:ext>
            </a:extLst>
          </p:cNvPr>
          <p:cNvCxnSpPr>
            <a:endCxn id="45" idx="0"/>
          </p:cNvCxnSpPr>
          <p:nvPr/>
        </p:nvCxnSpPr>
        <p:spPr>
          <a:xfrm flipH="1">
            <a:off x="6700700" y="2745164"/>
            <a:ext cx="9101" cy="83412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9A71AAB-A42E-BE38-A959-B77DD6B1FB3C}"/>
              </a:ext>
            </a:extLst>
          </p:cNvPr>
          <p:cNvCxnSpPr>
            <a:endCxn id="46" idx="0"/>
          </p:cNvCxnSpPr>
          <p:nvPr/>
        </p:nvCxnSpPr>
        <p:spPr>
          <a:xfrm flipH="1">
            <a:off x="9368761" y="2750050"/>
            <a:ext cx="2856" cy="1529091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A842815-1146-52D4-2C27-58FFAB752769}"/>
              </a:ext>
            </a:extLst>
          </p:cNvPr>
          <p:cNvCxnSpPr/>
          <p:nvPr/>
        </p:nvCxnSpPr>
        <p:spPr>
          <a:xfrm>
            <a:off x="6719750" y="4559568"/>
            <a:ext cx="0" cy="2445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8668325-0884-A757-7760-7BC4ACD79AA0}"/>
              </a:ext>
            </a:extLst>
          </p:cNvPr>
          <p:cNvCxnSpPr/>
          <p:nvPr/>
        </p:nvCxnSpPr>
        <p:spPr>
          <a:xfrm>
            <a:off x="6744097" y="5865137"/>
            <a:ext cx="0" cy="46401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D521B15-2B53-638E-63AB-172E66FB2700}"/>
              </a:ext>
            </a:extLst>
          </p:cNvPr>
          <p:cNvCxnSpPr/>
          <p:nvPr/>
        </p:nvCxnSpPr>
        <p:spPr>
          <a:xfrm>
            <a:off x="9373841" y="5696046"/>
            <a:ext cx="0" cy="63310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D46511-B67A-2DE8-4D18-4CE7F234DE7A}"/>
              </a:ext>
            </a:extLst>
          </p:cNvPr>
          <p:cNvCxnSpPr/>
          <p:nvPr/>
        </p:nvCxnSpPr>
        <p:spPr>
          <a:xfrm>
            <a:off x="4312940" y="3859064"/>
            <a:ext cx="2290673" cy="31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8D2B8624-234B-B3B1-5707-A1E5F7EEA2EB}"/>
              </a:ext>
            </a:extLst>
          </p:cNvPr>
          <p:cNvSpPr/>
          <p:nvPr/>
        </p:nvSpPr>
        <p:spPr>
          <a:xfrm>
            <a:off x="0" y="180000"/>
            <a:ext cx="3067665" cy="325040"/>
          </a:xfrm>
          <a:prstGeom prst="homePlat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300" dirty="0">
                <a:latin typeface="Arial" panose="020B0604020202020204" pitchFamily="34" charset="0"/>
                <a:cs typeface="Arial" panose="020B0604020202020204" pitchFamily="34" charset="0"/>
              </a:rPr>
              <a:t>GIVE FEEDBACK:-</a:t>
            </a:r>
            <a:endParaRPr lang="en-IN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6A0E86-1131-5863-E751-C687A3C739A7}"/>
              </a:ext>
            </a:extLst>
          </p:cNvPr>
          <p:cNvCxnSpPr/>
          <p:nvPr/>
        </p:nvCxnSpPr>
        <p:spPr>
          <a:xfrm flipH="1" flipV="1">
            <a:off x="2009844" y="2082963"/>
            <a:ext cx="242305" cy="419178"/>
          </a:xfrm>
          <a:prstGeom prst="line">
            <a:avLst/>
          </a:prstGeom>
          <a:ln w="158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8687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Top view of cubes connected with black lines"/>
          <p:cNvPicPr>
            <a:picLocks noChangeAspect="1"/>
          </p:cNvPicPr>
          <p:nvPr/>
        </p:nvPicPr>
        <p:blipFill>
          <a:blip r:embed="rId3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5000" contrast="-47000"/>
                    </a14:imgEffect>
                    <a14:imgEffect>
                      <a14:saturation sat="176000"/>
                    </a14:imgEffect>
                  </a14:imgLayer>
                </a14:imgProps>
              </a:ext>
            </a:extLst>
          </a:blip>
          <a:srcRect t="17884" r="-2" b="7115"/>
          <a:stretch>
            <a:fillRect/>
          </a:stretch>
        </p:blipFill>
        <p:spPr>
          <a:xfrm>
            <a:off x="0" y="-8867"/>
            <a:ext cx="12191981" cy="6857989"/>
          </a:xfrm>
          <a:prstGeom prst="rect">
            <a:avLst/>
          </a:prstGeom>
          <a:effectLst>
            <a:outerShdw blurRad="88900" dist="533400" dir="2640000">
              <a:srgbClr val="D6DCE4">
                <a:alpha val="55000"/>
              </a:srgbClr>
            </a:outerShdw>
            <a:reflection stA="52000" endPos="3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80" y="2312105"/>
            <a:ext cx="5216323" cy="28117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b="1" dirty="0">
                <a:solidFill>
                  <a:schemeClr val="bg1"/>
                </a:solidFill>
              </a:rPr>
              <a:t>activity</a:t>
            </a:r>
            <a:br>
              <a:rPr lang="en-US" sz="5600" b="1" dirty="0">
                <a:solidFill>
                  <a:schemeClr val="bg1"/>
                </a:solidFill>
              </a:rPr>
            </a:br>
            <a:r>
              <a:rPr lang="en-US" sz="5600" dirty="0">
                <a:solidFill>
                  <a:schemeClr val="bg1"/>
                </a:solidFill>
              </a:rPr>
              <a:t>diagram</a:t>
            </a:r>
          </a:p>
        </p:txBody>
      </p:sp>
      <p:cxnSp>
        <p:nvCxnSpPr>
          <p:cNvPr id="55" name="Straight Connector 5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46919"/>
          </a:xfrm>
          <a:custGeom>
            <a:avLst/>
            <a:gdLst>
              <a:gd name="connsiteX0" fmla="*/ 0 w 10168128"/>
              <a:gd name="connsiteY0" fmla="*/ 0 h 1146919"/>
              <a:gd name="connsiteX1" fmla="*/ 881238 w 10168128"/>
              <a:gd name="connsiteY1" fmla="*/ 0 h 1146919"/>
              <a:gd name="connsiteX2" fmla="*/ 1355750 w 10168128"/>
              <a:gd name="connsiteY2" fmla="*/ 0 h 1146919"/>
              <a:gd name="connsiteX3" fmla="*/ 2236988 w 10168128"/>
              <a:gd name="connsiteY3" fmla="*/ 0 h 1146919"/>
              <a:gd name="connsiteX4" fmla="*/ 2711501 w 10168128"/>
              <a:gd name="connsiteY4" fmla="*/ 0 h 1146919"/>
              <a:gd name="connsiteX5" fmla="*/ 3592739 w 10168128"/>
              <a:gd name="connsiteY5" fmla="*/ 0 h 1146919"/>
              <a:gd name="connsiteX6" fmla="*/ 3965570 w 10168128"/>
              <a:gd name="connsiteY6" fmla="*/ 0 h 1146919"/>
              <a:gd name="connsiteX7" fmla="*/ 4338401 w 10168128"/>
              <a:gd name="connsiteY7" fmla="*/ 0 h 1146919"/>
              <a:gd name="connsiteX8" fmla="*/ 4711233 w 10168128"/>
              <a:gd name="connsiteY8" fmla="*/ 0 h 1146919"/>
              <a:gd name="connsiteX9" fmla="*/ 5389108 w 10168128"/>
              <a:gd name="connsiteY9" fmla="*/ 0 h 1146919"/>
              <a:gd name="connsiteX10" fmla="*/ 5965302 w 10168128"/>
              <a:gd name="connsiteY10" fmla="*/ 0 h 1146919"/>
              <a:gd name="connsiteX11" fmla="*/ 6846540 w 10168128"/>
              <a:gd name="connsiteY11" fmla="*/ 0 h 1146919"/>
              <a:gd name="connsiteX12" fmla="*/ 7626096 w 10168128"/>
              <a:gd name="connsiteY12" fmla="*/ 0 h 1146919"/>
              <a:gd name="connsiteX13" fmla="*/ 7998927 w 10168128"/>
              <a:gd name="connsiteY13" fmla="*/ 0 h 1146919"/>
              <a:gd name="connsiteX14" fmla="*/ 8575121 w 10168128"/>
              <a:gd name="connsiteY14" fmla="*/ 0 h 1146919"/>
              <a:gd name="connsiteX15" fmla="*/ 9456359 w 10168128"/>
              <a:gd name="connsiteY15" fmla="*/ 0 h 1146919"/>
              <a:gd name="connsiteX16" fmla="*/ 10168128 w 10168128"/>
              <a:gd name="connsiteY16" fmla="*/ 0 h 1146919"/>
              <a:gd name="connsiteX17" fmla="*/ 10168128 w 10168128"/>
              <a:gd name="connsiteY17" fmla="*/ 584929 h 1146919"/>
              <a:gd name="connsiteX18" fmla="*/ 10168128 w 10168128"/>
              <a:gd name="connsiteY18" fmla="*/ 1146919 h 1146919"/>
              <a:gd name="connsiteX19" fmla="*/ 9388572 w 10168128"/>
              <a:gd name="connsiteY19" fmla="*/ 1146919 h 1146919"/>
              <a:gd name="connsiteX20" fmla="*/ 8812378 w 10168128"/>
              <a:gd name="connsiteY20" fmla="*/ 1146919 h 1146919"/>
              <a:gd name="connsiteX21" fmla="*/ 8032821 w 10168128"/>
              <a:gd name="connsiteY21" fmla="*/ 1146919 h 1146919"/>
              <a:gd name="connsiteX22" fmla="*/ 7558308 w 10168128"/>
              <a:gd name="connsiteY22" fmla="*/ 1146919 h 1146919"/>
              <a:gd name="connsiteX23" fmla="*/ 6982115 w 10168128"/>
              <a:gd name="connsiteY23" fmla="*/ 1146919 h 1146919"/>
              <a:gd name="connsiteX24" fmla="*/ 6304239 w 10168128"/>
              <a:gd name="connsiteY24" fmla="*/ 1146919 h 1146919"/>
              <a:gd name="connsiteX25" fmla="*/ 5829727 w 10168128"/>
              <a:gd name="connsiteY25" fmla="*/ 1146919 h 1146919"/>
              <a:gd name="connsiteX26" fmla="*/ 5456895 w 10168128"/>
              <a:gd name="connsiteY26" fmla="*/ 1146919 h 1146919"/>
              <a:gd name="connsiteX27" fmla="*/ 4575658 w 10168128"/>
              <a:gd name="connsiteY27" fmla="*/ 1146919 h 1146919"/>
              <a:gd name="connsiteX28" fmla="*/ 3897782 w 10168128"/>
              <a:gd name="connsiteY28" fmla="*/ 1146919 h 1146919"/>
              <a:gd name="connsiteX29" fmla="*/ 3423270 w 10168128"/>
              <a:gd name="connsiteY29" fmla="*/ 1146919 h 1146919"/>
              <a:gd name="connsiteX30" fmla="*/ 2948757 w 10168128"/>
              <a:gd name="connsiteY30" fmla="*/ 1146919 h 1146919"/>
              <a:gd name="connsiteX31" fmla="*/ 2270882 w 10168128"/>
              <a:gd name="connsiteY31" fmla="*/ 1146919 h 1146919"/>
              <a:gd name="connsiteX32" fmla="*/ 1593007 w 10168128"/>
              <a:gd name="connsiteY32" fmla="*/ 1146919 h 1146919"/>
              <a:gd name="connsiteX33" fmla="*/ 813450 w 10168128"/>
              <a:gd name="connsiteY33" fmla="*/ 1146919 h 1146919"/>
              <a:gd name="connsiteX34" fmla="*/ 0 w 10168128"/>
              <a:gd name="connsiteY34" fmla="*/ 1146919 h 1146919"/>
              <a:gd name="connsiteX35" fmla="*/ 0 w 10168128"/>
              <a:gd name="connsiteY35" fmla="*/ 584929 h 1146919"/>
              <a:gd name="connsiteX36" fmla="*/ 0 w 10168128"/>
              <a:gd name="connsiteY36" fmla="*/ 0 h 114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168128" h="1146919" fill="none" extrusionOk="0">
                <a:moveTo>
                  <a:pt x="0" y="0"/>
                </a:moveTo>
                <a:cubicBezTo>
                  <a:pt x="299647" y="-41784"/>
                  <a:pt x="534170" y="-15723"/>
                  <a:pt x="881238" y="0"/>
                </a:cubicBezTo>
                <a:cubicBezTo>
                  <a:pt x="1228306" y="15723"/>
                  <a:pt x="1137039" y="-3148"/>
                  <a:pt x="1355750" y="0"/>
                </a:cubicBezTo>
                <a:cubicBezTo>
                  <a:pt x="1574461" y="3148"/>
                  <a:pt x="1830655" y="7306"/>
                  <a:pt x="2236988" y="0"/>
                </a:cubicBezTo>
                <a:cubicBezTo>
                  <a:pt x="2643321" y="-7306"/>
                  <a:pt x="2498720" y="-3282"/>
                  <a:pt x="2711501" y="0"/>
                </a:cubicBezTo>
                <a:cubicBezTo>
                  <a:pt x="2924282" y="3282"/>
                  <a:pt x="3286689" y="34858"/>
                  <a:pt x="3592739" y="0"/>
                </a:cubicBezTo>
                <a:cubicBezTo>
                  <a:pt x="3898789" y="-34858"/>
                  <a:pt x="3879323" y="9510"/>
                  <a:pt x="3965570" y="0"/>
                </a:cubicBezTo>
                <a:cubicBezTo>
                  <a:pt x="4051817" y="-9510"/>
                  <a:pt x="4210351" y="-11252"/>
                  <a:pt x="4338401" y="0"/>
                </a:cubicBezTo>
                <a:cubicBezTo>
                  <a:pt x="4466451" y="11252"/>
                  <a:pt x="4614685" y="-3112"/>
                  <a:pt x="4711233" y="0"/>
                </a:cubicBezTo>
                <a:cubicBezTo>
                  <a:pt x="4807781" y="3112"/>
                  <a:pt x="5115896" y="-9845"/>
                  <a:pt x="5389108" y="0"/>
                </a:cubicBezTo>
                <a:cubicBezTo>
                  <a:pt x="5662320" y="9845"/>
                  <a:pt x="5750833" y="-23961"/>
                  <a:pt x="5965302" y="0"/>
                </a:cubicBezTo>
                <a:cubicBezTo>
                  <a:pt x="6179771" y="23961"/>
                  <a:pt x="6625461" y="24712"/>
                  <a:pt x="6846540" y="0"/>
                </a:cubicBezTo>
                <a:cubicBezTo>
                  <a:pt x="7067619" y="-24712"/>
                  <a:pt x="7332371" y="29907"/>
                  <a:pt x="7626096" y="0"/>
                </a:cubicBezTo>
                <a:cubicBezTo>
                  <a:pt x="7919821" y="-29907"/>
                  <a:pt x="7860269" y="13709"/>
                  <a:pt x="7998927" y="0"/>
                </a:cubicBezTo>
                <a:cubicBezTo>
                  <a:pt x="8137585" y="-13709"/>
                  <a:pt x="8299735" y="1818"/>
                  <a:pt x="8575121" y="0"/>
                </a:cubicBezTo>
                <a:cubicBezTo>
                  <a:pt x="8850507" y="-1818"/>
                  <a:pt x="9084993" y="1116"/>
                  <a:pt x="9456359" y="0"/>
                </a:cubicBezTo>
                <a:cubicBezTo>
                  <a:pt x="9827725" y="-1116"/>
                  <a:pt x="9814014" y="20438"/>
                  <a:pt x="10168128" y="0"/>
                </a:cubicBezTo>
                <a:cubicBezTo>
                  <a:pt x="10183257" y="208465"/>
                  <a:pt x="10175695" y="428194"/>
                  <a:pt x="10168128" y="584929"/>
                </a:cubicBezTo>
                <a:cubicBezTo>
                  <a:pt x="10160561" y="741664"/>
                  <a:pt x="10180834" y="1010496"/>
                  <a:pt x="10168128" y="1146919"/>
                </a:cubicBezTo>
                <a:cubicBezTo>
                  <a:pt x="9885542" y="1175059"/>
                  <a:pt x="9713766" y="1172466"/>
                  <a:pt x="9388572" y="1146919"/>
                </a:cubicBezTo>
                <a:cubicBezTo>
                  <a:pt x="9063378" y="1121372"/>
                  <a:pt x="8929643" y="1151735"/>
                  <a:pt x="8812378" y="1146919"/>
                </a:cubicBezTo>
                <a:cubicBezTo>
                  <a:pt x="8695113" y="1142103"/>
                  <a:pt x="8273225" y="1115852"/>
                  <a:pt x="8032821" y="1146919"/>
                </a:cubicBezTo>
                <a:cubicBezTo>
                  <a:pt x="7792417" y="1177986"/>
                  <a:pt x="7693935" y="1147481"/>
                  <a:pt x="7558308" y="1146919"/>
                </a:cubicBezTo>
                <a:cubicBezTo>
                  <a:pt x="7422681" y="1146357"/>
                  <a:pt x="7101745" y="1140932"/>
                  <a:pt x="6982115" y="1146919"/>
                </a:cubicBezTo>
                <a:cubicBezTo>
                  <a:pt x="6862485" y="1152906"/>
                  <a:pt x="6636421" y="1158272"/>
                  <a:pt x="6304239" y="1146919"/>
                </a:cubicBezTo>
                <a:cubicBezTo>
                  <a:pt x="5972057" y="1135566"/>
                  <a:pt x="6033979" y="1146734"/>
                  <a:pt x="5829727" y="1146919"/>
                </a:cubicBezTo>
                <a:cubicBezTo>
                  <a:pt x="5625475" y="1147104"/>
                  <a:pt x="5638549" y="1143412"/>
                  <a:pt x="5456895" y="1146919"/>
                </a:cubicBezTo>
                <a:cubicBezTo>
                  <a:pt x="5275241" y="1150426"/>
                  <a:pt x="4880239" y="1120018"/>
                  <a:pt x="4575658" y="1146919"/>
                </a:cubicBezTo>
                <a:cubicBezTo>
                  <a:pt x="4271077" y="1173820"/>
                  <a:pt x="4146371" y="1157078"/>
                  <a:pt x="3897782" y="1146919"/>
                </a:cubicBezTo>
                <a:cubicBezTo>
                  <a:pt x="3649193" y="1136760"/>
                  <a:pt x="3527617" y="1153330"/>
                  <a:pt x="3423270" y="1146919"/>
                </a:cubicBezTo>
                <a:cubicBezTo>
                  <a:pt x="3318923" y="1140508"/>
                  <a:pt x="3084323" y="1141740"/>
                  <a:pt x="2948757" y="1146919"/>
                </a:cubicBezTo>
                <a:cubicBezTo>
                  <a:pt x="2813191" y="1152098"/>
                  <a:pt x="2587278" y="1130943"/>
                  <a:pt x="2270882" y="1146919"/>
                </a:cubicBezTo>
                <a:cubicBezTo>
                  <a:pt x="1954487" y="1162895"/>
                  <a:pt x="1827196" y="1179534"/>
                  <a:pt x="1593007" y="1146919"/>
                </a:cubicBezTo>
                <a:cubicBezTo>
                  <a:pt x="1358818" y="1114304"/>
                  <a:pt x="1107675" y="1122496"/>
                  <a:pt x="813450" y="1146919"/>
                </a:cubicBezTo>
                <a:cubicBezTo>
                  <a:pt x="519225" y="1171342"/>
                  <a:pt x="383583" y="1163946"/>
                  <a:pt x="0" y="1146919"/>
                </a:cubicBezTo>
                <a:cubicBezTo>
                  <a:pt x="245" y="914004"/>
                  <a:pt x="15252" y="791375"/>
                  <a:pt x="0" y="584929"/>
                </a:cubicBezTo>
                <a:cubicBezTo>
                  <a:pt x="-15252" y="378483"/>
                  <a:pt x="-16026" y="168271"/>
                  <a:pt x="0" y="0"/>
                </a:cubicBezTo>
                <a:close/>
              </a:path>
              <a:path w="10168128" h="1146919" stroke="0" extrusionOk="0">
                <a:moveTo>
                  <a:pt x="0" y="0"/>
                </a:moveTo>
                <a:cubicBezTo>
                  <a:pt x="207702" y="8801"/>
                  <a:pt x="450435" y="16957"/>
                  <a:pt x="576194" y="0"/>
                </a:cubicBezTo>
                <a:cubicBezTo>
                  <a:pt x="701953" y="-16957"/>
                  <a:pt x="1098845" y="-947"/>
                  <a:pt x="1355750" y="0"/>
                </a:cubicBezTo>
                <a:cubicBezTo>
                  <a:pt x="1612655" y="947"/>
                  <a:pt x="1758393" y="6188"/>
                  <a:pt x="2135307" y="0"/>
                </a:cubicBezTo>
                <a:cubicBezTo>
                  <a:pt x="2512221" y="-6188"/>
                  <a:pt x="2555421" y="25008"/>
                  <a:pt x="2914863" y="0"/>
                </a:cubicBezTo>
                <a:cubicBezTo>
                  <a:pt x="3274305" y="-25008"/>
                  <a:pt x="3452198" y="30942"/>
                  <a:pt x="3694420" y="0"/>
                </a:cubicBezTo>
                <a:cubicBezTo>
                  <a:pt x="3936642" y="-30942"/>
                  <a:pt x="4143679" y="-1430"/>
                  <a:pt x="4473976" y="0"/>
                </a:cubicBezTo>
                <a:cubicBezTo>
                  <a:pt x="4804273" y="1430"/>
                  <a:pt x="4800539" y="-1024"/>
                  <a:pt x="4948489" y="0"/>
                </a:cubicBezTo>
                <a:cubicBezTo>
                  <a:pt x="5096439" y="1024"/>
                  <a:pt x="5300907" y="10934"/>
                  <a:pt x="5423002" y="0"/>
                </a:cubicBezTo>
                <a:cubicBezTo>
                  <a:pt x="5545097" y="-10934"/>
                  <a:pt x="5700945" y="-18072"/>
                  <a:pt x="5795833" y="0"/>
                </a:cubicBezTo>
                <a:cubicBezTo>
                  <a:pt x="5890721" y="18072"/>
                  <a:pt x="6066002" y="-5121"/>
                  <a:pt x="6168664" y="0"/>
                </a:cubicBezTo>
                <a:cubicBezTo>
                  <a:pt x="6271326" y="5121"/>
                  <a:pt x="6721927" y="12316"/>
                  <a:pt x="7049902" y="0"/>
                </a:cubicBezTo>
                <a:cubicBezTo>
                  <a:pt x="7377877" y="-12316"/>
                  <a:pt x="7422331" y="-9212"/>
                  <a:pt x="7727777" y="0"/>
                </a:cubicBezTo>
                <a:cubicBezTo>
                  <a:pt x="8033224" y="9212"/>
                  <a:pt x="8265695" y="29724"/>
                  <a:pt x="8609015" y="0"/>
                </a:cubicBezTo>
                <a:cubicBezTo>
                  <a:pt x="8952335" y="-29724"/>
                  <a:pt x="9221850" y="9468"/>
                  <a:pt x="9388572" y="0"/>
                </a:cubicBezTo>
                <a:cubicBezTo>
                  <a:pt x="9555294" y="-9468"/>
                  <a:pt x="9939448" y="15885"/>
                  <a:pt x="10168128" y="0"/>
                </a:cubicBezTo>
                <a:cubicBezTo>
                  <a:pt x="10191158" y="139572"/>
                  <a:pt x="10159799" y="298066"/>
                  <a:pt x="10168128" y="550521"/>
                </a:cubicBezTo>
                <a:cubicBezTo>
                  <a:pt x="10176457" y="802976"/>
                  <a:pt x="10142568" y="1000057"/>
                  <a:pt x="10168128" y="1146919"/>
                </a:cubicBezTo>
                <a:cubicBezTo>
                  <a:pt x="10033597" y="1136236"/>
                  <a:pt x="9901203" y="1127071"/>
                  <a:pt x="9693615" y="1146919"/>
                </a:cubicBezTo>
                <a:cubicBezTo>
                  <a:pt x="9486027" y="1166767"/>
                  <a:pt x="9427687" y="1153785"/>
                  <a:pt x="9219103" y="1146919"/>
                </a:cubicBezTo>
                <a:cubicBezTo>
                  <a:pt x="9010519" y="1140053"/>
                  <a:pt x="8564769" y="1122930"/>
                  <a:pt x="8337865" y="1146919"/>
                </a:cubicBezTo>
                <a:cubicBezTo>
                  <a:pt x="8110961" y="1170908"/>
                  <a:pt x="7793217" y="1152841"/>
                  <a:pt x="7456627" y="1146919"/>
                </a:cubicBezTo>
                <a:cubicBezTo>
                  <a:pt x="7120037" y="1140997"/>
                  <a:pt x="7022827" y="1133553"/>
                  <a:pt x="6880433" y="1146919"/>
                </a:cubicBezTo>
                <a:cubicBezTo>
                  <a:pt x="6738039" y="1160285"/>
                  <a:pt x="6667948" y="1152750"/>
                  <a:pt x="6507602" y="1146919"/>
                </a:cubicBezTo>
                <a:cubicBezTo>
                  <a:pt x="6347256" y="1141088"/>
                  <a:pt x="5828527" y="1102938"/>
                  <a:pt x="5626364" y="1146919"/>
                </a:cubicBezTo>
                <a:cubicBezTo>
                  <a:pt x="5424201" y="1190900"/>
                  <a:pt x="5281882" y="1154701"/>
                  <a:pt x="5151852" y="1146919"/>
                </a:cubicBezTo>
                <a:cubicBezTo>
                  <a:pt x="5021822" y="1139137"/>
                  <a:pt x="4728896" y="1162676"/>
                  <a:pt x="4372295" y="1146919"/>
                </a:cubicBezTo>
                <a:cubicBezTo>
                  <a:pt x="4015694" y="1131162"/>
                  <a:pt x="3879250" y="1122057"/>
                  <a:pt x="3592739" y="1146919"/>
                </a:cubicBezTo>
                <a:cubicBezTo>
                  <a:pt x="3306228" y="1171781"/>
                  <a:pt x="3098115" y="1155144"/>
                  <a:pt x="2813182" y="1146919"/>
                </a:cubicBezTo>
                <a:cubicBezTo>
                  <a:pt x="2528249" y="1138694"/>
                  <a:pt x="2617781" y="1154349"/>
                  <a:pt x="2440351" y="1146919"/>
                </a:cubicBezTo>
                <a:cubicBezTo>
                  <a:pt x="2262921" y="1139489"/>
                  <a:pt x="1862090" y="1130171"/>
                  <a:pt x="1559113" y="1146919"/>
                </a:cubicBezTo>
                <a:cubicBezTo>
                  <a:pt x="1256136" y="1163667"/>
                  <a:pt x="1203803" y="1152612"/>
                  <a:pt x="982919" y="1146919"/>
                </a:cubicBezTo>
                <a:cubicBezTo>
                  <a:pt x="762035" y="1141226"/>
                  <a:pt x="441511" y="1125564"/>
                  <a:pt x="0" y="1146919"/>
                </a:cubicBezTo>
                <a:cubicBezTo>
                  <a:pt x="1774" y="906412"/>
                  <a:pt x="-19812" y="743654"/>
                  <a:pt x="0" y="550521"/>
                </a:cubicBezTo>
                <a:cubicBezTo>
                  <a:pt x="19812" y="357388"/>
                  <a:pt x="-3765" y="122498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Activity DIAGRAM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370840" y="2207895"/>
            <a:ext cx="11489690" cy="448119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initial state     				</a:t>
            </a:r>
            <a:r>
              <a:rPr lang="en-US" sz="2200" dirty="0" err="1">
                <a:solidFill>
                  <a:schemeClr val="tx1"/>
                </a:solidFill>
              </a:rPr>
              <a:t>decition</a:t>
            </a:r>
            <a:r>
              <a:rPr lang="en-US" sz="2200" dirty="0">
                <a:solidFill>
                  <a:schemeClr val="tx1"/>
                </a:solidFill>
              </a:rPr>
              <a:t>		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final state				swimlane		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state(action)				fork			</a:t>
            </a: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   transition				join			</a:t>
            </a:r>
          </a:p>
          <a:p>
            <a:pPr indent="457200"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148422" y="2506980"/>
            <a:ext cx="709090" cy="317454"/>
          </a:xfrm>
          <a:prstGeom prst="ellipse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/>
          <p:cNvGrpSpPr/>
          <p:nvPr/>
        </p:nvGrpSpPr>
        <p:grpSpPr>
          <a:xfrm>
            <a:off x="4137025" y="3319780"/>
            <a:ext cx="753110" cy="368300"/>
            <a:chOff x="6464" y="5131"/>
            <a:chExt cx="1186" cy="580"/>
          </a:xfrm>
        </p:grpSpPr>
        <p:sp>
          <p:nvSpPr>
            <p:cNvPr id="39" name="Oval 38"/>
            <p:cNvSpPr/>
            <p:nvPr/>
          </p:nvSpPr>
          <p:spPr>
            <a:xfrm>
              <a:off x="6646" y="5228"/>
              <a:ext cx="790" cy="416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/>
            <p:cNvSpPr/>
            <p:nvPr/>
          </p:nvSpPr>
          <p:spPr>
            <a:xfrm>
              <a:off x="6464" y="5131"/>
              <a:ext cx="1187" cy="581"/>
            </a:xfrm>
            <a:prstGeom prst="ellipse">
              <a:avLst/>
            </a:prstGeom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 flipH="1">
            <a:off x="4484184" y="4900930"/>
            <a:ext cx="7620" cy="5638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Rectangles 19"/>
          <p:cNvSpPr/>
          <p:nvPr/>
        </p:nvSpPr>
        <p:spPr>
          <a:xfrm>
            <a:off x="8591140" y="3193415"/>
            <a:ext cx="884024" cy="70739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9063169" y="423545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776335" y="4542790"/>
            <a:ext cx="612140" cy="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938074" y="454279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9217474" y="454279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8927914" y="508254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207314" y="508254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776335" y="5398770"/>
            <a:ext cx="612140" cy="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073329" y="5398770"/>
            <a:ext cx="10160" cy="30734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ounded Rectangle 11"/>
          <p:cNvSpPr/>
          <p:nvPr/>
        </p:nvSpPr>
        <p:spPr>
          <a:xfrm>
            <a:off x="4163213" y="4308474"/>
            <a:ext cx="591032" cy="28003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Diamond 5"/>
          <p:cNvSpPr/>
          <p:nvPr/>
        </p:nvSpPr>
        <p:spPr>
          <a:xfrm>
            <a:off x="8572764" y="2319020"/>
            <a:ext cx="1019282" cy="54438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>
            <a:stCxn id="105" idx="2"/>
            <a:endCxn id="18" idx="0"/>
          </p:cNvCxnSpPr>
          <p:nvPr/>
        </p:nvCxnSpPr>
        <p:spPr>
          <a:xfrm>
            <a:off x="5816029" y="1497105"/>
            <a:ext cx="635" cy="2076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  <a:stCxn id="18" idx="2"/>
          </p:cNvCxnSpPr>
          <p:nvPr/>
        </p:nvCxnSpPr>
        <p:spPr>
          <a:xfrm>
            <a:off x="5816664" y="1985920"/>
            <a:ext cx="0" cy="25192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89533" y="1761718"/>
            <a:ext cx="634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01813" y="2220064"/>
            <a:ext cx="11308702" cy="74645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416560" y="5991944"/>
            <a:ext cx="11301730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1" name="Group 290"/>
          <p:cNvGrpSpPr/>
          <p:nvPr/>
        </p:nvGrpSpPr>
        <p:grpSpPr>
          <a:xfrm>
            <a:off x="5318125" y="739140"/>
            <a:ext cx="970634" cy="1474891"/>
            <a:chOff x="8375" y="220"/>
            <a:chExt cx="1529" cy="2323"/>
          </a:xfrm>
        </p:grpSpPr>
        <p:sp>
          <p:nvSpPr>
            <p:cNvPr id="15" name="Oval 14"/>
            <p:cNvSpPr/>
            <p:nvPr/>
          </p:nvSpPr>
          <p:spPr>
            <a:xfrm>
              <a:off x="8556" y="220"/>
              <a:ext cx="1117" cy="500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Arrow Connector 15"/>
            <p:cNvCxnSpPr>
              <a:stCxn id="15" idx="4"/>
            </p:cNvCxnSpPr>
            <p:nvPr/>
          </p:nvCxnSpPr>
          <p:spPr>
            <a:xfrm flipH="1">
              <a:off x="9115" y="720"/>
              <a:ext cx="0" cy="33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" name="Group 1"/>
            <p:cNvGrpSpPr/>
            <p:nvPr/>
          </p:nvGrpSpPr>
          <p:grpSpPr>
            <a:xfrm>
              <a:off x="8375" y="1072"/>
              <a:ext cx="1529" cy="1470"/>
              <a:chOff x="8375" y="1278"/>
              <a:chExt cx="1676" cy="1713"/>
            </a:xfrm>
          </p:grpSpPr>
          <p:sp>
            <p:nvSpPr>
              <p:cNvPr id="18" name="Diamond 17"/>
              <p:cNvSpPr/>
              <p:nvPr/>
            </p:nvSpPr>
            <p:spPr>
              <a:xfrm>
                <a:off x="8420" y="2057"/>
                <a:ext cx="1631" cy="514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valid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Elbow Connector 12"/>
              <p:cNvCxnSpPr>
                <a:stCxn id="18" idx="3"/>
              </p:cNvCxnSpPr>
              <p:nvPr/>
            </p:nvCxnSpPr>
            <p:spPr>
              <a:xfrm flipH="1" flipV="1">
                <a:off x="9874" y="1501"/>
                <a:ext cx="176" cy="813"/>
              </a:xfrm>
              <a:prstGeom prst="bentConnector3">
                <a:avLst>
                  <a:gd name="adj1" fmla="val -204167"/>
                </a:avLst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>
                <a:off x="8375" y="2513"/>
                <a:ext cx="845" cy="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yes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" name="Rounded Rectangle 8"/>
              <p:cNvSpPr/>
              <p:nvPr/>
            </p:nvSpPr>
            <p:spPr>
              <a:xfrm>
                <a:off x="8574" y="1278"/>
                <a:ext cx="1322" cy="39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 in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97" name="Group 296"/>
          <p:cNvGrpSpPr/>
          <p:nvPr/>
        </p:nvGrpSpPr>
        <p:grpSpPr>
          <a:xfrm>
            <a:off x="5668645" y="6045200"/>
            <a:ext cx="854710" cy="720725"/>
            <a:chOff x="8556" y="9593"/>
            <a:chExt cx="1346" cy="1135"/>
          </a:xfrm>
        </p:grpSpPr>
        <p:grpSp>
          <p:nvGrpSpPr>
            <p:cNvPr id="172" name="Group 171"/>
            <p:cNvGrpSpPr/>
            <p:nvPr/>
          </p:nvGrpSpPr>
          <p:grpSpPr>
            <a:xfrm>
              <a:off x="8904" y="10488"/>
              <a:ext cx="658" cy="240"/>
              <a:chOff x="8847" y="10546"/>
              <a:chExt cx="690" cy="274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8847" y="10546"/>
                <a:ext cx="690" cy="27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965" y="10604"/>
                <a:ext cx="444" cy="151"/>
              </a:xfrm>
              <a:prstGeom prst="ellipse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92" name="Group 291"/>
            <p:cNvGrpSpPr/>
            <p:nvPr/>
          </p:nvGrpSpPr>
          <p:grpSpPr>
            <a:xfrm>
              <a:off x="8556" y="9593"/>
              <a:ext cx="1346" cy="912"/>
              <a:chOff x="8556" y="9593"/>
              <a:chExt cx="1346" cy="912"/>
            </a:xfrm>
          </p:grpSpPr>
          <p:cxnSp>
            <p:nvCxnSpPr>
              <p:cNvPr id="37" name="Straight Arrow Connector 36"/>
              <p:cNvCxnSpPr/>
              <p:nvPr/>
            </p:nvCxnSpPr>
            <p:spPr>
              <a:xfrm>
                <a:off x="9200" y="9593"/>
                <a:ext cx="5" cy="42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4" name="Rounded Rectangle 129"/>
              <p:cNvSpPr/>
              <p:nvPr/>
            </p:nvSpPr>
            <p:spPr>
              <a:xfrm>
                <a:off x="8556" y="10024"/>
                <a:ext cx="1346" cy="24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out</a:t>
                </a:r>
                <a:endParaRPr lang="en-I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5" name="Straight Arrow Connector 134"/>
              <p:cNvCxnSpPr>
                <a:cxnSpLocks/>
                <a:stCxn id="134" idx="2"/>
              </p:cNvCxnSpPr>
              <p:nvPr/>
            </p:nvCxnSpPr>
            <p:spPr>
              <a:xfrm>
                <a:off x="9229" y="10270"/>
                <a:ext cx="6" cy="23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9" name="Group 188"/>
          <p:cNvGrpSpPr/>
          <p:nvPr/>
        </p:nvGrpSpPr>
        <p:grpSpPr>
          <a:xfrm>
            <a:off x="381581" y="2294890"/>
            <a:ext cx="1888129" cy="3707130"/>
            <a:chOff x="-173" y="2670"/>
            <a:chExt cx="3808" cy="5838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1616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103" y="4694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 flipV="1">
              <a:off x="205" y="6616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4" name="Straight Arrow Connector 33"/>
            <p:cNvCxnSpPr>
              <a:cxnSpLocks/>
              <a:stCxn id="30" idx="0"/>
            </p:cNvCxnSpPr>
            <p:nvPr/>
          </p:nvCxnSpPr>
          <p:spPr>
            <a:xfrm flipH="1">
              <a:off x="1701" y="6689"/>
              <a:ext cx="3" cy="181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4" name="Rounded Rectangle 2"/>
            <p:cNvSpPr/>
            <p:nvPr/>
          </p:nvSpPr>
          <p:spPr>
            <a:xfrm>
              <a:off x="636" y="3219"/>
              <a:ext cx="1967" cy="5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staff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6" name="Group 155"/>
            <p:cNvGrpSpPr/>
            <p:nvPr/>
          </p:nvGrpSpPr>
          <p:grpSpPr>
            <a:xfrm>
              <a:off x="-173" y="4766"/>
              <a:ext cx="1192" cy="1855"/>
              <a:chOff x="-70" y="4766"/>
              <a:chExt cx="1192" cy="1855"/>
            </a:xfrm>
          </p:grpSpPr>
          <p:cxnSp>
            <p:nvCxnSpPr>
              <p:cNvPr id="26" name="Straight Arrow Connector 25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6" name="Rounded Rectangle 11"/>
              <p:cNvSpPr/>
              <p:nvPr/>
            </p:nvSpPr>
            <p:spPr>
              <a:xfrm>
                <a:off x="-70" y="5442"/>
                <a:ext cx="1192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Insert </a:t>
                </a:r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1104" y="4766"/>
              <a:ext cx="1249" cy="1855"/>
              <a:chOff x="34" y="4766"/>
              <a:chExt cx="1249" cy="1855"/>
            </a:xfrm>
          </p:grpSpPr>
          <p:cxnSp>
            <p:nvCxnSpPr>
              <p:cNvPr id="158" name="Straight Arrow Connector 157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1"/>
              <p:cNvSpPr/>
              <p:nvPr/>
            </p:nvSpPr>
            <p:spPr>
              <a:xfrm>
                <a:off x="34" y="5442"/>
                <a:ext cx="1249" cy="4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2464" y="4766"/>
              <a:ext cx="1171" cy="1855"/>
              <a:chOff x="334" y="4766"/>
              <a:chExt cx="1171" cy="1855"/>
            </a:xfrm>
          </p:grpSpPr>
          <p:cxnSp>
            <p:nvCxnSpPr>
              <p:cNvPr id="162" name="Straight Arrow Connector 161"/>
              <p:cNvCxnSpPr/>
              <p:nvPr/>
            </p:nvCxnSpPr>
            <p:spPr>
              <a:xfrm>
                <a:off x="765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Straight Arrow Connector 162"/>
              <p:cNvCxnSpPr/>
              <p:nvPr/>
            </p:nvCxnSpPr>
            <p:spPr>
              <a:xfrm flipH="1">
                <a:off x="76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4" name="Rounded Rectangle 11"/>
              <p:cNvSpPr/>
              <p:nvPr/>
            </p:nvSpPr>
            <p:spPr>
              <a:xfrm>
                <a:off x="334" y="5442"/>
                <a:ext cx="1171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210" name="Group 209"/>
          <p:cNvGrpSpPr/>
          <p:nvPr/>
        </p:nvGrpSpPr>
        <p:grpSpPr>
          <a:xfrm>
            <a:off x="2409190" y="2298065"/>
            <a:ext cx="951392" cy="3703955"/>
            <a:chOff x="3339" y="2640"/>
            <a:chExt cx="1899" cy="5833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4348" y="2640"/>
              <a:ext cx="15" cy="381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9" name="Rounded Rectangle 54"/>
            <p:cNvSpPr/>
            <p:nvPr/>
          </p:nvSpPr>
          <p:spPr>
            <a:xfrm>
              <a:off x="3339" y="6460"/>
              <a:ext cx="1899" cy="6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 parents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1" name="Straight Arrow Connector 170"/>
            <p:cNvCxnSpPr>
              <a:cxnSpLocks/>
              <a:stCxn id="109" idx="2"/>
            </p:cNvCxnSpPr>
            <p:nvPr/>
          </p:nvCxnSpPr>
          <p:spPr>
            <a:xfrm>
              <a:off x="4289" y="7105"/>
              <a:ext cx="0" cy="136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1262380" y="2979420"/>
            <a:ext cx="6350" cy="6013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606361" y="2291714"/>
            <a:ext cx="1888129" cy="3710305"/>
            <a:chOff x="-173" y="2670"/>
            <a:chExt cx="3808" cy="5784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616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Rectangle 24"/>
            <p:cNvSpPr/>
            <p:nvPr/>
          </p:nvSpPr>
          <p:spPr>
            <a:xfrm>
              <a:off x="103" y="4694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29"/>
            <p:cNvSpPr/>
            <p:nvPr/>
          </p:nvSpPr>
          <p:spPr>
            <a:xfrm flipV="1">
              <a:off x="205" y="6616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Arrow Connector 26"/>
            <p:cNvCxnSpPr>
              <a:cxnSpLocks/>
              <a:stCxn id="12" idx="2"/>
            </p:cNvCxnSpPr>
            <p:nvPr/>
          </p:nvCxnSpPr>
          <p:spPr>
            <a:xfrm flipH="1">
              <a:off x="1704" y="6616"/>
              <a:ext cx="0" cy="183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Rounded Rectangle 2"/>
            <p:cNvSpPr/>
            <p:nvPr/>
          </p:nvSpPr>
          <p:spPr>
            <a:xfrm>
              <a:off x="636" y="3219"/>
              <a:ext cx="1967" cy="5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fees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-173" y="4766"/>
              <a:ext cx="1192" cy="1855"/>
              <a:chOff x="-70" y="4766"/>
              <a:chExt cx="1192" cy="1855"/>
            </a:xfrm>
          </p:grpSpPr>
          <p:cxnSp>
            <p:nvCxnSpPr>
              <p:cNvPr id="33" name="Straight Arrow Connector 32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1" name="Rounded Rectangle 11"/>
              <p:cNvSpPr/>
              <p:nvPr/>
            </p:nvSpPr>
            <p:spPr>
              <a:xfrm>
                <a:off x="-70" y="5442"/>
                <a:ext cx="1192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Insert 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104" y="4766"/>
              <a:ext cx="1249" cy="1855"/>
              <a:chOff x="34" y="4766"/>
              <a:chExt cx="1249" cy="1855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7" name="Rounded Rectangle 11"/>
              <p:cNvSpPr/>
              <p:nvPr/>
            </p:nvSpPr>
            <p:spPr>
              <a:xfrm>
                <a:off x="34" y="5442"/>
                <a:ext cx="1249" cy="4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2464" y="4766"/>
              <a:ext cx="1171" cy="1855"/>
              <a:chOff x="334" y="4766"/>
              <a:chExt cx="1171" cy="1855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>
                <a:off x="765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 flipH="1">
                <a:off x="76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Rounded Rectangle 11"/>
              <p:cNvSpPr/>
              <p:nvPr/>
            </p:nvSpPr>
            <p:spPr>
              <a:xfrm>
                <a:off x="334" y="5442"/>
                <a:ext cx="1171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cxnSp>
        <p:nvCxnSpPr>
          <p:cNvPr id="74" name="Straight Arrow Connector 73"/>
          <p:cNvCxnSpPr>
            <a:cxnSpLocks/>
          </p:cNvCxnSpPr>
          <p:nvPr/>
        </p:nvCxnSpPr>
        <p:spPr>
          <a:xfrm flipH="1">
            <a:off x="4393565" y="2978785"/>
            <a:ext cx="6350" cy="6013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5" name="Group 74"/>
          <p:cNvGrpSpPr/>
          <p:nvPr/>
        </p:nvGrpSpPr>
        <p:grpSpPr>
          <a:xfrm>
            <a:off x="3496256" y="2294890"/>
            <a:ext cx="1888129" cy="3707130"/>
            <a:chOff x="-173" y="2670"/>
            <a:chExt cx="3808" cy="5838"/>
          </a:xfrm>
        </p:grpSpPr>
        <p:cxnSp>
          <p:nvCxnSpPr>
            <p:cNvPr id="76" name="Straight Arrow Connector 75"/>
            <p:cNvCxnSpPr/>
            <p:nvPr/>
          </p:nvCxnSpPr>
          <p:spPr>
            <a:xfrm>
              <a:off x="1616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Rectangle 24"/>
            <p:cNvSpPr/>
            <p:nvPr/>
          </p:nvSpPr>
          <p:spPr>
            <a:xfrm>
              <a:off x="103" y="4694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8" name="Rectangle 29"/>
            <p:cNvSpPr/>
            <p:nvPr/>
          </p:nvSpPr>
          <p:spPr>
            <a:xfrm flipV="1">
              <a:off x="205" y="6616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9" name="Straight Arrow Connector 78"/>
            <p:cNvCxnSpPr>
              <a:cxnSpLocks/>
            </p:cNvCxnSpPr>
            <p:nvPr/>
          </p:nvCxnSpPr>
          <p:spPr>
            <a:xfrm>
              <a:off x="1650" y="6643"/>
              <a:ext cx="0" cy="186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0" name="Rounded Rectangle 2"/>
            <p:cNvSpPr/>
            <p:nvPr/>
          </p:nvSpPr>
          <p:spPr>
            <a:xfrm>
              <a:off x="636" y="3219"/>
              <a:ext cx="1967" cy="5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gallery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-173" y="4766"/>
              <a:ext cx="1192" cy="1855"/>
              <a:chOff x="-70" y="4766"/>
              <a:chExt cx="1192" cy="1855"/>
            </a:xfrm>
          </p:grpSpPr>
          <p:cxnSp>
            <p:nvCxnSpPr>
              <p:cNvPr id="82" name="Straight Arrow Connector 81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4" name="Rounded Rectangle 11"/>
              <p:cNvSpPr/>
              <p:nvPr/>
            </p:nvSpPr>
            <p:spPr>
              <a:xfrm>
                <a:off x="-70" y="5442"/>
                <a:ext cx="1192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Insert </a:t>
                </a:r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1104" y="4766"/>
              <a:ext cx="1249" cy="1855"/>
              <a:chOff x="34" y="4766"/>
              <a:chExt cx="1249" cy="1855"/>
            </a:xfrm>
          </p:grpSpPr>
          <p:cxnSp>
            <p:nvCxnSpPr>
              <p:cNvPr id="86" name="Straight Arrow Connector 85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8" name="Rounded Rectangle 11"/>
              <p:cNvSpPr/>
              <p:nvPr/>
            </p:nvSpPr>
            <p:spPr>
              <a:xfrm>
                <a:off x="34" y="5442"/>
                <a:ext cx="1249" cy="4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2464" y="4766"/>
              <a:ext cx="1171" cy="1858"/>
              <a:chOff x="334" y="4766"/>
              <a:chExt cx="1171" cy="1858"/>
            </a:xfrm>
          </p:grpSpPr>
          <p:cxnSp>
            <p:nvCxnSpPr>
              <p:cNvPr id="90" name="Straight Arrow Connector 89"/>
              <p:cNvCxnSpPr/>
              <p:nvPr/>
            </p:nvCxnSpPr>
            <p:spPr>
              <a:xfrm>
                <a:off x="765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/>
              <p:cNvCxnSpPr/>
              <p:nvPr/>
            </p:nvCxnSpPr>
            <p:spPr>
              <a:xfrm>
                <a:off x="778" y="5883"/>
                <a:ext cx="0" cy="741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2" name="Rounded Rectangle 11"/>
              <p:cNvSpPr/>
              <p:nvPr/>
            </p:nvSpPr>
            <p:spPr>
              <a:xfrm>
                <a:off x="334" y="5442"/>
                <a:ext cx="1171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cxnSp>
        <p:nvCxnSpPr>
          <p:cNvPr id="127" name="Straight Arrow Connector 126"/>
          <p:cNvCxnSpPr>
            <a:cxnSpLocks/>
          </p:cNvCxnSpPr>
          <p:nvPr/>
        </p:nvCxnSpPr>
        <p:spPr>
          <a:xfrm flipH="1">
            <a:off x="6505575" y="2978785"/>
            <a:ext cx="6350" cy="6013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7695511" y="2291715"/>
            <a:ext cx="1888129" cy="3710305"/>
            <a:chOff x="-173" y="2670"/>
            <a:chExt cx="3808" cy="5843"/>
          </a:xfrm>
        </p:grpSpPr>
        <p:cxnSp>
          <p:nvCxnSpPr>
            <p:cNvPr id="129" name="Straight Arrow Connector 128"/>
            <p:cNvCxnSpPr/>
            <p:nvPr/>
          </p:nvCxnSpPr>
          <p:spPr>
            <a:xfrm>
              <a:off x="1616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0" name="Rectangle 24"/>
            <p:cNvSpPr/>
            <p:nvPr/>
          </p:nvSpPr>
          <p:spPr>
            <a:xfrm>
              <a:off x="103" y="4694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1" name="Rectangle 29"/>
            <p:cNvSpPr/>
            <p:nvPr/>
          </p:nvSpPr>
          <p:spPr>
            <a:xfrm flipV="1">
              <a:off x="205" y="6616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2" name="Straight Arrow Connector 131"/>
            <p:cNvCxnSpPr>
              <a:cxnSpLocks/>
            </p:cNvCxnSpPr>
            <p:nvPr/>
          </p:nvCxnSpPr>
          <p:spPr>
            <a:xfrm>
              <a:off x="1617" y="6610"/>
              <a:ext cx="0" cy="190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3" name="Rounded Rectangle 2"/>
            <p:cNvSpPr/>
            <p:nvPr/>
          </p:nvSpPr>
          <p:spPr>
            <a:xfrm>
              <a:off x="636" y="3219"/>
              <a:ext cx="1967" cy="5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notification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6" name="Group 135"/>
            <p:cNvGrpSpPr/>
            <p:nvPr/>
          </p:nvGrpSpPr>
          <p:grpSpPr>
            <a:xfrm>
              <a:off x="-173" y="4766"/>
              <a:ext cx="1192" cy="1855"/>
              <a:chOff x="-70" y="4766"/>
              <a:chExt cx="1192" cy="1855"/>
            </a:xfrm>
          </p:grpSpPr>
          <p:cxnSp>
            <p:nvCxnSpPr>
              <p:cNvPr id="137" name="Straight Arrow Connector 136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9" name="Rounded Rectangle 11"/>
              <p:cNvSpPr/>
              <p:nvPr/>
            </p:nvSpPr>
            <p:spPr>
              <a:xfrm>
                <a:off x="-70" y="5442"/>
                <a:ext cx="1192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Insert </a:t>
                </a:r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104" y="4766"/>
              <a:ext cx="1249" cy="1855"/>
              <a:chOff x="34" y="4766"/>
              <a:chExt cx="1249" cy="1855"/>
            </a:xfrm>
          </p:grpSpPr>
          <p:cxnSp>
            <p:nvCxnSpPr>
              <p:cNvPr id="141" name="Straight Arrow Connector 140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3" name="Rounded Rectangle 11"/>
              <p:cNvSpPr/>
              <p:nvPr/>
            </p:nvSpPr>
            <p:spPr>
              <a:xfrm>
                <a:off x="34" y="5442"/>
                <a:ext cx="1249" cy="4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2464" y="4766"/>
              <a:ext cx="1171" cy="1855"/>
              <a:chOff x="334" y="4766"/>
              <a:chExt cx="1171" cy="1855"/>
            </a:xfrm>
          </p:grpSpPr>
          <p:cxnSp>
            <p:nvCxnSpPr>
              <p:cNvPr id="145" name="Straight Arrow Connector 144"/>
              <p:cNvCxnSpPr/>
              <p:nvPr/>
            </p:nvCxnSpPr>
            <p:spPr>
              <a:xfrm>
                <a:off x="765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 flipH="1">
                <a:off x="76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7" name="Rounded Rectangle 11"/>
              <p:cNvSpPr/>
              <p:nvPr/>
            </p:nvSpPr>
            <p:spPr>
              <a:xfrm>
                <a:off x="334" y="5442"/>
                <a:ext cx="1171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cxnSp>
        <p:nvCxnSpPr>
          <p:cNvPr id="148" name="Straight Arrow Connector 147"/>
          <p:cNvCxnSpPr>
            <a:cxnSpLocks/>
          </p:cNvCxnSpPr>
          <p:nvPr/>
        </p:nvCxnSpPr>
        <p:spPr>
          <a:xfrm flipH="1">
            <a:off x="8576945" y="2985135"/>
            <a:ext cx="6350" cy="6013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Arrow: Pentagon 3"/>
          <p:cNvSpPr/>
          <p:nvPr/>
        </p:nvSpPr>
        <p:spPr>
          <a:xfrm>
            <a:off x="0" y="180000"/>
            <a:ext cx="3972560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ADMIN ACTIVITY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9803711" y="2294890"/>
            <a:ext cx="1888129" cy="3707130"/>
            <a:chOff x="-173" y="2670"/>
            <a:chExt cx="3808" cy="5838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1616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Rectangle 24"/>
            <p:cNvSpPr/>
            <p:nvPr/>
          </p:nvSpPr>
          <p:spPr>
            <a:xfrm>
              <a:off x="103" y="4694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Rectangle 29"/>
            <p:cNvSpPr/>
            <p:nvPr/>
          </p:nvSpPr>
          <p:spPr>
            <a:xfrm flipV="1">
              <a:off x="205" y="6616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4" name="Straight Arrow Connector 53"/>
            <p:cNvCxnSpPr>
              <a:cxnSpLocks/>
            </p:cNvCxnSpPr>
            <p:nvPr/>
          </p:nvCxnSpPr>
          <p:spPr>
            <a:xfrm flipH="1">
              <a:off x="1638" y="6680"/>
              <a:ext cx="7" cy="182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Rounded Rectangle 2"/>
            <p:cNvSpPr/>
            <p:nvPr/>
          </p:nvSpPr>
          <p:spPr>
            <a:xfrm>
              <a:off x="636" y="3219"/>
              <a:ext cx="1967" cy="5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feedback</a:t>
              </a:r>
              <a:endParaRPr lang="en-IN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-173" y="4766"/>
              <a:ext cx="1192" cy="1855"/>
              <a:chOff x="-70" y="4766"/>
              <a:chExt cx="1192" cy="1855"/>
            </a:xfrm>
          </p:grpSpPr>
          <p:cxnSp>
            <p:nvCxnSpPr>
              <p:cNvPr id="63" name="Straight Arrow Connector 62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8" name="Rounded Rectangle 11"/>
              <p:cNvSpPr/>
              <p:nvPr/>
            </p:nvSpPr>
            <p:spPr>
              <a:xfrm>
                <a:off x="-70" y="5442"/>
                <a:ext cx="1192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Insert </a:t>
                </a: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1104" y="4766"/>
              <a:ext cx="1249" cy="1855"/>
              <a:chOff x="34" y="4766"/>
              <a:chExt cx="1249" cy="1855"/>
            </a:xfrm>
          </p:grpSpPr>
          <p:cxnSp>
            <p:nvCxnSpPr>
              <p:cNvPr id="100" name="Straight Arrow Connector 99"/>
              <p:cNvCxnSpPr/>
              <p:nvPr/>
            </p:nvCxnSpPr>
            <p:spPr>
              <a:xfrm>
                <a:off x="588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/>
              <p:cNvCxnSpPr/>
              <p:nvPr/>
            </p:nvCxnSpPr>
            <p:spPr>
              <a:xfrm flipH="1">
                <a:off x="57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2" name="Rounded Rectangle 11"/>
              <p:cNvSpPr/>
              <p:nvPr/>
            </p:nvSpPr>
            <p:spPr>
              <a:xfrm>
                <a:off x="34" y="5442"/>
                <a:ext cx="1249" cy="4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2464" y="4766"/>
              <a:ext cx="1171" cy="1855"/>
              <a:chOff x="334" y="4766"/>
              <a:chExt cx="1171" cy="1855"/>
            </a:xfrm>
          </p:grpSpPr>
          <p:cxnSp>
            <p:nvCxnSpPr>
              <p:cNvPr id="107" name="Straight Arrow Connector 106"/>
              <p:cNvCxnSpPr/>
              <p:nvPr/>
            </p:nvCxnSpPr>
            <p:spPr>
              <a:xfrm>
                <a:off x="765" y="4766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/>
              <p:cNvCxnSpPr/>
              <p:nvPr/>
            </p:nvCxnSpPr>
            <p:spPr>
              <a:xfrm flipH="1">
                <a:off x="766" y="5883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3" name="Rounded Rectangle 11"/>
              <p:cNvSpPr/>
              <p:nvPr/>
            </p:nvSpPr>
            <p:spPr>
              <a:xfrm>
                <a:off x="334" y="5442"/>
                <a:ext cx="1171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cxnSp>
        <p:nvCxnSpPr>
          <p:cNvPr id="114" name="Straight Arrow Connector 113"/>
          <p:cNvCxnSpPr>
            <a:cxnSpLocks/>
          </p:cNvCxnSpPr>
          <p:nvPr/>
        </p:nvCxnSpPr>
        <p:spPr>
          <a:xfrm flipH="1">
            <a:off x="10695305" y="2985135"/>
            <a:ext cx="6350" cy="60134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7715" y="1580643"/>
            <a:ext cx="11056775" cy="54229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grpSp>
        <p:nvGrpSpPr>
          <p:cNvPr id="291" name="Group 290"/>
          <p:cNvGrpSpPr/>
          <p:nvPr/>
        </p:nvGrpSpPr>
        <p:grpSpPr>
          <a:xfrm>
            <a:off x="5732227" y="142875"/>
            <a:ext cx="1019861" cy="1474256"/>
            <a:chOff x="8415" y="220"/>
            <a:chExt cx="1607" cy="2322"/>
          </a:xfrm>
        </p:grpSpPr>
        <p:sp>
          <p:nvSpPr>
            <p:cNvPr id="124" name="Oval 123"/>
            <p:cNvSpPr/>
            <p:nvPr/>
          </p:nvSpPr>
          <p:spPr>
            <a:xfrm>
              <a:off x="8615" y="220"/>
              <a:ext cx="1058" cy="500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 flipH="1">
              <a:off x="9146" y="720"/>
              <a:ext cx="0" cy="33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6" name="Group 125"/>
            <p:cNvGrpSpPr/>
            <p:nvPr/>
          </p:nvGrpSpPr>
          <p:grpSpPr>
            <a:xfrm>
              <a:off x="8415" y="1072"/>
              <a:ext cx="1607" cy="1470"/>
              <a:chOff x="8419" y="1278"/>
              <a:chExt cx="1761" cy="1713"/>
            </a:xfrm>
          </p:grpSpPr>
          <p:sp>
            <p:nvSpPr>
              <p:cNvPr id="127" name="Diamond 126"/>
              <p:cNvSpPr/>
              <p:nvPr/>
            </p:nvSpPr>
            <p:spPr>
              <a:xfrm>
                <a:off x="8419" y="2057"/>
                <a:ext cx="1761" cy="514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Valid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8" name="Elbow Connector 12"/>
              <p:cNvCxnSpPr>
                <a:stCxn id="127" idx="3"/>
                <a:endCxn id="130" idx="3"/>
              </p:cNvCxnSpPr>
              <p:nvPr/>
            </p:nvCxnSpPr>
            <p:spPr>
              <a:xfrm flipH="1" flipV="1">
                <a:off x="9896" y="1477"/>
                <a:ext cx="284" cy="837"/>
              </a:xfrm>
              <a:prstGeom prst="bentConnector3">
                <a:avLst>
                  <a:gd name="adj1" fmla="val -144738"/>
                </a:avLst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9" name="TextBox 35"/>
              <p:cNvSpPr txBox="1"/>
              <p:nvPr/>
            </p:nvSpPr>
            <p:spPr>
              <a:xfrm>
                <a:off x="8514" y="2513"/>
                <a:ext cx="845" cy="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yes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0" name="Rounded Rectangle 8"/>
              <p:cNvSpPr/>
              <p:nvPr/>
            </p:nvSpPr>
            <p:spPr>
              <a:xfrm>
                <a:off x="8574" y="1278"/>
                <a:ext cx="1322" cy="39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 in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31" name="Straight Arrow Connector 130"/>
          <p:cNvCxnSpPr/>
          <p:nvPr/>
        </p:nvCxnSpPr>
        <p:spPr>
          <a:xfrm flipH="1">
            <a:off x="6237669" y="897665"/>
            <a:ext cx="1905" cy="19240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2" name="TextBox 35"/>
          <p:cNvSpPr txBox="1"/>
          <p:nvPr/>
        </p:nvSpPr>
        <p:spPr>
          <a:xfrm>
            <a:off x="6550660" y="1277801"/>
            <a:ext cx="4894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3" name="Straight Arrow Connector 132"/>
          <p:cNvCxnSpPr/>
          <p:nvPr/>
        </p:nvCxnSpPr>
        <p:spPr>
          <a:xfrm flipH="1">
            <a:off x="6239574" y="1387885"/>
            <a:ext cx="1905" cy="19240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4" name="Rectangle 9"/>
          <p:cNvSpPr/>
          <p:nvPr/>
        </p:nvSpPr>
        <p:spPr>
          <a:xfrm>
            <a:off x="537845" y="6083935"/>
            <a:ext cx="11056620" cy="7620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grpSp>
        <p:nvGrpSpPr>
          <p:cNvPr id="297" name="Group 296"/>
          <p:cNvGrpSpPr/>
          <p:nvPr/>
        </p:nvGrpSpPr>
        <p:grpSpPr>
          <a:xfrm>
            <a:off x="5452110" y="6125210"/>
            <a:ext cx="824230" cy="678741"/>
            <a:chOff x="8586" y="9646"/>
            <a:chExt cx="1298" cy="1069"/>
          </a:xfrm>
        </p:grpSpPr>
        <p:grpSp>
          <p:nvGrpSpPr>
            <p:cNvPr id="172" name="Group 171"/>
            <p:cNvGrpSpPr/>
            <p:nvPr/>
          </p:nvGrpSpPr>
          <p:grpSpPr>
            <a:xfrm>
              <a:off x="8909" y="10475"/>
              <a:ext cx="658" cy="240"/>
              <a:chOff x="8854" y="10534"/>
              <a:chExt cx="690" cy="274"/>
            </a:xfrm>
          </p:grpSpPr>
          <p:sp>
            <p:nvSpPr>
              <p:cNvPr id="138" name="Oval 137"/>
              <p:cNvSpPr/>
              <p:nvPr/>
            </p:nvSpPr>
            <p:spPr>
              <a:xfrm>
                <a:off x="8854" y="10534"/>
                <a:ext cx="690" cy="27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8978" y="10583"/>
                <a:ext cx="444" cy="151"/>
              </a:xfrm>
              <a:prstGeom prst="ellipse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8586" y="9646"/>
              <a:ext cx="1298" cy="829"/>
              <a:chOff x="8586" y="9646"/>
              <a:chExt cx="1298" cy="829"/>
            </a:xfrm>
          </p:grpSpPr>
          <p:cxnSp>
            <p:nvCxnSpPr>
              <p:cNvPr id="141" name="Straight Arrow Connector 140"/>
              <p:cNvCxnSpPr/>
              <p:nvPr/>
            </p:nvCxnSpPr>
            <p:spPr>
              <a:xfrm>
                <a:off x="9196" y="9646"/>
                <a:ext cx="9" cy="37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2" name="Rounded Rectangle 129"/>
              <p:cNvSpPr/>
              <p:nvPr/>
            </p:nvSpPr>
            <p:spPr>
              <a:xfrm>
                <a:off x="8586" y="10018"/>
                <a:ext cx="1298" cy="24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out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3" name="Straight Arrow Connector 142"/>
              <p:cNvCxnSpPr>
                <a:stCxn id="142" idx="2"/>
              </p:cNvCxnSpPr>
              <p:nvPr/>
            </p:nvCxnSpPr>
            <p:spPr>
              <a:xfrm>
                <a:off x="9235" y="10264"/>
                <a:ext cx="6" cy="211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8" name="Group 257"/>
          <p:cNvGrpSpPr/>
          <p:nvPr/>
        </p:nvGrpSpPr>
        <p:grpSpPr>
          <a:xfrm>
            <a:off x="161907" y="1635125"/>
            <a:ext cx="1711623" cy="4458306"/>
            <a:chOff x="-180" y="2670"/>
            <a:chExt cx="3976" cy="7036"/>
          </a:xfrm>
        </p:grpSpPr>
        <p:cxnSp>
          <p:nvCxnSpPr>
            <p:cNvPr id="259" name="Straight Arrow Connector 258"/>
            <p:cNvCxnSpPr/>
            <p:nvPr/>
          </p:nvCxnSpPr>
          <p:spPr>
            <a:xfrm>
              <a:off x="1744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stCxn id="264" idx="2"/>
            </p:cNvCxnSpPr>
            <p:nvPr/>
          </p:nvCxnSpPr>
          <p:spPr>
            <a:xfrm>
              <a:off x="1728" y="3858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1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2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63" name="Straight Arrow Connector 262"/>
            <p:cNvCxnSpPr>
              <a:cxnSpLocks/>
              <a:stCxn id="262" idx="2"/>
            </p:cNvCxnSpPr>
            <p:nvPr/>
          </p:nvCxnSpPr>
          <p:spPr>
            <a:xfrm flipH="1">
              <a:off x="1587" y="6224"/>
              <a:ext cx="15" cy="348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4" name="Rounded Rectangle 2"/>
            <p:cNvSpPr/>
            <p:nvPr/>
          </p:nvSpPr>
          <p:spPr>
            <a:xfrm>
              <a:off x="751" y="3219"/>
              <a:ext cx="1954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profile</a:t>
              </a:r>
            </a:p>
          </p:txBody>
        </p:sp>
        <p:grpSp>
          <p:nvGrpSpPr>
            <p:cNvPr id="265" name="Group 264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266" name="Straight Arrow Connector 265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8" name="Straight Arrow Connector 267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9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271" name="Straight Arrow Connector 270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3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274" name="Group 273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275" name="Straight Arrow Connector 274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7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2322830" y="1611630"/>
            <a:ext cx="1711325" cy="4481830"/>
            <a:chOff x="-180" y="2670"/>
            <a:chExt cx="3976" cy="7015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1664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1666" y="3857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Arrow Connector 7"/>
            <p:cNvCxnSpPr>
              <a:stCxn id="7" idx="2"/>
            </p:cNvCxnSpPr>
            <p:nvPr/>
          </p:nvCxnSpPr>
          <p:spPr>
            <a:xfrm flipH="1">
              <a:off x="1587" y="6224"/>
              <a:ext cx="15" cy="346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Rounded Rectangle 2"/>
            <p:cNvSpPr/>
            <p:nvPr/>
          </p:nvSpPr>
          <p:spPr>
            <a:xfrm>
              <a:off x="575" y="3219"/>
              <a:ext cx="2245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attendance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7772400" y="1622425"/>
            <a:ext cx="1761490" cy="4471035"/>
            <a:chOff x="2276" y="2569"/>
            <a:chExt cx="3739" cy="7036"/>
          </a:xfrm>
        </p:grpSpPr>
        <p:grpSp>
          <p:nvGrpSpPr>
            <p:cNvPr id="24" name="Group 23"/>
            <p:cNvGrpSpPr/>
            <p:nvPr/>
          </p:nvGrpSpPr>
          <p:grpSpPr>
            <a:xfrm>
              <a:off x="2657" y="2569"/>
              <a:ext cx="3100" cy="5182"/>
              <a:chOff x="2660" y="2652"/>
              <a:chExt cx="3100" cy="5102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 flipH="1">
                <a:off x="4220" y="2652"/>
                <a:ext cx="15" cy="38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" name="Rounded Rectangle 54"/>
              <p:cNvSpPr/>
              <p:nvPr/>
            </p:nvSpPr>
            <p:spPr>
              <a:xfrm>
                <a:off x="3339" y="6463"/>
                <a:ext cx="1873" cy="6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Post result</a:t>
                </a:r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30" name="Straight Arrow Connector 29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33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34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37" name="Straight Arrow Connector 36"/>
              <p:cNvCxnSpPr>
                <a:stCxn id="32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/>
            <p:cNvCxnSpPr/>
            <p:nvPr/>
          </p:nvCxnSpPr>
          <p:spPr>
            <a:xfrm flipH="1">
              <a:off x="4106" y="9110"/>
              <a:ext cx="12" cy="49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6753842" y="1635125"/>
            <a:ext cx="1711623" cy="4462742"/>
            <a:chOff x="-180" y="2670"/>
            <a:chExt cx="3976" cy="7043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1690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47" idx="2"/>
            </p:cNvCxnSpPr>
            <p:nvPr/>
          </p:nvCxnSpPr>
          <p:spPr>
            <a:xfrm>
              <a:off x="1728" y="3858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6" name="Straight Arrow Connector 45"/>
            <p:cNvCxnSpPr>
              <a:cxnSpLocks/>
              <a:stCxn id="45" idx="2"/>
            </p:cNvCxnSpPr>
            <p:nvPr/>
          </p:nvCxnSpPr>
          <p:spPr>
            <a:xfrm>
              <a:off x="1602" y="6224"/>
              <a:ext cx="0" cy="348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Rounded Rectangle 2"/>
            <p:cNvSpPr/>
            <p:nvPr/>
          </p:nvSpPr>
          <p:spPr>
            <a:xfrm>
              <a:off x="751" y="3219"/>
              <a:ext cx="1954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Post exam schrdule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53" name="Straight Arrow Connector 52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5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57" name="Straight Arrow Connector 56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9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60" name="Group 59"/>
          <p:cNvGrpSpPr/>
          <p:nvPr/>
        </p:nvGrpSpPr>
        <p:grpSpPr>
          <a:xfrm>
            <a:off x="5532120" y="1635125"/>
            <a:ext cx="1761490" cy="4458290"/>
            <a:chOff x="2276" y="2569"/>
            <a:chExt cx="3739" cy="7005"/>
          </a:xfrm>
        </p:grpSpPr>
        <p:grpSp>
          <p:nvGrpSpPr>
            <p:cNvPr id="61" name="Group 60"/>
            <p:cNvGrpSpPr/>
            <p:nvPr/>
          </p:nvGrpSpPr>
          <p:grpSpPr>
            <a:xfrm>
              <a:off x="2657" y="2569"/>
              <a:ext cx="3100" cy="5182"/>
              <a:chOff x="2660" y="2652"/>
              <a:chExt cx="3100" cy="5102"/>
            </a:xfrm>
          </p:grpSpPr>
          <p:cxnSp>
            <p:nvCxnSpPr>
              <p:cNvPr id="62" name="Straight Arrow Connector 61"/>
              <p:cNvCxnSpPr/>
              <p:nvPr/>
            </p:nvCxnSpPr>
            <p:spPr>
              <a:xfrm flipH="1">
                <a:off x="4220" y="2652"/>
                <a:ext cx="15" cy="38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3" name="Rounded Rectangle 54"/>
              <p:cNvSpPr/>
              <p:nvPr/>
            </p:nvSpPr>
            <p:spPr>
              <a:xfrm>
                <a:off x="3339" y="6463"/>
                <a:ext cx="2077" cy="6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Manage leave report</a:t>
                </a:r>
                <a:endParaRPr lang="en-IN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4" name="Straight Arrow Connector 63"/>
              <p:cNvCxnSpPr/>
              <p:nvPr/>
            </p:nvCxnSpPr>
            <p:spPr>
              <a:xfrm>
                <a:off x="4265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5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67" name="Straight Arrow Connector 66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9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70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71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72" name="Straight Arrow Connector 71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3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4" name="Straight Arrow Connector 73"/>
              <p:cNvCxnSpPr>
                <a:stCxn id="69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7" name="Straight Arrow Connector 76"/>
            <p:cNvCxnSpPr>
              <a:cxnSpLocks/>
            </p:cNvCxnSpPr>
            <p:nvPr/>
          </p:nvCxnSpPr>
          <p:spPr>
            <a:xfrm flipH="1">
              <a:off x="4118" y="9110"/>
              <a:ext cx="0" cy="464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>
            <a:off x="4528185" y="1624965"/>
            <a:ext cx="1711325" cy="4468495"/>
            <a:chOff x="-180" y="2670"/>
            <a:chExt cx="3976" cy="7015"/>
          </a:xfrm>
        </p:grpSpPr>
        <p:cxnSp>
          <p:nvCxnSpPr>
            <p:cNvPr id="79" name="Straight Arrow Connector 78"/>
            <p:cNvCxnSpPr/>
            <p:nvPr/>
          </p:nvCxnSpPr>
          <p:spPr>
            <a:xfrm>
              <a:off x="1744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84" idx="2"/>
            </p:cNvCxnSpPr>
            <p:nvPr/>
          </p:nvCxnSpPr>
          <p:spPr>
            <a:xfrm>
              <a:off x="1728" y="3858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2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3" name="Straight Arrow Connector 82"/>
            <p:cNvCxnSpPr>
              <a:stCxn id="82" idx="2"/>
            </p:cNvCxnSpPr>
            <p:nvPr/>
          </p:nvCxnSpPr>
          <p:spPr>
            <a:xfrm flipH="1">
              <a:off x="1587" y="6224"/>
              <a:ext cx="15" cy="346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4" name="Rounded Rectangle 2"/>
            <p:cNvSpPr/>
            <p:nvPr/>
          </p:nvSpPr>
          <p:spPr>
            <a:xfrm>
              <a:off x="751" y="3219"/>
              <a:ext cx="1954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Upload material</a:t>
              </a: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86" name="Straight Arrow Connector 85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8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90" name="Straight Arrow Connector 89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2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94" name="Straight Arrow Connector 93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6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330" name="Group 329"/>
          <p:cNvGrpSpPr/>
          <p:nvPr/>
        </p:nvGrpSpPr>
        <p:grpSpPr>
          <a:xfrm>
            <a:off x="8895062" y="1634490"/>
            <a:ext cx="1711623" cy="4463376"/>
            <a:chOff x="-180" y="2670"/>
            <a:chExt cx="3976" cy="7044"/>
          </a:xfrm>
        </p:grpSpPr>
        <p:cxnSp>
          <p:nvCxnSpPr>
            <p:cNvPr id="331" name="Straight Arrow Connector 330"/>
            <p:cNvCxnSpPr/>
            <p:nvPr/>
          </p:nvCxnSpPr>
          <p:spPr>
            <a:xfrm>
              <a:off x="1744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2" name="Straight Arrow Connector 331"/>
            <p:cNvCxnSpPr>
              <a:stCxn id="336" idx="2"/>
            </p:cNvCxnSpPr>
            <p:nvPr/>
          </p:nvCxnSpPr>
          <p:spPr>
            <a:xfrm>
              <a:off x="1728" y="3858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3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4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35" name="Straight Arrow Connector 334"/>
            <p:cNvCxnSpPr>
              <a:cxnSpLocks/>
              <a:stCxn id="334" idx="2"/>
            </p:cNvCxnSpPr>
            <p:nvPr/>
          </p:nvCxnSpPr>
          <p:spPr>
            <a:xfrm>
              <a:off x="1602" y="6224"/>
              <a:ext cx="0" cy="349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6" name="Rounded Rectangle 2"/>
            <p:cNvSpPr/>
            <p:nvPr/>
          </p:nvSpPr>
          <p:spPr>
            <a:xfrm>
              <a:off x="751" y="3219"/>
              <a:ext cx="1954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FAQ’S</a:t>
              </a:r>
            </a:p>
          </p:txBody>
        </p:sp>
        <p:grpSp>
          <p:nvGrpSpPr>
            <p:cNvPr id="337" name="Group 336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338" name="Straight Arrow Connector 337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9" name="Straight Arrow Connector 338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0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341" name="Group 340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342" name="Straight Arrow Connector 341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3" name="Straight Arrow Connector 342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4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345" name="Group 344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346" name="Straight Arrow Connector 345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7" name="Straight Arrow Connector 346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8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350" name="Group 349"/>
          <p:cNvGrpSpPr/>
          <p:nvPr/>
        </p:nvGrpSpPr>
        <p:grpSpPr>
          <a:xfrm>
            <a:off x="10359622" y="1605936"/>
            <a:ext cx="984154" cy="4467860"/>
            <a:chOff x="3099" y="2652"/>
            <a:chExt cx="2089" cy="6890"/>
          </a:xfrm>
        </p:grpSpPr>
        <p:cxnSp>
          <p:nvCxnSpPr>
            <p:cNvPr id="351" name="Straight Arrow Connector 350"/>
            <p:cNvCxnSpPr/>
            <p:nvPr/>
          </p:nvCxnSpPr>
          <p:spPr>
            <a:xfrm flipH="1">
              <a:off x="4076" y="2652"/>
              <a:ext cx="15" cy="381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2" name="Rounded Rectangle 54"/>
            <p:cNvSpPr/>
            <p:nvPr/>
          </p:nvSpPr>
          <p:spPr>
            <a:xfrm>
              <a:off x="3099" y="6463"/>
              <a:ext cx="2089" cy="65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Get notificaation</a:t>
              </a:r>
            </a:p>
          </p:txBody>
        </p:sp>
        <p:cxnSp>
          <p:nvCxnSpPr>
            <p:cNvPr id="353" name="Straight Arrow Connector 352"/>
            <p:cNvCxnSpPr>
              <a:cxnSpLocks/>
            </p:cNvCxnSpPr>
            <p:nvPr/>
          </p:nvCxnSpPr>
          <p:spPr>
            <a:xfrm>
              <a:off x="4121" y="7122"/>
              <a:ext cx="0" cy="2420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9" name="Group 108"/>
          <p:cNvGrpSpPr/>
          <p:nvPr/>
        </p:nvGrpSpPr>
        <p:grpSpPr>
          <a:xfrm>
            <a:off x="3318055" y="1630847"/>
            <a:ext cx="1761506" cy="4462722"/>
            <a:chOff x="2276" y="2569"/>
            <a:chExt cx="3739" cy="7057"/>
          </a:xfrm>
        </p:grpSpPr>
        <p:grpSp>
          <p:nvGrpSpPr>
            <p:cNvPr id="110" name="Group 109"/>
            <p:cNvGrpSpPr/>
            <p:nvPr/>
          </p:nvGrpSpPr>
          <p:grpSpPr>
            <a:xfrm>
              <a:off x="2644" y="2569"/>
              <a:ext cx="3113" cy="5182"/>
              <a:chOff x="2647" y="2652"/>
              <a:chExt cx="3113" cy="5102"/>
            </a:xfrm>
          </p:grpSpPr>
          <p:cxnSp>
            <p:nvCxnSpPr>
              <p:cNvPr id="123" name="Straight Arrow Connector 122"/>
              <p:cNvCxnSpPr/>
              <p:nvPr/>
            </p:nvCxnSpPr>
            <p:spPr>
              <a:xfrm flipH="1">
                <a:off x="4092" y="2652"/>
                <a:ext cx="15" cy="38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5" name="Rounded Rectangle 54"/>
              <p:cNvSpPr/>
              <p:nvPr/>
            </p:nvSpPr>
            <p:spPr>
              <a:xfrm>
                <a:off x="2647" y="6463"/>
                <a:ext cx="3087" cy="6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Manage</a:t>
                </a:r>
              </a:p>
              <a:p>
                <a:pPr algn="ctr"/>
                <a:r>
                  <a:rPr lang="en-US" altLang="en-I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time-table</a:t>
                </a:r>
              </a:p>
            </p:txBody>
          </p:sp>
          <p:cxnSp>
            <p:nvCxnSpPr>
              <p:cNvPr id="136" name="Straight Arrow Connector 135"/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113" name="Straight Arrow Connector 112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5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116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117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118" name="Straight Arrow Connector 117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9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0" name="Straight Arrow Connector 119"/>
              <p:cNvCxnSpPr>
                <a:stCxn id="115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Straight Arrow Connector 111"/>
            <p:cNvCxnSpPr>
              <a:cxnSpLocks/>
            </p:cNvCxnSpPr>
            <p:nvPr/>
          </p:nvCxnSpPr>
          <p:spPr>
            <a:xfrm>
              <a:off x="4118" y="9110"/>
              <a:ext cx="0" cy="516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98" name="Arrow: Pentagon 97"/>
          <p:cNvSpPr/>
          <p:nvPr/>
        </p:nvSpPr>
        <p:spPr>
          <a:xfrm>
            <a:off x="0" y="180000"/>
            <a:ext cx="3972560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STAFF ACTIVITY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18BC390-5662-3BC7-8D85-C19A987545C0}"/>
              </a:ext>
            </a:extLst>
          </p:cNvPr>
          <p:cNvGrpSpPr/>
          <p:nvPr/>
        </p:nvGrpSpPr>
        <p:grpSpPr>
          <a:xfrm>
            <a:off x="1169466" y="1636258"/>
            <a:ext cx="1761506" cy="4462722"/>
            <a:chOff x="2276" y="2569"/>
            <a:chExt cx="3739" cy="7057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F43377C-CCE8-FBD8-1C75-6F8EF41AEDB4}"/>
                </a:ext>
              </a:extLst>
            </p:cNvPr>
            <p:cNvGrpSpPr/>
            <p:nvPr/>
          </p:nvGrpSpPr>
          <p:grpSpPr>
            <a:xfrm>
              <a:off x="2644" y="2569"/>
              <a:ext cx="3113" cy="5182"/>
              <a:chOff x="2647" y="2652"/>
              <a:chExt cx="3113" cy="5102"/>
            </a:xfrm>
          </p:grpSpPr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B5CA20FD-4083-033F-2F86-BA4130BB6B15}"/>
                  </a:ext>
                </a:extLst>
              </p:cNvPr>
              <p:cNvCxnSpPr/>
              <p:nvPr/>
            </p:nvCxnSpPr>
            <p:spPr>
              <a:xfrm flipH="1">
                <a:off x="4092" y="2652"/>
                <a:ext cx="15" cy="38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6" name="Rounded Rectangle 54">
                <a:extLst>
                  <a:ext uri="{FF2B5EF4-FFF2-40B4-BE49-F238E27FC236}">
                    <a16:creationId xmlns:a16="http://schemas.microsoft.com/office/drawing/2014/main" id="{468CDAE5-5751-0DC1-D777-9FEE397C7FFC}"/>
                  </a:ext>
                </a:extLst>
              </p:cNvPr>
              <p:cNvSpPr/>
              <p:nvPr/>
            </p:nvSpPr>
            <p:spPr>
              <a:xfrm>
                <a:off x="2647" y="6463"/>
                <a:ext cx="3087" cy="6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Manage</a:t>
                </a:r>
              </a:p>
              <a:p>
                <a:pPr algn="ctr"/>
                <a:r>
                  <a:rPr lang="en-US" altLang="en-I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Parent</a:t>
                </a:r>
              </a:p>
            </p:txBody>
          </p: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FCDFA48E-D9EF-FD30-4CFC-9BB2BFB3D287}"/>
                  </a:ext>
                </a:extLst>
              </p:cNvPr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Rectangle 24">
                <a:extLst>
                  <a:ext uri="{FF2B5EF4-FFF2-40B4-BE49-F238E27FC236}">
                    <a16:creationId xmlns:a16="http://schemas.microsoft.com/office/drawing/2014/main" id="{A78ED48E-46E9-DE10-776E-247249102DB0}"/>
                  </a:ext>
                </a:extLst>
              </p:cNvPr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550B95D-D6EA-1E75-0539-835222A652D1}"/>
                </a:ext>
              </a:extLst>
            </p:cNvPr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524CC7CA-F37C-FCF6-3F9C-5D6638AA6310}"/>
                  </a:ext>
                </a:extLst>
              </p:cNvPr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633DEABA-8CBA-8AD6-44AE-E1824B9E1D0F}"/>
                  </a:ext>
                </a:extLst>
              </p:cNvPr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6" name="Rounded Rectangle 58">
                <a:extLst>
                  <a:ext uri="{FF2B5EF4-FFF2-40B4-BE49-F238E27FC236}">
                    <a16:creationId xmlns:a16="http://schemas.microsoft.com/office/drawing/2014/main" id="{AFEE1A12-1FEA-5311-3DE4-B84FE26ED25F}"/>
                  </a:ext>
                </a:extLst>
              </p:cNvPr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167" name="Rounded Rectangle 148">
                <a:extLst>
                  <a:ext uri="{FF2B5EF4-FFF2-40B4-BE49-F238E27FC236}">
                    <a16:creationId xmlns:a16="http://schemas.microsoft.com/office/drawing/2014/main" id="{6CAA44C4-FB2B-D946-12F7-C5A6D6C4FB39}"/>
                  </a:ext>
                </a:extLst>
              </p:cNvPr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168" name="Rounded Rectangle 149">
                <a:extLst>
                  <a:ext uri="{FF2B5EF4-FFF2-40B4-BE49-F238E27FC236}">
                    <a16:creationId xmlns:a16="http://schemas.microsoft.com/office/drawing/2014/main" id="{3C08CBE1-132F-33AB-8967-8496B1597D0C}"/>
                  </a:ext>
                </a:extLst>
              </p:cNvPr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056EFA94-86BE-6F32-4B9D-FEE4DC2E31B8}"/>
                  </a:ext>
                </a:extLst>
              </p:cNvPr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0" name="Rectangle 24">
                <a:extLst>
                  <a:ext uri="{FF2B5EF4-FFF2-40B4-BE49-F238E27FC236}">
                    <a16:creationId xmlns:a16="http://schemas.microsoft.com/office/drawing/2014/main" id="{79CF57FB-0BEB-4C62-3901-9DF05C62FB63}"/>
                  </a:ext>
                </a:extLst>
              </p:cNvPr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326AB94C-36AF-A875-6D15-3EF1297C8005}"/>
                  </a:ext>
                </a:extLst>
              </p:cNvPr>
              <p:cNvCxnSpPr>
                <a:stCxn id="166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A00834A0-0A10-F36A-E297-3389925C6617}"/>
                  </a:ext>
                </a:extLst>
              </p:cNvPr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7C347F4A-1B79-8FB8-E53E-21518866E5F1}"/>
                  </a:ext>
                </a:extLst>
              </p:cNvPr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0DAC4F34-DB9F-3F65-14A6-22A9F5F1D4F1}"/>
                </a:ext>
              </a:extLst>
            </p:cNvPr>
            <p:cNvCxnSpPr>
              <a:cxnSpLocks/>
            </p:cNvCxnSpPr>
            <p:nvPr/>
          </p:nvCxnSpPr>
          <p:spPr>
            <a:xfrm>
              <a:off x="4118" y="9110"/>
              <a:ext cx="0" cy="516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321905" y="5919445"/>
            <a:ext cx="11476654" cy="466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1" name="Group 290"/>
          <p:cNvGrpSpPr/>
          <p:nvPr/>
        </p:nvGrpSpPr>
        <p:grpSpPr>
          <a:xfrm>
            <a:off x="5688792" y="142875"/>
            <a:ext cx="1019282" cy="1554348"/>
            <a:chOff x="8347" y="220"/>
            <a:chExt cx="1606" cy="2448"/>
          </a:xfrm>
        </p:grpSpPr>
        <p:sp>
          <p:nvSpPr>
            <p:cNvPr id="124" name="Oval 123"/>
            <p:cNvSpPr/>
            <p:nvPr/>
          </p:nvSpPr>
          <p:spPr>
            <a:xfrm>
              <a:off x="8615" y="220"/>
              <a:ext cx="1058" cy="500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5" name="Straight Arrow Connector 124"/>
            <p:cNvCxnSpPr/>
            <p:nvPr/>
          </p:nvCxnSpPr>
          <p:spPr>
            <a:xfrm flipH="1">
              <a:off x="9146" y="720"/>
              <a:ext cx="0" cy="33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6" name="Group 125"/>
            <p:cNvGrpSpPr/>
            <p:nvPr/>
          </p:nvGrpSpPr>
          <p:grpSpPr>
            <a:xfrm>
              <a:off x="8347" y="1072"/>
              <a:ext cx="1606" cy="1596"/>
              <a:chOff x="8344" y="1278"/>
              <a:chExt cx="1760" cy="1860"/>
            </a:xfrm>
          </p:grpSpPr>
          <p:sp>
            <p:nvSpPr>
              <p:cNvPr id="127" name="Diamond 126"/>
              <p:cNvSpPr/>
              <p:nvPr/>
            </p:nvSpPr>
            <p:spPr>
              <a:xfrm>
                <a:off x="8344" y="2024"/>
                <a:ext cx="1760" cy="728"/>
              </a:xfrm>
              <a:prstGeom prst="diamon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Valid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8" name="Elbow Connector 12"/>
              <p:cNvCxnSpPr>
                <a:stCxn id="127" idx="3"/>
                <a:endCxn id="130" idx="3"/>
              </p:cNvCxnSpPr>
              <p:nvPr/>
            </p:nvCxnSpPr>
            <p:spPr>
              <a:xfrm flipH="1" flipV="1">
                <a:off x="9896" y="1477"/>
                <a:ext cx="208" cy="910"/>
              </a:xfrm>
              <a:prstGeom prst="bentConnector3">
                <a:avLst>
                  <a:gd name="adj1" fmla="val -197512"/>
                </a:avLst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9" name="TextBox 35"/>
              <p:cNvSpPr txBox="1"/>
              <p:nvPr/>
            </p:nvSpPr>
            <p:spPr>
              <a:xfrm>
                <a:off x="8448" y="2660"/>
                <a:ext cx="845" cy="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Yes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0" name="Rounded Rectangle 8"/>
              <p:cNvSpPr/>
              <p:nvPr/>
            </p:nvSpPr>
            <p:spPr>
              <a:xfrm>
                <a:off x="8574" y="1278"/>
                <a:ext cx="1322" cy="39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 in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31" name="Straight Arrow Connector 130"/>
          <p:cNvCxnSpPr/>
          <p:nvPr/>
        </p:nvCxnSpPr>
        <p:spPr>
          <a:xfrm flipH="1">
            <a:off x="6194489" y="897665"/>
            <a:ext cx="1905" cy="19240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H="1">
            <a:off x="6190679" y="1486945"/>
            <a:ext cx="1905" cy="19240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Text Box 76"/>
          <p:cNvSpPr txBox="1"/>
          <p:nvPr/>
        </p:nvSpPr>
        <p:spPr>
          <a:xfrm>
            <a:off x="6587490" y="1323975"/>
            <a:ext cx="430530" cy="163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1000" b="1"/>
              <a:t>No</a:t>
            </a:r>
          </a:p>
        </p:txBody>
      </p:sp>
      <p:sp>
        <p:nvSpPr>
          <p:cNvPr id="78" name="Rectangle 16"/>
          <p:cNvSpPr/>
          <p:nvPr/>
        </p:nvSpPr>
        <p:spPr>
          <a:xfrm>
            <a:off x="321905" y="1700505"/>
            <a:ext cx="11476654" cy="466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7" name="Group 296"/>
          <p:cNvGrpSpPr/>
          <p:nvPr/>
        </p:nvGrpSpPr>
        <p:grpSpPr>
          <a:xfrm>
            <a:off x="5902325" y="5922011"/>
            <a:ext cx="861695" cy="866176"/>
            <a:chOff x="8586" y="9589"/>
            <a:chExt cx="1298" cy="1126"/>
          </a:xfrm>
        </p:grpSpPr>
        <p:grpSp>
          <p:nvGrpSpPr>
            <p:cNvPr id="172" name="Group 171"/>
            <p:cNvGrpSpPr/>
            <p:nvPr/>
          </p:nvGrpSpPr>
          <p:grpSpPr>
            <a:xfrm>
              <a:off x="8879" y="10475"/>
              <a:ext cx="658" cy="240"/>
              <a:chOff x="8824" y="10534"/>
              <a:chExt cx="690" cy="274"/>
            </a:xfrm>
          </p:grpSpPr>
          <p:sp>
            <p:nvSpPr>
              <p:cNvPr id="138" name="Oval 137"/>
              <p:cNvSpPr/>
              <p:nvPr/>
            </p:nvSpPr>
            <p:spPr>
              <a:xfrm>
                <a:off x="8824" y="10534"/>
                <a:ext cx="690" cy="27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8948" y="10583"/>
                <a:ext cx="444" cy="151"/>
              </a:xfrm>
              <a:prstGeom prst="ellipse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8586" y="9589"/>
              <a:ext cx="1298" cy="887"/>
              <a:chOff x="8586" y="9589"/>
              <a:chExt cx="1298" cy="887"/>
            </a:xfrm>
          </p:grpSpPr>
          <p:cxnSp>
            <p:nvCxnSpPr>
              <p:cNvPr id="141" name="Straight Arrow Connector 140"/>
              <p:cNvCxnSpPr/>
              <p:nvPr/>
            </p:nvCxnSpPr>
            <p:spPr>
              <a:xfrm>
                <a:off x="9196" y="9589"/>
                <a:ext cx="0" cy="431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2" name="Rounded Rectangle 129"/>
              <p:cNvSpPr/>
              <p:nvPr/>
            </p:nvSpPr>
            <p:spPr>
              <a:xfrm>
                <a:off x="8586" y="10018"/>
                <a:ext cx="1298" cy="24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Log out</a:t>
                </a:r>
                <a:endParaRPr lang="en-IN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3" name="Straight Arrow Connector 142"/>
              <p:cNvCxnSpPr/>
              <p:nvPr/>
            </p:nvCxnSpPr>
            <p:spPr>
              <a:xfrm>
                <a:off x="9199" y="10265"/>
                <a:ext cx="0" cy="211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8" name="Group 257"/>
          <p:cNvGrpSpPr/>
          <p:nvPr/>
        </p:nvGrpSpPr>
        <p:grpSpPr>
          <a:xfrm>
            <a:off x="81915" y="1750060"/>
            <a:ext cx="1711325" cy="4171950"/>
            <a:chOff x="-180" y="2670"/>
            <a:chExt cx="3976" cy="7015"/>
          </a:xfrm>
        </p:grpSpPr>
        <p:cxnSp>
          <p:nvCxnSpPr>
            <p:cNvPr id="259" name="Straight Arrow Connector 258"/>
            <p:cNvCxnSpPr/>
            <p:nvPr/>
          </p:nvCxnSpPr>
          <p:spPr>
            <a:xfrm>
              <a:off x="1744" y="2670"/>
              <a:ext cx="0" cy="529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stCxn id="264" idx="2"/>
            </p:cNvCxnSpPr>
            <p:nvPr/>
          </p:nvCxnSpPr>
          <p:spPr>
            <a:xfrm>
              <a:off x="1728" y="3858"/>
              <a:ext cx="17" cy="44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1" name="Rectangle 24"/>
            <p:cNvSpPr/>
            <p:nvPr/>
          </p:nvSpPr>
          <p:spPr>
            <a:xfrm>
              <a:off x="103" y="4298"/>
              <a:ext cx="3100" cy="7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2" name="Rectangle 29"/>
            <p:cNvSpPr/>
            <p:nvPr/>
          </p:nvSpPr>
          <p:spPr>
            <a:xfrm flipV="1">
              <a:off x="103" y="6224"/>
              <a:ext cx="2998" cy="73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prstClr val="black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63" name="Straight Arrow Connector 262"/>
            <p:cNvCxnSpPr>
              <a:stCxn id="262" idx="2"/>
            </p:cNvCxnSpPr>
            <p:nvPr/>
          </p:nvCxnSpPr>
          <p:spPr>
            <a:xfrm flipH="1">
              <a:off x="1587" y="6224"/>
              <a:ext cx="15" cy="346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4" name="Rounded Rectangle 2"/>
            <p:cNvSpPr/>
            <p:nvPr/>
          </p:nvSpPr>
          <p:spPr>
            <a:xfrm>
              <a:off x="751" y="3219"/>
              <a:ext cx="1954" cy="63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Manage profile</a:t>
              </a:r>
            </a:p>
          </p:txBody>
        </p:sp>
        <p:grpSp>
          <p:nvGrpSpPr>
            <p:cNvPr id="265" name="Group 264"/>
            <p:cNvGrpSpPr/>
            <p:nvPr/>
          </p:nvGrpSpPr>
          <p:grpSpPr>
            <a:xfrm>
              <a:off x="-180" y="4370"/>
              <a:ext cx="1058" cy="1855"/>
              <a:chOff x="-77" y="4370"/>
              <a:chExt cx="1058" cy="1855"/>
            </a:xfrm>
          </p:grpSpPr>
          <p:cxnSp>
            <p:nvCxnSpPr>
              <p:cNvPr id="266" name="Straight Arrow Connector 265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8" name="Straight Arrow Connector 267"/>
              <p:cNvCxnSpPr/>
              <p:nvPr/>
            </p:nvCxnSpPr>
            <p:spPr>
              <a:xfrm flipH="1">
                <a:off x="576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9" name="Rounded Rectangle 11"/>
              <p:cNvSpPr/>
              <p:nvPr/>
            </p:nvSpPr>
            <p:spPr>
              <a:xfrm>
                <a:off x="-77" y="5046"/>
                <a:ext cx="1058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 </a:t>
                </a:r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979" y="4370"/>
              <a:ext cx="1387" cy="1855"/>
              <a:chOff x="-91" y="4370"/>
              <a:chExt cx="1387" cy="1855"/>
            </a:xfrm>
          </p:grpSpPr>
          <p:cxnSp>
            <p:nvCxnSpPr>
              <p:cNvPr id="271" name="Straight Arrow Connector 270"/>
              <p:cNvCxnSpPr/>
              <p:nvPr/>
            </p:nvCxnSpPr>
            <p:spPr>
              <a:xfrm>
                <a:off x="576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2" name="Straight Arrow Connector 271"/>
              <p:cNvCxnSpPr/>
              <p:nvPr/>
            </p:nvCxnSpPr>
            <p:spPr>
              <a:xfrm flipH="1">
                <a:off x="533" y="548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3" name="Rounded Rectangle 11"/>
              <p:cNvSpPr/>
              <p:nvPr/>
            </p:nvSpPr>
            <p:spPr>
              <a:xfrm>
                <a:off x="-91" y="5046"/>
                <a:ext cx="1387" cy="44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</p:grpSp>
        <p:grpSp>
          <p:nvGrpSpPr>
            <p:cNvPr id="274" name="Group 273"/>
            <p:cNvGrpSpPr/>
            <p:nvPr/>
          </p:nvGrpSpPr>
          <p:grpSpPr>
            <a:xfrm>
              <a:off x="2476" y="4370"/>
              <a:ext cx="1320" cy="1865"/>
              <a:chOff x="346" y="4370"/>
              <a:chExt cx="1320" cy="1865"/>
            </a:xfrm>
          </p:grpSpPr>
          <p:cxnSp>
            <p:nvCxnSpPr>
              <p:cNvPr id="275" name="Straight Arrow Connector 274"/>
              <p:cNvCxnSpPr/>
              <p:nvPr/>
            </p:nvCxnSpPr>
            <p:spPr>
              <a:xfrm>
                <a:off x="802" y="4370"/>
                <a:ext cx="0" cy="67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6" name="Straight Arrow Connector 275"/>
              <p:cNvCxnSpPr/>
              <p:nvPr/>
            </p:nvCxnSpPr>
            <p:spPr>
              <a:xfrm flipH="1">
                <a:off x="779" y="5497"/>
                <a:ext cx="12" cy="73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7" name="Rounded Rectangle 11"/>
              <p:cNvSpPr/>
              <p:nvPr/>
            </p:nvSpPr>
            <p:spPr>
              <a:xfrm>
                <a:off x="346" y="5046"/>
                <a:ext cx="1320" cy="449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</p:grpSp>
      </p:grpSp>
      <p:grpSp>
        <p:nvGrpSpPr>
          <p:cNvPr id="257" name="Group 256"/>
          <p:cNvGrpSpPr/>
          <p:nvPr/>
        </p:nvGrpSpPr>
        <p:grpSpPr>
          <a:xfrm>
            <a:off x="1179618" y="1750060"/>
            <a:ext cx="1680930" cy="4174491"/>
            <a:chOff x="2447" y="2569"/>
            <a:chExt cx="3568" cy="6985"/>
          </a:xfrm>
        </p:grpSpPr>
        <p:grpSp>
          <p:nvGrpSpPr>
            <p:cNvPr id="211" name="Group 210"/>
            <p:cNvGrpSpPr/>
            <p:nvPr/>
          </p:nvGrpSpPr>
          <p:grpSpPr>
            <a:xfrm>
              <a:off x="2447" y="2569"/>
              <a:ext cx="3100" cy="5182"/>
              <a:chOff x="2450" y="2652"/>
              <a:chExt cx="3100" cy="5102"/>
            </a:xfrm>
          </p:grpSpPr>
          <p:cxnSp>
            <p:nvCxnSpPr>
              <p:cNvPr id="212" name="Straight Arrow Connector 211"/>
              <p:cNvCxnSpPr/>
              <p:nvPr/>
            </p:nvCxnSpPr>
            <p:spPr>
              <a:xfrm flipH="1">
                <a:off x="4107" y="2652"/>
                <a:ext cx="15" cy="3810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3" name="Rounded Rectangle 54"/>
              <p:cNvSpPr/>
              <p:nvPr/>
            </p:nvSpPr>
            <p:spPr>
              <a:xfrm>
                <a:off x="3339" y="6463"/>
                <a:ext cx="1873" cy="6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Pay fees</a:t>
                </a:r>
              </a:p>
            </p:txBody>
          </p:sp>
          <p:cxnSp>
            <p:nvCxnSpPr>
              <p:cNvPr id="215" name="Straight Arrow Connector 214"/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6" name="Rectangle 24"/>
              <p:cNvSpPr/>
              <p:nvPr/>
            </p:nvSpPr>
            <p:spPr>
              <a:xfrm>
                <a:off x="245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217" name="Group 216"/>
            <p:cNvGrpSpPr/>
            <p:nvPr/>
          </p:nvGrpSpPr>
          <p:grpSpPr>
            <a:xfrm>
              <a:off x="2447" y="7700"/>
              <a:ext cx="3568" cy="1410"/>
              <a:chOff x="2334" y="7734"/>
              <a:chExt cx="3568" cy="1388"/>
            </a:xfrm>
          </p:grpSpPr>
          <p:cxnSp>
            <p:nvCxnSpPr>
              <p:cNvPr id="219" name="Straight Arrow Connector 218"/>
              <p:cNvCxnSpPr>
                <a:endCxn id="222" idx="0"/>
              </p:cNvCxnSpPr>
              <p:nvPr/>
            </p:nvCxnSpPr>
            <p:spPr>
              <a:xfrm flipH="1">
                <a:off x="5248" y="7734"/>
                <a:ext cx="13" cy="478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2" name="Rounded Rectangle 149"/>
              <p:cNvSpPr/>
              <p:nvPr/>
            </p:nvSpPr>
            <p:spPr>
              <a:xfrm>
                <a:off x="4591" y="8212"/>
                <a:ext cx="1311" cy="42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Online</a:t>
                </a:r>
              </a:p>
            </p:txBody>
          </p:sp>
          <p:sp>
            <p:nvSpPr>
              <p:cNvPr id="224" name="Rectangle 24"/>
              <p:cNvSpPr/>
              <p:nvPr/>
            </p:nvSpPr>
            <p:spPr>
              <a:xfrm>
                <a:off x="233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27" name="Straight Arrow Connector 226"/>
              <p:cNvCxnSpPr/>
              <p:nvPr/>
            </p:nvCxnSpPr>
            <p:spPr>
              <a:xfrm flipH="1">
                <a:off x="5300" y="8654"/>
                <a:ext cx="7" cy="39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28" name="Straight Arrow Connector 227"/>
            <p:cNvCxnSpPr/>
            <p:nvPr/>
          </p:nvCxnSpPr>
          <p:spPr>
            <a:xfrm>
              <a:off x="4118" y="9110"/>
              <a:ext cx="9" cy="444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79" name="Straight Arrow Connector 78"/>
          <p:cNvCxnSpPr/>
          <p:nvPr/>
        </p:nvCxnSpPr>
        <p:spPr>
          <a:xfrm>
            <a:off x="1278998" y="4803048"/>
            <a:ext cx="0" cy="29865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Rounded Rectangle 149"/>
          <p:cNvSpPr/>
          <p:nvPr/>
        </p:nvSpPr>
        <p:spPr>
          <a:xfrm>
            <a:off x="970379" y="5106811"/>
            <a:ext cx="617629" cy="259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Cash</a:t>
            </a: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1275823" y="5375114"/>
            <a:ext cx="3298" cy="2403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2229485" y="1725295"/>
            <a:ext cx="882650" cy="4199890"/>
            <a:chOff x="3327" y="2717"/>
            <a:chExt cx="1390" cy="6614"/>
          </a:xfrm>
        </p:grpSpPr>
        <p:cxnSp>
          <p:nvCxnSpPr>
            <p:cNvPr id="82" name="Straight Arrow Connector 81"/>
            <p:cNvCxnSpPr/>
            <p:nvPr/>
          </p:nvCxnSpPr>
          <p:spPr>
            <a:xfrm>
              <a:off x="4008" y="2717"/>
              <a:ext cx="0" cy="181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3" name="Rounded Rectangle 54"/>
            <p:cNvSpPr/>
            <p:nvPr/>
          </p:nvSpPr>
          <p:spPr>
            <a:xfrm>
              <a:off x="3327" y="4535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 attendance</a:t>
              </a: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 flipH="1">
              <a:off x="4443" y="5164"/>
              <a:ext cx="3" cy="416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3034788" y="1697355"/>
            <a:ext cx="882394" cy="4237355"/>
            <a:chOff x="4717" y="2690"/>
            <a:chExt cx="1390" cy="6673"/>
          </a:xfrm>
        </p:grpSpPr>
        <p:cxnSp>
          <p:nvCxnSpPr>
            <p:cNvPr id="85" name="Straight Arrow Connector 84"/>
            <p:cNvCxnSpPr>
              <a:endCxn id="86" idx="0"/>
            </p:cNvCxnSpPr>
            <p:nvPr/>
          </p:nvCxnSpPr>
          <p:spPr>
            <a:xfrm flipH="1">
              <a:off x="5412" y="2690"/>
              <a:ext cx="6" cy="346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6" name="Rounded Rectangle 54"/>
            <p:cNvSpPr/>
            <p:nvPr/>
          </p:nvSpPr>
          <p:spPr>
            <a:xfrm>
              <a:off x="4717" y="6153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 time-table</a:t>
              </a:r>
            </a:p>
          </p:txBody>
        </p:sp>
        <p:cxnSp>
          <p:nvCxnSpPr>
            <p:cNvPr id="88" name="Straight Arrow Connector 87"/>
            <p:cNvCxnSpPr>
              <a:stCxn id="86" idx="2"/>
            </p:cNvCxnSpPr>
            <p:nvPr/>
          </p:nvCxnSpPr>
          <p:spPr>
            <a:xfrm flipH="1">
              <a:off x="5392" y="6782"/>
              <a:ext cx="20" cy="258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3701214" y="1713865"/>
            <a:ext cx="1115371" cy="4211320"/>
            <a:chOff x="5133" y="2699"/>
            <a:chExt cx="1757" cy="6632"/>
          </a:xfrm>
        </p:grpSpPr>
        <p:cxnSp>
          <p:nvCxnSpPr>
            <p:cNvPr id="91" name="Straight Arrow Connector 90"/>
            <p:cNvCxnSpPr/>
            <p:nvPr/>
          </p:nvCxnSpPr>
          <p:spPr>
            <a:xfrm flipH="1">
              <a:off x="5747" y="2699"/>
              <a:ext cx="8" cy="1836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2" name="Rounded Rectangle 54"/>
            <p:cNvSpPr/>
            <p:nvPr/>
          </p:nvSpPr>
          <p:spPr>
            <a:xfrm>
              <a:off x="5133" y="4521"/>
              <a:ext cx="1757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View/download material</a:t>
              </a:r>
            </a:p>
          </p:txBody>
        </p:sp>
        <p:cxnSp>
          <p:nvCxnSpPr>
            <p:cNvPr id="93" name="Straight Arrow Connector 92"/>
            <p:cNvCxnSpPr/>
            <p:nvPr/>
          </p:nvCxnSpPr>
          <p:spPr>
            <a:xfrm flipH="1">
              <a:off x="5768" y="5164"/>
              <a:ext cx="3" cy="416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4607256" y="1741900"/>
            <a:ext cx="1142034" cy="4176395"/>
            <a:chOff x="4767" y="169"/>
            <a:chExt cx="1799" cy="6577"/>
          </a:xfrm>
        </p:grpSpPr>
        <p:cxnSp>
          <p:nvCxnSpPr>
            <p:cNvPr id="95" name="Straight Arrow Connector 94"/>
            <p:cNvCxnSpPr>
              <a:cxnSpLocks/>
              <a:endCxn id="96" idx="0"/>
            </p:cNvCxnSpPr>
            <p:nvPr/>
          </p:nvCxnSpPr>
          <p:spPr>
            <a:xfrm>
              <a:off x="5657" y="169"/>
              <a:ext cx="10" cy="318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6" name="Rounded Rectangle 54"/>
            <p:cNvSpPr/>
            <p:nvPr/>
          </p:nvSpPr>
          <p:spPr>
            <a:xfrm>
              <a:off x="4767" y="3350"/>
              <a:ext cx="1799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Give leave report</a:t>
              </a:r>
            </a:p>
          </p:txBody>
        </p:sp>
        <p:cxnSp>
          <p:nvCxnSpPr>
            <p:cNvPr id="97" name="Straight Arrow Connector 96"/>
            <p:cNvCxnSpPr>
              <a:cxnSpLocks/>
              <a:stCxn id="38" idx="2"/>
            </p:cNvCxnSpPr>
            <p:nvPr/>
          </p:nvCxnSpPr>
          <p:spPr>
            <a:xfrm flipH="1">
              <a:off x="5711" y="6013"/>
              <a:ext cx="14" cy="73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>
            <a:off x="6542651" y="1751965"/>
            <a:ext cx="1080770" cy="4183380"/>
            <a:chOff x="4796" y="2718"/>
            <a:chExt cx="1702" cy="6547"/>
          </a:xfrm>
        </p:grpSpPr>
        <p:cxnSp>
          <p:nvCxnSpPr>
            <p:cNvPr id="103" name="Straight Arrow Connector 102"/>
            <p:cNvCxnSpPr>
              <a:endCxn id="104" idx="0"/>
            </p:cNvCxnSpPr>
            <p:nvPr/>
          </p:nvCxnSpPr>
          <p:spPr>
            <a:xfrm flipH="1">
              <a:off x="5647" y="2718"/>
              <a:ext cx="25" cy="181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4" name="Rounded Rectangle 54"/>
            <p:cNvSpPr/>
            <p:nvPr/>
          </p:nvSpPr>
          <p:spPr>
            <a:xfrm>
              <a:off x="4796" y="4535"/>
              <a:ext cx="1702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View/download result</a:t>
              </a: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 flipH="1">
              <a:off x="5604" y="5164"/>
              <a:ext cx="11" cy="4101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6" name="Group 105"/>
          <p:cNvGrpSpPr/>
          <p:nvPr/>
        </p:nvGrpSpPr>
        <p:grpSpPr>
          <a:xfrm>
            <a:off x="8238473" y="1723828"/>
            <a:ext cx="1015984" cy="4194587"/>
            <a:chOff x="4917" y="4044"/>
            <a:chExt cx="1740" cy="6712"/>
          </a:xfrm>
        </p:grpSpPr>
        <p:cxnSp>
          <p:nvCxnSpPr>
            <p:cNvPr id="107" name="Straight Arrow Connector 106"/>
            <p:cNvCxnSpPr>
              <a:cxnSpLocks/>
            </p:cNvCxnSpPr>
            <p:nvPr/>
          </p:nvCxnSpPr>
          <p:spPr>
            <a:xfrm>
              <a:off x="5780" y="4044"/>
              <a:ext cx="0" cy="49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8" name="Rounded Rectangle 54"/>
            <p:cNvSpPr/>
            <p:nvPr/>
          </p:nvSpPr>
          <p:spPr>
            <a:xfrm>
              <a:off x="4917" y="4535"/>
              <a:ext cx="174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Ask FAQ’S</a:t>
              </a:r>
            </a:p>
          </p:txBody>
        </p:sp>
        <p:cxnSp>
          <p:nvCxnSpPr>
            <p:cNvPr id="109" name="Straight Arrow Connector 108"/>
            <p:cNvCxnSpPr>
              <a:cxnSpLocks/>
            </p:cNvCxnSpPr>
            <p:nvPr/>
          </p:nvCxnSpPr>
          <p:spPr>
            <a:xfrm>
              <a:off x="5917" y="7220"/>
              <a:ext cx="0" cy="3536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49" name="Group 148"/>
          <p:cNvGrpSpPr/>
          <p:nvPr/>
        </p:nvGrpSpPr>
        <p:grpSpPr>
          <a:xfrm>
            <a:off x="5926909" y="1757140"/>
            <a:ext cx="882394" cy="4171315"/>
            <a:chOff x="4717" y="2690"/>
            <a:chExt cx="1390" cy="6569"/>
          </a:xfrm>
        </p:grpSpPr>
        <p:cxnSp>
          <p:nvCxnSpPr>
            <p:cNvPr id="150" name="Straight Arrow Connector 149"/>
            <p:cNvCxnSpPr>
              <a:endCxn id="151" idx="0"/>
            </p:cNvCxnSpPr>
            <p:nvPr/>
          </p:nvCxnSpPr>
          <p:spPr>
            <a:xfrm flipH="1">
              <a:off x="5412" y="2690"/>
              <a:ext cx="6" cy="346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1" name="Rounded Rectangle 54"/>
            <p:cNvSpPr/>
            <p:nvPr/>
          </p:nvSpPr>
          <p:spPr>
            <a:xfrm>
              <a:off x="4717" y="6153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 exam schedule</a:t>
              </a:r>
            </a:p>
          </p:txBody>
        </p:sp>
        <p:cxnSp>
          <p:nvCxnSpPr>
            <p:cNvPr id="152" name="Straight Arrow Connector 151"/>
            <p:cNvCxnSpPr>
              <a:stCxn id="151" idx="2"/>
            </p:cNvCxnSpPr>
            <p:nvPr/>
          </p:nvCxnSpPr>
          <p:spPr>
            <a:xfrm flipH="1">
              <a:off x="5401" y="6782"/>
              <a:ext cx="11" cy="2477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53" name="Group 152"/>
          <p:cNvGrpSpPr/>
          <p:nvPr/>
        </p:nvGrpSpPr>
        <p:grpSpPr>
          <a:xfrm>
            <a:off x="7298696" y="1756410"/>
            <a:ext cx="882650" cy="4178300"/>
            <a:chOff x="4717" y="2690"/>
            <a:chExt cx="1390" cy="6600"/>
          </a:xfrm>
        </p:grpSpPr>
        <p:cxnSp>
          <p:nvCxnSpPr>
            <p:cNvPr id="154" name="Straight Arrow Connector 153"/>
            <p:cNvCxnSpPr>
              <a:endCxn id="155" idx="0"/>
            </p:cNvCxnSpPr>
            <p:nvPr/>
          </p:nvCxnSpPr>
          <p:spPr>
            <a:xfrm flipH="1">
              <a:off x="5412" y="2690"/>
              <a:ext cx="6" cy="346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5" name="Rounded Rectangle 54"/>
            <p:cNvSpPr/>
            <p:nvPr/>
          </p:nvSpPr>
          <p:spPr>
            <a:xfrm>
              <a:off x="4717" y="6153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View gallery</a:t>
              </a:r>
            </a:p>
          </p:txBody>
        </p:sp>
        <p:cxnSp>
          <p:nvCxnSpPr>
            <p:cNvPr id="156" name="Straight Arrow Connector 155"/>
            <p:cNvCxnSpPr>
              <a:stCxn id="155" idx="2"/>
            </p:cNvCxnSpPr>
            <p:nvPr/>
          </p:nvCxnSpPr>
          <p:spPr>
            <a:xfrm flipH="1">
              <a:off x="5400" y="6782"/>
              <a:ext cx="12" cy="250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57" name="Group 156"/>
          <p:cNvGrpSpPr/>
          <p:nvPr/>
        </p:nvGrpSpPr>
        <p:grpSpPr>
          <a:xfrm>
            <a:off x="9404636" y="1743745"/>
            <a:ext cx="882650" cy="4175125"/>
            <a:chOff x="4717" y="2690"/>
            <a:chExt cx="1390" cy="6600"/>
          </a:xfrm>
        </p:grpSpPr>
        <p:cxnSp>
          <p:nvCxnSpPr>
            <p:cNvPr id="158" name="Straight Arrow Connector 157"/>
            <p:cNvCxnSpPr>
              <a:endCxn id="159" idx="0"/>
            </p:cNvCxnSpPr>
            <p:nvPr/>
          </p:nvCxnSpPr>
          <p:spPr>
            <a:xfrm flipH="1">
              <a:off x="5412" y="2690"/>
              <a:ext cx="6" cy="3463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9" name="Rounded Rectangle 54"/>
            <p:cNvSpPr/>
            <p:nvPr/>
          </p:nvSpPr>
          <p:spPr>
            <a:xfrm>
              <a:off x="4717" y="6153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Get notification</a:t>
              </a:r>
            </a:p>
          </p:txBody>
        </p:sp>
        <p:cxnSp>
          <p:nvCxnSpPr>
            <p:cNvPr id="160" name="Straight Arrow Connector 159"/>
            <p:cNvCxnSpPr>
              <a:stCxn id="159" idx="2"/>
            </p:cNvCxnSpPr>
            <p:nvPr/>
          </p:nvCxnSpPr>
          <p:spPr>
            <a:xfrm flipH="1">
              <a:off x="5400" y="6782"/>
              <a:ext cx="12" cy="2508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1" name="Group 160"/>
          <p:cNvGrpSpPr/>
          <p:nvPr/>
        </p:nvGrpSpPr>
        <p:grpSpPr>
          <a:xfrm>
            <a:off x="10539693" y="1736947"/>
            <a:ext cx="882650" cy="4181407"/>
            <a:chOff x="4697" y="3420"/>
            <a:chExt cx="1390" cy="6620"/>
          </a:xfrm>
        </p:grpSpPr>
        <p:cxnSp>
          <p:nvCxnSpPr>
            <p:cNvPr id="162" name="Straight Arrow Connector 161"/>
            <p:cNvCxnSpPr>
              <a:cxnSpLocks/>
              <a:endCxn id="163" idx="0"/>
            </p:cNvCxnSpPr>
            <p:nvPr/>
          </p:nvCxnSpPr>
          <p:spPr>
            <a:xfrm>
              <a:off x="5392" y="3420"/>
              <a:ext cx="0" cy="465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3" name="Rounded Rectangle 54"/>
            <p:cNvSpPr/>
            <p:nvPr/>
          </p:nvSpPr>
          <p:spPr>
            <a:xfrm>
              <a:off x="4697" y="3885"/>
              <a:ext cx="1390" cy="6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en-IN" sz="1000" dirty="0">
                  <a:latin typeface="Arial" panose="020B0604020202020204" pitchFamily="34" charset="0"/>
                  <a:cs typeface="Arial" panose="020B0604020202020204" pitchFamily="34" charset="0"/>
                </a:rPr>
                <a:t>Give/view feedback</a:t>
              </a:r>
            </a:p>
          </p:txBody>
        </p:sp>
        <p:cxnSp>
          <p:nvCxnSpPr>
            <p:cNvPr id="164" name="Straight Arrow Connector 163"/>
            <p:cNvCxnSpPr>
              <a:cxnSpLocks/>
              <a:stCxn id="71" idx="2"/>
            </p:cNvCxnSpPr>
            <p:nvPr/>
          </p:nvCxnSpPr>
          <p:spPr>
            <a:xfrm flipH="1">
              <a:off x="5348" y="6468"/>
              <a:ext cx="44" cy="3572"/>
            </a:xfrm>
            <a:prstGeom prst="straightConnector1">
              <a:avLst/>
            </a:prstGeom>
            <a:ln>
              <a:tailEnd type="triangle" w="med" len="med"/>
            </a:ln>
          </p:spPr>
          <p:style>
            <a:lnRef idx="3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281032" y="4153572"/>
            <a:ext cx="1808796" cy="1298952"/>
            <a:chOff x="2276" y="7111"/>
            <a:chExt cx="3739" cy="1999"/>
          </a:xfrm>
        </p:grpSpPr>
        <p:grpSp>
          <p:nvGrpSpPr>
            <p:cNvPr id="29" name="Group 28"/>
            <p:cNvGrpSpPr/>
            <p:nvPr/>
          </p:nvGrpSpPr>
          <p:grpSpPr>
            <a:xfrm>
              <a:off x="2657" y="7111"/>
              <a:ext cx="3100" cy="642"/>
              <a:chOff x="2660" y="7122"/>
              <a:chExt cx="3100" cy="632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5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32" name="Straight Arrow Connector 31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4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35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36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8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39" name="Straight Arrow Connector 38"/>
              <p:cNvCxnSpPr>
                <a:stCxn id="34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/>
          <p:cNvGrpSpPr/>
          <p:nvPr/>
        </p:nvGrpSpPr>
        <p:grpSpPr>
          <a:xfrm>
            <a:off x="7880682" y="2426704"/>
            <a:ext cx="1808796" cy="1298952"/>
            <a:chOff x="2276" y="7111"/>
            <a:chExt cx="3739" cy="1999"/>
          </a:xfrm>
        </p:grpSpPr>
        <p:grpSp>
          <p:nvGrpSpPr>
            <p:cNvPr id="47" name="Group 46"/>
            <p:cNvGrpSpPr/>
            <p:nvPr/>
          </p:nvGrpSpPr>
          <p:grpSpPr>
            <a:xfrm>
              <a:off x="2657" y="7111"/>
              <a:ext cx="3100" cy="642"/>
              <a:chOff x="2660" y="7122"/>
              <a:chExt cx="3100" cy="632"/>
            </a:xfrm>
          </p:grpSpPr>
          <p:cxnSp>
            <p:nvCxnSpPr>
              <p:cNvPr id="59" name="Straight Arrow Connector 58"/>
              <p:cNvCxnSpPr/>
              <p:nvPr/>
            </p:nvCxnSpPr>
            <p:spPr>
              <a:xfrm>
                <a:off x="4121" y="7122"/>
                <a:ext cx="9" cy="589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0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52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53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54" name="Straight Arrow Connector 53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5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6" name="Straight Arrow Connector 55"/>
              <p:cNvCxnSpPr>
                <a:stCxn id="51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/>
          <p:cNvGrpSpPr/>
          <p:nvPr/>
        </p:nvGrpSpPr>
        <p:grpSpPr>
          <a:xfrm>
            <a:off x="10095117" y="2427625"/>
            <a:ext cx="1715921" cy="1234488"/>
            <a:chOff x="2276" y="7042"/>
            <a:chExt cx="3739" cy="2068"/>
          </a:xfrm>
        </p:grpSpPr>
        <p:grpSp>
          <p:nvGrpSpPr>
            <p:cNvPr id="63" name="Group 62"/>
            <p:cNvGrpSpPr/>
            <p:nvPr/>
          </p:nvGrpSpPr>
          <p:grpSpPr>
            <a:xfrm>
              <a:off x="2657" y="7042"/>
              <a:ext cx="3100" cy="710"/>
              <a:chOff x="2660" y="7055"/>
              <a:chExt cx="3100" cy="699"/>
            </a:xfrm>
          </p:grpSpPr>
          <p:cxnSp>
            <p:nvCxnSpPr>
              <p:cNvPr id="75" name="Straight Arrow Connector 74"/>
              <p:cNvCxnSpPr>
                <a:cxnSpLocks/>
                <a:stCxn id="163" idx="2"/>
                <a:endCxn id="76" idx="0"/>
              </p:cNvCxnSpPr>
              <p:nvPr/>
            </p:nvCxnSpPr>
            <p:spPr>
              <a:xfrm>
                <a:off x="4209" y="7055"/>
                <a:ext cx="1" cy="62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6" name="Rectangle 24"/>
              <p:cNvSpPr/>
              <p:nvPr/>
            </p:nvSpPr>
            <p:spPr>
              <a:xfrm>
                <a:off x="2660" y="7682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2276" y="7687"/>
              <a:ext cx="3739" cy="1423"/>
              <a:chOff x="2163" y="7721"/>
              <a:chExt cx="3739" cy="1401"/>
            </a:xfrm>
          </p:grpSpPr>
          <p:cxnSp>
            <p:nvCxnSpPr>
              <p:cNvPr id="65" name="Straight Arrow Connector 64"/>
              <p:cNvCxnSpPr/>
              <p:nvPr/>
            </p:nvCxnSpPr>
            <p:spPr>
              <a:xfrm>
                <a:off x="4038" y="7730"/>
                <a:ext cx="2" cy="51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5300" y="7721"/>
                <a:ext cx="0" cy="492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Rounded Rectangle 58"/>
              <p:cNvSpPr/>
              <p:nvPr/>
            </p:nvSpPr>
            <p:spPr>
              <a:xfrm>
                <a:off x="2163" y="8231"/>
                <a:ext cx="1060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IN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Add</a:t>
                </a:r>
              </a:p>
            </p:txBody>
          </p:sp>
          <p:sp>
            <p:nvSpPr>
              <p:cNvPr id="68" name="Rounded Rectangle 148"/>
              <p:cNvSpPr/>
              <p:nvPr/>
            </p:nvSpPr>
            <p:spPr>
              <a:xfrm>
                <a:off x="3364" y="8212"/>
                <a:ext cx="1258" cy="3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</a:t>
                </a:r>
              </a:p>
            </p:txBody>
          </p:sp>
          <p:sp>
            <p:nvSpPr>
              <p:cNvPr id="69" name="Rounded Rectangle 149"/>
              <p:cNvSpPr/>
              <p:nvPr/>
            </p:nvSpPr>
            <p:spPr>
              <a:xfrm>
                <a:off x="4700" y="8212"/>
                <a:ext cx="1202" cy="33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Delete </a:t>
                </a:r>
              </a:p>
            </p:txBody>
          </p:sp>
          <p:cxnSp>
            <p:nvCxnSpPr>
              <p:cNvPr id="70" name="Straight Arrow Connector 69"/>
              <p:cNvCxnSpPr/>
              <p:nvPr/>
            </p:nvCxnSpPr>
            <p:spPr>
              <a:xfrm flipH="1">
                <a:off x="2718" y="7740"/>
                <a:ext cx="2" cy="515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1" name="Rectangle 24"/>
              <p:cNvSpPr/>
              <p:nvPr/>
            </p:nvSpPr>
            <p:spPr>
              <a:xfrm>
                <a:off x="2544" y="9050"/>
                <a:ext cx="3100" cy="72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2" name="Straight Arrow Connector 71"/>
              <p:cNvCxnSpPr>
                <a:stCxn id="67" idx="2"/>
              </p:cNvCxnSpPr>
              <p:nvPr/>
            </p:nvCxnSpPr>
            <p:spPr>
              <a:xfrm flipH="1">
                <a:off x="2681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flipH="1">
                <a:off x="4005" y="8563"/>
                <a:ext cx="12" cy="487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/>
              <p:nvPr/>
            </p:nvCxnSpPr>
            <p:spPr>
              <a:xfrm flipH="1">
                <a:off x="5300" y="8544"/>
                <a:ext cx="15" cy="506"/>
              </a:xfrm>
              <a:prstGeom prst="straightConnector1">
                <a:avLst/>
              </a:prstGeom>
              <a:ln>
                <a:tailEnd type="triangle" w="med" len="med"/>
              </a:ln>
            </p:spPr>
            <p:style>
              <a:lnRef idx="3">
                <a:prstClr val="black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Arrow: Pentagon 3"/>
          <p:cNvSpPr/>
          <p:nvPr/>
        </p:nvSpPr>
        <p:spPr>
          <a:xfrm>
            <a:off x="-1" y="180000"/>
            <a:ext cx="4296697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PARENTS ACTIVITY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654351" y="1968759"/>
            <a:ext cx="783771" cy="39188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/>
          <p:cNvCxnSpPr>
            <a:stCxn id="3" idx="4"/>
          </p:cNvCxnSpPr>
          <p:nvPr/>
        </p:nvCxnSpPr>
        <p:spPr>
          <a:xfrm>
            <a:off x="6046237" y="2360645"/>
            <a:ext cx="0" cy="522514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66930" y="2883159"/>
            <a:ext cx="5057192" cy="550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666930" y="4675571"/>
            <a:ext cx="5150498" cy="457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609568" y="2920428"/>
            <a:ext cx="6985" cy="57848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15" idx="0"/>
          </p:cNvCxnSpPr>
          <p:nvPr/>
        </p:nvCxnSpPr>
        <p:spPr>
          <a:xfrm>
            <a:off x="7763069" y="2883159"/>
            <a:ext cx="0" cy="610691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630964" y="3879635"/>
            <a:ext cx="6350" cy="803275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7763069" y="3844212"/>
            <a:ext cx="0" cy="831359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</p:cNvCxnSpPr>
          <p:nvPr/>
        </p:nvCxnSpPr>
        <p:spPr>
          <a:xfrm>
            <a:off x="6242179" y="4721290"/>
            <a:ext cx="1" cy="61582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822301" y="5337110"/>
            <a:ext cx="839756" cy="3452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/>
          <p:cNvSpPr/>
          <p:nvPr/>
        </p:nvSpPr>
        <p:spPr>
          <a:xfrm>
            <a:off x="6008912" y="5411750"/>
            <a:ext cx="485193" cy="18660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"/>
          <p:cNvSpPr/>
          <p:nvPr/>
        </p:nvSpPr>
        <p:spPr>
          <a:xfrm>
            <a:off x="3844290" y="3496945"/>
            <a:ext cx="1809750" cy="3803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2"/>
          <p:cNvSpPr/>
          <p:nvPr/>
        </p:nvSpPr>
        <p:spPr>
          <a:xfrm>
            <a:off x="6848669" y="3493850"/>
            <a:ext cx="1828799" cy="3834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row: Pentagon 15"/>
          <p:cNvSpPr/>
          <p:nvPr/>
        </p:nvSpPr>
        <p:spPr>
          <a:xfrm>
            <a:off x="0" y="180000"/>
            <a:ext cx="4119716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VISITOR ACTIVITY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Top view of cubes connected with black lines"/>
          <p:cNvPicPr>
            <a:picLocks noChangeAspect="1"/>
          </p:cNvPicPr>
          <p:nvPr/>
        </p:nvPicPr>
        <p:blipFill>
          <a:blip r:embed="rId2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5000" contrast="-47000"/>
                    </a14:imgEffect>
                    <a14:imgEffect>
                      <a14:saturation sat="176000"/>
                    </a14:imgEffect>
                  </a14:imgLayer>
                </a14:imgProps>
              </a:ext>
            </a:extLst>
          </a:blip>
          <a:srcRect t="17884" r="-2" b="7115"/>
          <a:stretch>
            <a:fillRect/>
          </a:stretch>
        </p:blipFill>
        <p:spPr>
          <a:xfrm>
            <a:off x="0" y="-8867"/>
            <a:ext cx="12191981" cy="6857989"/>
          </a:xfrm>
          <a:prstGeom prst="rect">
            <a:avLst/>
          </a:prstGeom>
          <a:effectLst>
            <a:outerShdw blurRad="88900" dist="533400" dir="2640000">
              <a:srgbClr val="D6DCE4">
                <a:alpha val="55000"/>
              </a:srgbClr>
            </a:outerShdw>
            <a:reflection stA="52000" endPos="350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00" y="2550066"/>
            <a:ext cx="5216323" cy="28117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000" dirty="0">
                <a:solidFill>
                  <a:schemeClr val="bg1"/>
                </a:solidFill>
              </a:rPr>
              <a:t>state chart</a:t>
            </a:r>
            <a:r>
              <a:rPr lang="en-US" sz="5600" b="1" dirty="0">
                <a:solidFill>
                  <a:schemeClr val="bg1"/>
                </a:solidFill>
              </a:rPr>
              <a:t> </a:t>
            </a:r>
            <a:br>
              <a:rPr lang="en-US" sz="5600" b="1" dirty="0">
                <a:solidFill>
                  <a:schemeClr val="bg1"/>
                </a:solidFill>
              </a:rPr>
            </a:br>
            <a:r>
              <a:rPr lang="en-US" sz="5600" dirty="0">
                <a:solidFill>
                  <a:schemeClr val="bg1"/>
                </a:solidFill>
              </a:rPr>
              <a:t>diagram</a:t>
            </a:r>
          </a:p>
        </p:txBody>
      </p:sp>
      <p:cxnSp>
        <p:nvCxnSpPr>
          <p:cNvPr id="55" name="Straight Connector 5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33493 w 12192000"/>
              <a:gd name="connsiteY1" fmla="*/ 0 h 6858000"/>
              <a:gd name="connsiteX2" fmla="*/ 745067 w 12192000"/>
              <a:gd name="connsiteY2" fmla="*/ 0 h 6858000"/>
              <a:gd name="connsiteX3" fmla="*/ 1178560 w 12192000"/>
              <a:gd name="connsiteY3" fmla="*/ 0 h 6858000"/>
              <a:gd name="connsiteX4" fmla="*/ 1490133 w 12192000"/>
              <a:gd name="connsiteY4" fmla="*/ 0 h 6858000"/>
              <a:gd name="connsiteX5" fmla="*/ 1801707 w 12192000"/>
              <a:gd name="connsiteY5" fmla="*/ 0 h 6858000"/>
              <a:gd name="connsiteX6" fmla="*/ 2113280 w 12192000"/>
              <a:gd name="connsiteY6" fmla="*/ 0 h 6858000"/>
              <a:gd name="connsiteX7" fmla="*/ 2668693 w 12192000"/>
              <a:gd name="connsiteY7" fmla="*/ 0 h 6858000"/>
              <a:gd name="connsiteX8" fmla="*/ 2980267 w 12192000"/>
              <a:gd name="connsiteY8" fmla="*/ 0 h 6858000"/>
              <a:gd name="connsiteX9" fmla="*/ 3901440 w 12192000"/>
              <a:gd name="connsiteY9" fmla="*/ 0 h 6858000"/>
              <a:gd name="connsiteX10" fmla="*/ 4700693 w 12192000"/>
              <a:gd name="connsiteY10" fmla="*/ 0 h 6858000"/>
              <a:gd name="connsiteX11" fmla="*/ 5012267 w 12192000"/>
              <a:gd name="connsiteY11" fmla="*/ 0 h 6858000"/>
              <a:gd name="connsiteX12" fmla="*/ 5689600 w 12192000"/>
              <a:gd name="connsiteY12" fmla="*/ 0 h 6858000"/>
              <a:gd name="connsiteX13" fmla="*/ 6001173 w 12192000"/>
              <a:gd name="connsiteY13" fmla="*/ 0 h 6858000"/>
              <a:gd name="connsiteX14" fmla="*/ 6556587 w 12192000"/>
              <a:gd name="connsiteY14" fmla="*/ 0 h 6858000"/>
              <a:gd name="connsiteX15" fmla="*/ 6990080 w 12192000"/>
              <a:gd name="connsiteY15" fmla="*/ 0 h 6858000"/>
              <a:gd name="connsiteX16" fmla="*/ 7667413 w 12192000"/>
              <a:gd name="connsiteY16" fmla="*/ 0 h 6858000"/>
              <a:gd name="connsiteX17" fmla="*/ 8588587 w 12192000"/>
              <a:gd name="connsiteY17" fmla="*/ 0 h 6858000"/>
              <a:gd name="connsiteX18" fmla="*/ 9022080 w 12192000"/>
              <a:gd name="connsiteY18" fmla="*/ 0 h 6858000"/>
              <a:gd name="connsiteX19" fmla="*/ 9943253 w 12192000"/>
              <a:gd name="connsiteY19" fmla="*/ 0 h 6858000"/>
              <a:gd name="connsiteX20" fmla="*/ 10620587 w 12192000"/>
              <a:gd name="connsiteY20" fmla="*/ 0 h 6858000"/>
              <a:gd name="connsiteX21" fmla="*/ 10932160 w 12192000"/>
              <a:gd name="connsiteY21" fmla="*/ 0 h 6858000"/>
              <a:gd name="connsiteX22" fmla="*/ 11243733 w 12192000"/>
              <a:gd name="connsiteY22" fmla="*/ 0 h 6858000"/>
              <a:gd name="connsiteX23" fmla="*/ 12192000 w 12192000"/>
              <a:gd name="connsiteY23" fmla="*/ 0 h 6858000"/>
              <a:gd name="connsiteX24" fmla="*/ 12192000 w 12192000"/>
              <a:gd name="connsiteY24" fmla="*/ 822960 h 6858000"/>
              <a:gd name="connsiteX25" fmla="*/ 12192000 w 12192000"/>
              <a:gd name="connsiteY25" fmla="*/ 1303020 h 6858000"/>
              <a:gd name="connsiteX26" fmla="*/ 12192000 w 12192000"/>
              <a:gd name="connsiteY26" fmla="*/ 2125980 h 6858000"/>
              <a:gd name="connsiteX27" fmla="*/ 12192000 w 12192000"/>
              <a:gd name="connsiteY27" fmla="*/ 2811780 h 6858000"/>
              <a:gd name="connsiteX28" fmla="*/ 12192000 w 12192000"/>
              <a:gd name="connsiteY28" fmla="*/ 3429000 h 6858000"/>
              <a:gd name="connsiteX29" fmla="*/ 12192000 w 12192000"/>
              <a:gd name="connsiteY29" fmla="*/ 4046220 h 6858000"/>
              <a:gd name="connsiteX30" fmla="*/ 12192000 w 12192000"/>
              <a:gd name="connsiteY30" fmla="*/ 4869180 h 6858000"/>
              <a:gd name="connsiteX31" fmla="*/ 12192000 w 12192000"/>
              <a:gd name="connsiteY31" fmla="*/ 5417820 h 6858000"/>
              <a:gd name="connsiteX32" fmla="*/ 12192000 w 12192000"/>
              <a:gd name="connsiteY32" fmla="*/ 6240780 h 6858000"/>
              <a:gd name="connsiteX33" fmla="*/ 12192000 w 12192000"/>
              <a:gd name="connsiteY33" fmla="*/ 6858000 h 6858000"/>
              <a:gd name="connsiteX34" fmla="*/ 11880427 w 12192000"/>
              <a:gd name="connsiteY34" fmla="*/ 6858000 h 6858000"/>
              <a:gd name="connsiteX35" fmla="*/ 10959253 w 12192000"/>
              <a:gd name="connsiteY35" fmla="*/ 6858000 h 6858000"/>
              <a:gd name="connsiteX36" fmla="*/ 10038080 w 12192000"/>
              <a:gd name="connsiteY36" fmla="*/ 6858000 h 6858000"/>
              <a:gd name="connsiteX37" fmla="*/ 9604587 w 12192000"/>
              <a:gd name="connsiteY37" fmla="*/ 6858000 h 6858000"/>
              <a:gd name="connsiteX38" fmla="*/ 8927253 w 12192000"/>
              <a:gd name="connsiteY38" fmla="*/ 6858000 h 6858000"/>
              <a:gd name="connsiteX39" fmla="*/ 8371840 w 12192000"/>
              <a:gd name="connsiteY39" fmla="*/ 6858000 h 6858000"/>
              <a:gd name="connsiteX40" fmla="*/ 7572587 w 12192000"/>
              <a:gd name="connsiteY40" fmla="*/ 6858000 h 6858000"/>
              <a:gd name="connsiteX41" fmla="*/ 6651413 w 12192000"/>
              <a:gd name="connsiteY41" fmla="*/ 6858000 h 6858000"/>
              <a:gd name="connsiteX42" fmla="*/ 6217920 w 12192000"/>
              <a:gd name="connsiteY42" fmla="*/ 6858000 h 6858000"/>
              <a:gd name="connsiteX43" fmla="*/ 5906347 w 12192000"/>
              <a:gd name="connsiteY43" fmla="*/ 6858000 h 6858000"/>
              <a:gd name="connsiteX44" fmla="*/ 4985173 w 12192000"/>
              <a:gd name="connsiteY44" fmla="*/ 6858000 h 6858000"/>
              <a:gd name="connsiteX45" fmla="*/ 4673600 w 12192000"/>
              <a:gd name="connsiteY45" fmla="*/ 6858000 h 6858000"/>
              <a:gd name="connsiteX46" fmla="*/ 4362027 w 12192000"/>
              <a:gd name="connsiteY46" fmla="*/ 6858000 h 6858000"/>
              <a:gd name="connsiteX47" fmla="*/ 3684693 w 12192000"/>
              <a:gd name="connsiteY47" fmla="*/ 6858000 h 6858000"/>
              <a:gd name="connsiteX48" fmla="*/ 3251200 w 12192000"/>
              <a:gd name="connsiteY48" fmla="*/ 6858000 h 6858000"/>
              <a:gd name="connsiteX49" fmla="*/ 2573867 w 12192000"/>
              <a:gd name="connsiteY49" fmla="*/ 6858000 h 6858000"/>
              <a:gd name="connsiteX50" fmla="*/ 1652693 w 12192000"/>
              <a:gd name="connsiteY50" fmla="*/ 6858000 h 6858000"/>
              <a:gd name="connsiteX51" fmla="*/ 1219200 w 12192000"/>
              <a:gd name="connsiteY51" fmla="*/ 6858000 h 6858000"/>
              <a:gd name="connsiteX52" fmla="*/ 785707 w 12192000"/>
              <a:gd name="connsiteY52" fmla="*/ 6858000 h 6858000"/>
              <a:gd name="connsiteX53" fmla="*/ 0 w 12192000"/>
              <a:gd name="connsiteY53" fmla="*/ 6858000 h 6858000"/>
              <a:gd name="connsiteX54" fmla="*/ 0 w 12192000"/>
              <a:gd name="connsiteY54" fmla="*/ 6377940 h 6858000"/>
              <a:gd name="connsiteX55" fmla="*/ 0 w 12192000"/>
              <a:gd name="connsiteY55" fmla="*/ 5760720 h 6858000"/>
              <a:gd name="connsiteX56" fmla="*/ 0 w 12192000"/>
              <a:gd name="connsiteY56" fmla="*/ 5006340 h 6858000"/>
              <a:gd name="connsiteX57" fmla="*/ 0 w 12192000"/>
              <a:gd name="connsiteY57" fmla="*/ 4457700 h 6858000"/>
              <a:gd name="connsiteX58" fmla="*/ 0 w 12192000"/>
              <a:gd name="connsiteY58" fmla="*/ 3634740 h 6858000"/>
              <a:gd name="connsiteX59" fmla="*/ 0 w 12192000"/>
              <a:gd name="connsiteY59" fmla="*/ 3154680 h 6858000"/>
              <a:gd name="connsiteX60" fmla="*/ 0 w 12192000"/>
              <a:gd name="connsiteY60" fmla="*/ 2674620 h 6858000"/>
              <a:gd name="connsiteX61" fmla="*/ 0 w 12192000"/>
              <a:gd name="connsiteY61" fmla="*/ 1851660 h 6858000"/>
              <a:gd name="connsiteX62" fmla="*/ 0 w 12192000"/>
              <a:gd name="connsiteY62" fmla="*/ 1165860 h 6858000"/>
              <a:gd name="connsiteX63" fmla="*/ 0 w 12192000"/>
              <a:gd name="connsiteY6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75204" y="18051"/>
                  <a:pt x="318874" y="-982"/>
                  <a:pt x="433493" y="0"/>
                </a:cubicBezTo>
                <a:cubicBezTo>
                  <a:pt x="548112" y="982"/>
                  <a:pt x="598706" y="-11419"/>
                  <a:pt x="745067" y="0"/>
                </a:cubicBezTo>
                <a:cubicBezTo>
                  <a:pt x="891428" y="11419"/>
                  <a:pt x="983894" y="-14779"/>
                  <a:pt x="1178560" y="0"/>
                </a:cubicBezTo>
                <a:cubicBezTo>
                  <a:pt x="1373226" y="14779"/>
                  <a:pt x="1366040" y="-4665"/>
                  <a:pt x="1490133" y="0"/>
                </a:cubicBezTo>
                <a:cubicBezTo>
                  <a:pt x="1614226" y="4665"/>
                  <a:pt x="1715054" y="-14354"/>
                  <a:pt x="1801707" y="0"/>
                </a:cubicBezTo>
                <a:cubicBezTo>
                  <a:pt x="1888360" y="14354"/>
                  <a:pt x="1999884" y="-3541"/>
                  <a:pt x="2113280" y="0"/>
                </a:cubicBezTo>
                <a:cubicBezTo>
                  <a:pt x="2226676" y="3541"/>
                  <a:pt x="2552904" y="-26334"/>
                  <a:pt x="2668693" y="0"/>
                </a:cubicBezTo>
                <a:cubicBezTo>
                  <a:pt x="2784482" y="26334"/>
                  <a:pt x="2864248" y="-11683"/>
                  <a:pt x="2980267" y="0"/>
                </a:cubicBezTo>
                <a:cubicBezTo>
                  <a:pt x="3096286" y="11683"/>
                  <a:pt x="3510565" y="-22824"/>
                  <a:pt x="3901440" y="0"/>
                </a:cubicBezTo>
                <a:cubicBezTo>
                  <a:pt x="4292315" y="22824"/>
                  <a:pt x="4361929" y="-18857"/>
                  <a:pt x="4700693" y="0"/>
                </a:cubicBezTo>
                <a:cubicBezTo>
                  <a:pt x="5039457" y="18857"/>
                  <a:pt x="4888100" y="12359"/>
                  <a:pt x="5012267" y="0"/>
                </a:cubicBezTo>
                <a:cubicBezTo>
                  <a:pt x="5136434" y="-12359"/>
                  <a:pt x="5452553" y="-29778"/>
                  <a:pt x="5689600" y="0"/>
                </a:cubicBezTo>
                <a:cubicBezTo>
                  <a:pt x="5926647" y="29778"/>
                  <a:pt x="5845631" y="-8538"/>
                  <a:pt x="6001173" y="0"/>
                </a:cubicBezTo>
                <a:cubicBezTo>
                  <a:pt x="6156715" y="8538"/>
                  <a:pt x="6389418" y="-10331"/>
                  <a:pt x="6556587" y="0"/>
                </a:cubicBezTo>
                <a:cubicBezTo>
                  <a:pt x="6723756" y="10331"/>
                  <a:pt x="6808334" y="21541"/>
                  <a:pt x="6990080" y="0"/>
                </a:cubicBezTo>
                <a:cubicBezTo>
                  <a:pt x="7171826" y="-21541"/>
                  <a:pt x="7480167" y="9837"/>
                  <a:pt x="7667413" y="0"/>
                </a:cubicBezTo>
                <a:cubicBezTo>
                  <a:pt x="7854659" y="-9837"/>
                  <a:pt x="8358929" y="-4744"/>
                  <a:pt x="8588587" y="0"/>
                </a:cubicBezTo>
                <a:cubicBezTo>
                  <a:pt x="8818245" y="4744"/>
                  <a:pt x="8915028" y="11178"/>
                  <a:pt x="9022080" y="0"/>
                </a:cubicBezTo>
                <a:cubicBezTo>
                  <a:pt x="9129132" y="-11178"/>
                  <a:pt x="9586600" y="32025"/>
                  <a:pt x="9943253" y="0"/>
                </a:cubicBezTo>
                <a:cubicBezTo>
                  <a:pt x="10299906" y="-32025"/>
                  <a:pt x="10353693" y="-29665"/>
                  <a:pt x="10620587" y="0"/>
                </a:cubicBezTo>
                <a:cubicBezTo>
                  <a:pt x="10887481" y="29665"/>
                  <a:pt x="10791444" y="-4539"/>
                  <a:pt x="10932160" y="0"/>
                </a:cubicBezTo>
                <a:cubicBezTo>
                  <a:pt x="11072876" y="4539"/>
                  <a:pt x="11166835" y="14594"/>
                  <a:pt x="11243733" y="0"/>
                </a:cubicBezTo>
                <a:cubicBezTo>
                  <a:pt x="11320631" y="-14594"/>
                  <a:pt x="11922443" y="-28687"/>
                  <a:pt x="12192000" y="0"/>
                </a:cubicBezTo>
                <a:cubicBezTo>
                  <a:pt x="12154562" y="287093"/>
                  <a:pt x="12167402" y="534001"/>
                  <a:pt x="12192000" y="822960"/>
                </a:cubicBezTo>
                <a:cubicBezTo>
                  <a:pt x="12216598" y="1111919"/>
                  <a:pt x="12177523" y="1180208"/>
                  <a:pt x="12192000" y="1303020"/>
                </a:cubicBezTo>
                <a:cubicBezTo>
                  <a:pt x="12206477" y="1425832"/>
                  <a:pt x="12189734" y="1865943"/>
                  <a:pt x="12192000" y="2125980"/>
                </a:cubicBezTo>
                <a:cubicBezTo>
                  <a:pt x="12194266" y="2386017"/>
                  <a:pt x="12223245" y="2543923"/>
                  <a:pt x="12192000" y="2811780"/>
                </a:cubicBezTo>
                <a:cubicBezTo>
                  <a:pt x="12160755" y="3079637"/>
                  <a:pt x="12189346" y="3250892"/>
                  <a:pt x="12192000" y="3429000"/>
                </a:cubicBezTo>
                <a:cubicBezTo>
                  <a:pt x="12194654" y="3607108"/>
                  <a:pt x="12191233" y="3763256"/>
                  <a:pt x="12192000" y="4046220"/>
                </a:cubicBezTo>
                <a:cubicBezTo>
                  <a:pt x="12192767" y="4329184"/>
                  <a:pt x="12167724" y="4545657"/>
                  <a:pt x="12192000" y="4869180"/>
                </a:cubicBezTo>
                <a:cubicBezTo>
                  <a:pt x="12216276" y="5192703"/>
                  <a:pt x="12183571" y="5263486"/>
                  <a:pt x="12192000" y="5417820"/>
                </a:cubicBezTo>
                <a:cubicBezTo>
                  <a:pt x="12200429" y="5572154"/>
                  <a:pt x="12210564" y="5836371"/>
                  <a:pt x="12192000" y="6240780"/>
                </a:cubicBezTo>
                <a:cubicBezTo>
                  <a:pt x="12173436" y="6645189"/>
                  <a:pt x="12220964" y="6703406"/>
                  <a:pt x="12192000" y="6858000"/>
                </a:cubicBezTo>
                <a:cubicBezTo>
                  <a:pt x="12048779" y="6855530"/>
                  <a:pt x="12019664" y="6866116"/>
                  <a:pt x="11880427" y="6858000"/>
                </a:cubicBezTo>
                <a:cubicBezTo>
                  <a:pt x="11741190" y="6849884"/>
                  <a:pt x="11214922" y="6895685"/>
                  <a:pt x="10959253" y="6858000"/>
                </a:cubicBezTo>
                <a:cubicBezTo>
                  <a:pt x="10703584" y="6820315"/>
                  <a:pt x="10351273" y="6892661"/>
                  <a:pt x="10038080" y="6858000"/>
                </a:cubicBezTo>
                <a:cubicBezTo>
                  <a:pt x="9724887" y="6823339"/>
                  <a:pt x="9697525" y="6836371"/>
                  <a:pt x="9604587" y="6858000"/>
                </a:cubicBezTo>
                <a:cubicBezTo>
                  <a:pt x="9511649" y="6879629"/>
                  <a:pt x="9115019" y="6848248"/>
                  <a:pt x="8927253" y="6858000"/>
                </a:cubicBezTo>
                <a:cubicBezTo>
                  <a:pt x="8739487" y="6867752"/>
                  <a:pt x="8483185" y="6852611"/>
                  <a:pt x="8371840" y="6858000"/>
                </a:cubicBezTo>
                <a:cubicBezTo>
                  <a:pt x="8260495" y="6863389"/>
                  <a:pt x="7806589" y="6872560"/>
                  <a:pt x="7572587" y="6858000"/>
                </a:cubicBezTo>
                <a:cubicBezTo>
                  <a:pt x="7338585" y="6843440"/>
                  <a:pt x="7032944" y="6823488"/>
                  <a:pt x="6651413" y="6858000"/>
                </a:cubicBezTo>
                <a:cubicBezTo>
                  <a:pt x="6269882" y="6892512"/>
                  <a:pt x="6375421" y="6858224"/>
                  <a:pt x="6217920" y="6858000"/>
                </a:cubicBezTo>
                <a:cubicBezTo>
                  <a:pt x="6060419" y="6857776"/>
                  <a:pt x="5969336" y="6854920"/>
                  <a:pt x="5906347" y="6858000"/>
                </a:cubicBezTo>
                <a:cubicBezTo>
                  <a:pt x="5843358" y="6861080"/>
                  <a:pt x="5254134" y="6833702"/>
                  <a:pt x="4985173" y="6858000"/>
                </a:cubicBezTo>
                <a:cubicBezTo>
                  <a:pt x="4716212" y="6882298"/>
                  <a:pt x="4771409" y="6865156"/>
                  <a:pt x="4673600" y="6858000"/>
                </a:cubicBezTo>
                <a:cubicBezTo>
                  <a:pt x="4575791" y="6850844"/>
                  <a:pt x="4450643" y="6869291"/>
                  <a:pt x="4362027" y="6858000"/>
                </a:cubicBezTo>
                <a:cubicBezTo>
                  <a:pt x="4273411" y="6846709"/>
                  <a:pt x="3876843" y="6848906"/>
                  <a:pt x="3684693" y="6858000"/>
                </a:cubicBezTo>
                <a:cubicBezTo>
                  <a:pt x="3492543" y="6867094"/>
                  <a:pt x="3389659" y="6845943"/>
                  <a:pt x="3251200" y="6858000"/>
                </a:cubicBezTo>
                <a:cubicBezTo>
                  <a:pt x="3112741" y="6870057"/>
                  <a:pt x="2907680" y="6881783"/>
                  <a:pt x="2573867" y="6858000"/>
                </a:cubicBezTo>
                <a:cubicBezTo>
                  <a:pt x="2240054" y="6834217"/>
                  <a:pt x="1912454" y="6898356"/>
                  <a:pt x="1652693" y="6858000"/>
                </a:cubicBezTo>
                <a:cubicBezTo>
                  <a:pt x="1392932" y="6817644"/>
                  <a:pt x="1351060" y="6872758"/>
                  <a:pt x="1219200" y="6858000"/>
                </a:cubicBezTo>
                <a:cubicBezTo>
                  <a:pt x="1087340" y="6843242"/>
                  <a:pt x="911482" y="6877587"/>
                  <a:pt x="785707" y="6858000"/>
                </a:cubicBezTo>
                <a:cubicBezTo>
                  <a:pt x="659932" y="6838413"/>
                  <a:pt x="309530" y="6882099"/>
                  <a:pt x="0" y="6858000"/>
                </a:cubicBezTo>
                <a:cubicBezTo>
                  <a:pt x="549" y="6660274"/>
                  <a:pt x="20661" y="6481152"/>
                  <a:pt x="0" y="6377940"/>
                </a:cubicBezTo>
                <a:cubicBezTo>
                  <a:pt x="-20661" y="6274728"/>
                  <a:pt x="358" y="5983312"/>
                  <a:pt x="0" y="5760720"/>
                </a:cubicBezTo>
                <a:cubicBezTo>
                  <a:pt x="-358" y="5538128"/>
                  <a:pt x="5276" y="5199532"/>
                  <a:pt x="0" y="5006340"/>
                </a:cubicBezTo>
                <a:cubicBezTo>
                  <a:pt x="-5276" y="4813148"/>
                  <a:pt x="-21710" y="4674317"/>
                  <a:pt x="0" y="4457700"/>
                </a:cubicBezTo>
                <a:cubicBezTo>
                  <a:pt x="21710" y="4241083"/>
                  <a:pt x="-16547" y="3997523"/>
                  <a:pt x="0" y="3634740"/>
                </a:cubicBezTo>
                <a:cubicBezTo>
                  <a:pt x="16547" y="3271957"/>
                  <a:pt x="4240" y="3361592"/>
                  <a:pt x="0" y="3154680"/>
                </a:cubicBezTo>
                <a:cubicBezTo>
                  <a:pt x="-4240" y="2947768"/>
                  <a:pt x="-20433" y="2881504"/>
                  <a:pt x="0" y="2674620"/>
                </a:cubicBezTo>
                <a:cubicBezTo>
                  <a:pt x="20433" y="2467736"/>
                  <a:pt x="39864" y="2021415"/>
                  <a:pt x="0" y="1851660"/>
                </a:cubicBezTo>
                <a:cubicBezTo>
                  <a:pt x="-39864" y="1681905"/>
                  <a:pt x="6578" y="1330909"/>
                  <a:pt x="0" y="1165860"/>
                </a:cubicBezTo>
                <a:cubicBezTo>
                  <a:pt x="-6578" y="1000811"/>
                  <a:pt x="-10059" y="436891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249284" y="25644"/>
                  <a:pt x="421690" y="18160"/>
                  <a:pt x="799253" y="0"/>
                </a:cubicBezTo>
                <a:cubicBezTo>
                  <a:pt x="1176816" y="-18160"/>
                  <a:pt x="1104491" y="14277"/>
                  <a:pt x="1232747" y="0"/>
                </a:cubicBezTo>
                <a:cubicBezTo>
                  <a:pt x="1361003" y="-14277"/>
                  <a:pt x="1548395" y="-21807"/>
                  <a:pt x="1788160" y="0"/>
                </a:cubicBezTo>
                <a:cubicBezTo>
                  <a:pt x="2027925" y="21807"/>
                  <a:pt x="2387637" y="-36093"/>
                  <a:pt x="2587413" y="0"/>
                </a:cubicBezTo>
                <a:cubicBezTo>
                  <a:pt x="2787189" y="36093"/>
                  <a:pt x="3199583" y="-6759"/>
                  <a:pt x="3386667" y="0"/>
                </a:cubicBezTo>
                <a:cubicBezTo>
                  <a:pt x="3573751" y="6759"/>
                  <a:pt x="3659995" y="16098"/>
                  <a:pt x="3820160" y="0"/>
                </a:cubicBezTo>
                <a:cubicBezTo>
                  <a:pt x="3980325" y="-16098"/>
                  <a:pt x="4536013" y="41982"/>
                  <a:pt x="4741333" y="0"/>
                </a:cubicBezTo>
                <a:cubicBezTo>
                  <a:pt x="4946653" y="-41982"/>
                  <a:pt x="4975461" y="-4713"/>
                  <a:pt x="5052907" y="0"/>
                </a:cubicBezTo>
                <a:cubicBezTo>
                  <a:pt x="5130353" y="4713"/>
                  <a:pt x="5538440" y="-1933"/>
                  <a:pt x="5730240" y="0"/>
                </a:cubicBezTo>
                <a:cubicBezTo>
                  <a:pt x="5922040" y="1933"/>
                  <a:pt x="6139606" y="31516"/>
                  <a:pt x="6407573" y="0"/>
                </a:cubicBezTo>
                <a:cubicBezTo>
                  <a:pt x="6675540" y="-31516"/>
                  <a:pt x="6609783" y="10574"/>
                  <a:pt x="6719147" y="0"/>
                </a:cubicBezTo>
                <a:cubicBezTo>
                  <a:pt x="6828511" y="-10574"/>
                  <a:pt x="6881450" y="5604"/>
                  <a:pt x="7030720" y="0"/>
                </a:cubicBezTo>
                <a:cubicBezTo>
                  <a:pt x="7179990" y="-5604"/>
                  <a:pt x="7444367" y="-3446"/>
                  <a:pt x="7586133" y="0"/>
                </a:cubicBezTo>
                <a:cubicBezTo>
                  <a:pt x="7727899" y="3446"/>
                  <a:pt x="8098815" y="-27056"/>
                  <a:pt x="8263467" y="0"/>
                </a:cubicBezTo>
                <a:cubicBezTo>
                  <a:pt x="8428119" y="27056"/>
                  <a:pt x="8954781" y="7083"/>
                  <a:pt x="9184640" y="0"/>
                </a:cubicBezTo>
                <a:cubicBezTo>
                  <a:pt x="9414499" y="-7083"/>
                  <a:pt x="9885423" y="3086"/>
                  <a:pt x="10105813" y="0"/>
                </a:cubicBezTo>
                <a:cubicBezTo>
                  <a:pt x="10326203" y="-3086"/>
                  <a:pt x="10279827" y="11215"/>
                  <a:pt x="10417387" y="0"/>
                </a:cubicBezTo>
                <a:cubicBezTo>
                  <a:pt x="10554947" y="-11215"/>
                  <a:pt x="11021960" y="-23994"/>
                  <a:pt x="11216640" y="0"/>
                </a:cubicBezTo>
                <a:cubicBezTo>
                  <a:pt x="11411320" y="23994"/>
                  <a:pt x="11924818" y="15208"/>
                  <a:pt x="12192000" y="0"/>
                </a:cubicBezTo>
                <a:cubicBezTo>
                  <a:pt x="12213824" y="254894"/>
                  <a:pt x="12172201" y="543518"/>
                  <a:pt x="12192000" y="685800"/>
                </a:cubicBezTo>
                <a:cubicBezTo>
                  <a:pt x="12211799" y="828082"/>
                  <a:pt x="12157061" y="1098612"/>
                  <a:pt x="12192000" y="1440180"/>
                </a:cubicBezTo>
                <a:cubicBezTo>
                  <a:pt x="12226939" y="1781748"/>
                  <a:pt x="12172949" y="1814543"/>
                  <a:pt x="12192000" y="1988820"/>
                </a:cubicBezTo>
                <a:cubicBezTo>
                  <a:pt x="12211051" y="2163097"/>
                  <a:pt x="12173068" y="2422660"/>
                  <a:pt x="12192000" y="2537460"/>
                </a:cubicBezTo>
                <a:cubicBezTo>
                  <a:pt x="12210932" y="2652260"/>
                  <a:pt x="12222365" y="2859633"/>
                  <a:pt x="12192000" y="3154680"/>
                </a:cubicBezTo>
                <a:cubicBezTo>
                  <a:pt x="12161635" y="3449727"/>
                  <a:pt x="12217441" y="3518959"/>
                  <a:pt x="12192000" y="3703320"/>
                </a:cubicBezTo>
                <a:cubicBezTo>
                  <a:pt x="12166559" y="3887681"/>
                  <a:pt x="12173443" y="3979436"/>
                  <a:pt x="12192000" y="4183380"/>
                </a:cubicBezTo>
                <a:cubicBezTo>
                  <a:pt x="12210557" y="4387324"/>
                  <a:pt x="12222486" y="4682190"/>
                  <a:pt x="12192000" y="4937760"/>
                </a:cubicBezTo>
                <a:cubicBezTo>
                  <a:pt x="12161514" y="5193330"/>
                  <a:pt x="12210063" y="5348843"/>
                  <a:pt x="12192000" y="5486400"/>
                </a:cubicBezTo>
                <a:cubicBezTo>
                  <a:pt x="12173937" y="5623957"/>
                  <a:pt x="12188879" y="5930866"/>
                  <a:pt x="12192000" y="6240780"/>
                </a:cubicBezTo>
                <a:cubicBezTo>
                  <a:pt x="12195121" y="6550694"/>
                  <a:pt x="12171735" y="6593457"/>
                  <a:pt x="12192000" y="6858000"/>
                </a:cubicBezTo>
                <a:cubicBezTo>
                  <a:pt x="11926063" y="6873679"/>
                  <a:pt x="11776099" y="6883998"/>
                  <a:pt x="11636587" y="6858000"/>
                </a:cubicBezTo>
                <a:cubicBezTo>
                  <a:pt x="11497075" y="6832002"/>
                  <a:pt x="11408512" y="6838506"/>
                  <a:pt x="11203093" y="6858000"/>
                </a:cubicBezTo>
                <a:cubicBezTo>
                  <a:pt x="10997674" y="6877494"/>
                  <a:pt x="11002926" y="6845266"/>
                  <a:pt x="10891520" y="6858000"/>
                </a:cubicBezTo>
                <a:cubicBezTo>
                  <a:pt x="10780114" y="6870734"/>
                  <a:pt x="10466301" y="6838556"/>
                  <a:pt x="10336107" y="6858000"/>
                </a:cubicBezTo>
                <a:cubicBezTo>
                  <a:pt x="10205913" y="6877444"/>
                  <a:pt x="9783010" y="6894606"/>
                  <a:pt x="9414933" y="6858000"/>
                </a:cubicBezTo>
                <a:cubicBezTo>
                  <a:pt x="9046856" y="6821394"/>
                  <a:pt x="8779389" y="6865493"/>
                  <a:pt x="8493760" y="6858000"/>
                </a:cubicBezTo>
                <a:cubicBezTo>
                  <a:pt x="8208131" y="6850507"/>
                  <a:pt x="8099677" y="6889947"/>
                  <a:pt x="7816427" y="6858000"/>
                </a:cubicBezTo>
                <a:cubicBezTo>
                  <a:pt x="7533177" y="6826053"/>
                  <a:pt x="7463289" y="6878480"/>
                  <a:pt x="7261013" y="6858000"/>
                </a:cubicBezTo>
                <a:cubicBezTo>
                  <a:pt x="7058737" y="6837520"/>
                  <a:pt x="6921426" y="6878626"/>
                  <a:pt x="6705600" y="6858000"/>
                </a:cubicBezTo>
                <a:cubicBezTo>
                  <a:pt x="6489774" y="6837374"/>
                  <a:pt x="6241018" y="6851384"/>
                  <a:pt x="6028267" y="6858000"/>
                </a:cubicBezTo>
                <a:cubicBezTo>
                  <a:pt x="5815516" y="6864616"/>
                  <a:pt x="5649893" y="6876491"/>
                  <a:pt x="5472853" y="6858000"/>
                </a:cubicBezTo>
                <a:cubicBezTo>
                  <a:pt x="5295813" y="6839509"/>
                  <a:pt x="5049555" y="6849016"/>
                  <a:pt x="4673600" y="6858000"/>
                </a:cubicBezTo>
                <a:cubicBezTo>
                  <a:pt x="4297645" y="6866984"/>
                  <a:pt x="4434336" y="6872787"/>
                  <a:pt x="4362027" y="6858000"/>
                </a:cubicBezTo>
                <a:cubicBezTo>
                  <a:pt x="4289718" y="6843213"/>
                  <a:pt x="4133148" y="6858467"/>
                  <a:pt x="3928533" y="6858000"/>
                </a:cubicBezTo>
                <a:cubicBezTo>
                  <a:pt x="3723918" y="6857533"/>
                  <a:pt x="3509260" y="6845707"/>
                  <a:pt x="3373120" y="6858000"/>
                </a:cubicBezTo>
                <a:cubicBezTo>
                  <a:pt x="3236980" y="6870293"/>
                  <a:pt x="3068323" y="6847109"/>
                  <a:pt x="2817707" y="6858000"/>
                </a:cubicBezTo>
                <a:cubicBezTo>
                  <a:pt x="2567091" y="6868891"/>
                  <a:pt x="2489960" y="6842303"/>
                  <a:pt x="2384213" y="6858000"/>
                </a:cubicBezTo>
                <a:cubicBezTo>
                  <a:pt x="2278466" y="6873697"/>
                  <a:pt x="2195196" y="6858229"/>
                  <a:pt x="2072640" y="6858000"/>
                </a:cubicBezTo>
                <a:cubicBezTo>
                  <a:pt x="1950084" y="6857771"/>
                  <a:pt x="1682353" y="6883216"/>
                  <a:pt x="1395307" y="6858000"/>
                </a:cubicBezTo>
                <a:cubicBezTo>
                  <a:pt x="1108261" y="6832784"/>
                  <a:pt x="388545" y="6796751"/>
                  <a:pt x="0" y="6858000"/>
                </a:cubicBezTo>
                <a:cubicBezTo>
                  <a:pt x="12742" y="6592291"/>
                  <a:pt x="19947" y="6524379"/>
                  <a:pt x="0" y="6240780"/>
                </a:cubicBezTo>
                <a:cubicBezTo>
                  <a:pt x="-19947" y="5957181"/>
                  <a:pt x="24651" y="5782233"/>
                  <a:pt x="0" y="5623560"/>
                </a:cubicBezTo>
                <a:cubicBezTo>
                  <a:pt x="-24651" y="5464887"/>
                  <a:pt x="-10153" y="5243727"/>
                  <a:pt x="0" y="4937760"/>
                </a:cubicBezTo>
                <a:cubicBezTo>
                  <a:pt x="10153" y="4631793"/>
                  <a:pt x="7184" y="4600613"/>
                  <a:pt x="0" y="4320540"/>
                </a:cubicBezTo>
                <a:cubicBezTo>
                  <a:pt x="-7184" y="4040467"/>
                  <a:pt x="-17392" y="3713167"/>
                  <a:pt x="0" y="3497580"/>
                </a:cubicBezTo>
                <a:cubicBezTo>
                  <a:pt x="17392" y="3281993"/>
                  <a:pt x="7062" y="3210339"/>
                  <a:pt x="0" y="2948940"/>
                </a:cubicBezTo>
                <a:cubicBezTo>
                  <a:pt x="-7062" y="2687541"/>
                  <a:pt x="8905" y="2500176"/>
                  <a:pt x="0" y="2331720"/>
                </a:cubicBezTo>
                <a:cubicBezTo>
                  <a:pt x="-8905" y="2163264"/>
                  <a:pt x="-17234" y="1759709"/>
                  <a:pt x="0" y="1577340"/>
                </a:cubicBezTo>
                <a:cubicBezTo>
                  <a:pt x="17234" y="1394971"/>
                  <a:pt x="20009" y="1079484"/>
                  <a:pt x="0" y="891540"/>
                </a:cubicBezTo>
                <a:cubicBezTo>
                  <a:pt x="-20009" y="703596"/>
                  <a:pt x="-19428" y="403751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Rectangle 3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custGeom>
            <a:avLst/>
            <a:gdLst>
              <a:gd name="connsiteX0" fmla="*/ 0 w 11167447"/>
              <a:gd name="connsiteY0" fmla="*/ 0 h 2018806"/>
              <a:gd name="connsiteX1" fmla="*/ 362942 w 11167447"/>
              <a:gd name="connsiteY1" fmla="*/ 0 h 2018806"/>
              <a:gd name="connsiteX2" fmla="*/ 725884 w 11167447"/>
              <a:gd name="connsiteY2" fmla="*/ 0 h 2018806"/>
              <a:gd name="connsiteX3" fmla="*/ 1088826 w 11167447"/>
              <a:gd name="connsiteY3" fmla="*/ 0 h 2018806"/>
              <a:gd name="connsiteX4" fmla="*/ 1563443 w 11167447"/>
              <a:gd name="connsiteY4" fmla="*/ 0 h 2018806"/>
              <a:gd name="connsiteX5" fmla="*/ 2038059 w 11167447"/>
              <a:gd name="connsiteY5" fmla="*/ 0 h 2018806"/>
              <a:gd name="connsiteX6" fmla="*/ 2512676 w 11167447"/>
              <a:gd name="connsiteY6" fmla="*/ 0 h 2018806"/>
              <a:gd name="connsiteX7" fmla="*/ 2875618 w 11167447"/>
              <a:gd name="connsiteY7" fmla="*/ 0 h 2018806"/>
              <a:gd name="connsiteX8" fmla="*/ 3573583 w 11167447"/>
              <a:gd name="connsiteY8" fmla="*/ 0 h 2018806"/>
              <a:gd name="connsiteX9" fmla="*/ 4048200 w 11167447"/>
              <a:gd name="connsiteY9" fmla="*/ 0 h 2018806"/>
              <a:gd name="connsiteX10" fmla="*/ 4522816 w 11167447"/>
              <a:gd name="connsiteY10" fmla="*/ 0 h 2018806"/>
              <a:gd name="connsiteX11" fmla="*/ 4997433 w 11167447"/>
              <a:gd name="connsiteY11" fmla="*/ 0 h 2018806"/>
              <a:gd name="connsiteX12" fmla="*/ 5807072 w 11167447"/>
              <a:gd name="connsiteY12" fmla="*/ 0 h 2018806"/>
              <a:gd name="connsiteX13" fmla="*/ 6170014 w 11167447"/>
              <a:gd name="connsiteY13" fmla="*/ 0 h 2018806"/>
              <a:gd name="connsiteX14" fmla="*/ 7091329 w 11167447"/>
              <a:gd name="connsiteY14" fmla="*/ 0 h 2018806"/>
              <a:gd name="connsiteX15" fmla="*/ 7454271 w 11167447"/>
              <a:gd name="connsiteY15" fmla="*/ 0 h 2018806"/>
              <a:gd name="connsiteX16" fmla="*/ 8375585 w 11167447"/>
              <a:gd name="connsiteY16" fmla="*/ 0 h 2018806"/>
              <a:gd name="connsiteX17" fmla="*/ 8961876 w 11167447"/>
              <a:gd name="connsiteY17" fmla="*/ 0 h 2018806"/>
              <a:gd name="connsiteX18" fmla="*/ 9771516 w 11167447"/>
              <a:gd name="connsiteY18" fmla="*/ 0 h 2018806"/>
              <a:gd name="connsiteX19" fmla="*/ 10134458 w 11167447"/>
              <a:gd name="connsiteY19" fmla="*/ 0 h 2018806"/>
              <a:gd name="connsiteX20" fmla="*/ 11167447 w 11167447"/>
              <a:gd name="connsiteY20" fmla="*/ 0 h 2018806"/>
              <a:gd name="connsiteX21" fmla="*/ 11167447 w 11167447"/>
              <a:gd name="connsiteY21" fmla="*/ 693123 h 2018806"/>
              <a:gd name="connsiteX22" fmla="*/ 11167447 w 11167447"/>
              <a:gd name="connsiteY22" fmla="*/ 1366059 h 2018806"/>
              <a:gd name="connsiteX23" fmla="*/ 11167447 w 11167447"/>
              <a:gd name="connsiteY23" fmla="*/ 2018806 h 2018806"/>
              <a:gd name="connsiteX24" fmla="*/ 10246133 w 11167447"/>
              <a:gd name="connsiteY24" fmla="*/ 2018806 h 2018806"/>
              <a:gd name="connsiteX25" fmla="*/ 9883191 w 11167447"/>
              <a:gd name="connsiteY25" fmla="*/ 2018806 h 2018806"/>
              <a:gd name="connsiteX26" fmla="*/ 9296900 w 11167447"/>
              <a:gd name="connsiteY26" fmla="*/ 2018806 h 2018806"/>
              <a:gd name="connsiteX27" fmla="*/ 8598934 w 11167447"/>
              <a:gd name="connsiteY27" fmla="*/ 2018806 h 2018806"/>
              <a:gd name="connsiteX28" fmla="*/ 7677620 w 11167447"/>
              <a:gd name="connsiteY28" fmla="*/ 2018806 h 2018806"/>
              <a:gd name="connsiteX29" fmla="*/ 7314678 w 11167447"/>
              <a:gd name="connsiteY29" fmla="*/ 2018806 h 2018806"/>
              <a:gd name="connsiteX30" fmla="*/ 6505038 w 11167447"/>
              <a:gd name="connsiteY30" fmla="*/ 2018806 h 2018806"/>
              <a:gd name="connsiteX31" fmla="*/ 5807072 w 11167447"/>
              <a:gd name="connsiteY31" fmla="*/ 2018806 h 2018806"/>
              <a:gd name="connsiteX32" fmla="*/ 4997433 w 11167447"/>
              <a:gd name="connsiteY32" fmla="*/ 2018806 h 2018806"/>
              <a:gd name="connsiteX33" fmla="*/ 4187793 w 11167447"/>
              <a:gd name="connsiteY33" fmla="*/ 2018806 h 2018806"/>
              <a:gd name="connsiteX34" fmla="*/ 3713176 w 11167447"/>
              <a:gd name="connsiteY34" fmla="*/ 2018806 h 2018806"/>
              <a:gd name="connsiteX35" fmla="*/ 3350234 w 11167447"/>
              <a:gd name="connsiteY35" fmla="*/ 2018806 h 2018806"/>
              <a:gd name="connsiteX36" fmla="*/ 2652269 w 11167447"/>
              <a:gd name="connsiteY36" fmla="*/ 2018806 h 2018806"/>
              <a:gd name="connsiteX37" fmla="*/ 1954303 w 11167447"/>
              <a:gd name="connsiteY37" fmla="*/ 2018806 h 2018806"/>
              <a:gd name="connsiteX38" fmla="*/ 1591361 w 11167447"/>
              <a:gd name="connsiteY38" fmla="*/ 2018806 h 2018806"/>
              <a:gd name="connsiteX39" fmla="*/ 1005070 w 11167447"/>
              <a:gd name="connsiteY39" fmla="*/ 2018806 h 2018806"/>
              <a:gd name="connsiteX40" fmla="*/ 0 w 11167447"/>
              <a:gd name="connsiteY40" fmla="*/ 2018806 h 2018806"/>
              <a:gd name="connsiteX41" fmla="*/ 0 w 11167447"/>
              <a:gd name="connsiteY41" fmla="*/ 1366059 h 2018806"/>
              <a:gd name="connsiteX42" fmla="*/ 0 w 11167447"/>
              <a:gd name="connsiteY42" fmla="*/ 693123 h 2018806"/>
              <a:gd name="connsiteX43" fmla="*/ 0 w 11167447"/>
              <a:gd name="connsiteY43" fmla="*/ 0 h 201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1167447" h="2018806" fill="none" extrusionOk="0">
                <a:moveTo>
                  <a:pt x="0" y="0"/>
                </a:moveTo>
                <a:cubicBezTo>
                  <a:pt x="101364" y="-3657"/>
                  <a:pt x="277975" y="-6770"/>
                  <a:pt x="362942" y="0"/>
                </a:cubicBezTo>
                <a:cubicBezTo>
                  <a:pt x="447909" y="6770"/>
                  <a:pt x="545152" y="-12059"/>
                  <a:pt x="725884" y="0"/>
                </a:cubicBezTo>
                <a:cubicBezTo>
                  <a:pt x="906616" y="12059"/>
                  <a:pt x="952648" y="17496"/>
                  <a:pt x="1088826" y="0"/>
                </a:cubicBezTo>
                <a:cubicBezTo>
                  <a:pt x="1225004" y="-17496"/>
                  <a:pt x="1338250" y="17569"/>
                  <a:pt x="1563443" y="0"/>
                </a:cubicBezTo>
                <a:cubicBezTo>
                  <a:pt x="1788636" y="-17569"/>
                  <a:pt x="1817023" y="17145"/>
                  <a:pt x="2038059" y="0"/>
                </a:cubicBezTo>
                <a:cubicBezTo>
                  <a:pt x="2259095" y="-17145"/>
                  <a:pt x="2404415" y="-7520"/>
                  <a:pt x="2512676" y="0"/>
                </a:cubicBezTo>
                <a:cubicBezTo>
                  <a:pt x="2620937" y="7520"/>
                  <a:pt x="2725894" y="10635"/>
                  <a:pt x="2875618" y="0"/>
                </a:cubicBezTo>
                <a:cubicBezTo>
                  <a:pt x="3025342" y="-10635"/>
                  <a:pt x="3338211" y="17091"/>
                  <a:pt x="3573583" y="0"/>
                </a:cubicBezTo>
                <a:cubicBezTo>
                  <a:pt x="3808956" y="-17091"/>
                  <a:pt x="3927976" y="-19191"/>
                  <a:pt x="4048200" y="0"/>
                </a:cubicBezTo>
                <a:cubicBezTo>
                  <a:pt x="4168424" y="19191"/>
                  <a:pt x="4379793" y="4888"/>
                  <a:pt x="4522816" y="0"/>
                </a:cubicBezTo>
                <a:cubicBezTo>
                  <a:pt x="4665839" y="-4888"/>
                  <a:pt x="4835065" y="15470"/>
                  <a:pt x="4997433" y="0"/>
                </a:cubicBezTo>
                <a:cubicBezTo>
                  <a:pt x="5159801" y="-15470"/>
                  <a:pt x="5486476" y="20985"/>
                  <a:pt x="5807072" y="0"/>
                </a:cubicBezTo>
                <a:cubicBezTo>
                  <a:pt x="6127668" y="-20985"/>
                  <a:pt x="5995804" y="-4310"/>
                  <a:pt x="6170014" y="0"/>
                </a:cubicBezTo>
                <a:cubicBezTo>
                  <a:pt x="6344224" y="4310"/>
                  <a:pt x="6688159" y="-9853"/>
                  <a:pt x="7091329" y="0"/>
                </a:cubicBezTo>
                <a:cubicBezTo>
                  <a:pt x="7494499" y="9853"/>
                  <a:pt x="7354683" y="-3337"/>
                  <a:pt x="7454271" y="0"/>
                </a:cubicBezTo>
                <a:cubicBezTo>
                  <a:pt x="7553859" y="3337"/>
                  <a:pt x="8038698" y="31072"/>
                  <a:pt x="8375585" y="0"/>
                </a:cubicBezTo>
                <a:cubicBezTo>
                  <a:pt x="8712472" y="-31072"/>
                  <a:pt x="8688522" y="2394"/>
                  <a:pt x="8961876" y="0"/>
                </a:cubicBezTo>
                <a:cubicBezTo>
                  <a:pt x="9235230" y="-2394"/>
                  <a:pt x="9405879" y="27341"/>
                  <a:pt x="9771516" y="0"/>
                </a:cubicBezTo>
                <a:cubicBezTo>
                  <a:pt x="10137153" y="-27341"/>
                  <a:pt x="9968857" y="13717"/>
                  <a:pt x="10134458" y="0"/>
                </a:cubicBezTo>
                <a:cubicBezTo>
                  <a:pt x="10300059" y="-13717"/>
                  <a:pt x="10663992" y="45474"/>
                  <a:pt x="11167447" y="0"/>
                </a:cubicBezTo>
                <a:cubicBezTo>
                  <a:pt x="11165209" y="295335"/>
                  <a:pt x="11146377" y="475443"/>
                  <a:pt x="11167447" y="693123"/>
                </a:cubicBezTo>
                <a:cubicBezTo>
                  <a:pt x="11188517" y="910803"/>
                  <a:pt x="11188299" y="1046845"/>
                  <a:pt x="11167447" y="1366059"/>
                </a:cubicBezTo>
                <a:cubicBezTo>
                  <a:pt x="11146595" y="1685273"/>
                  <a:pt x="11197925" y="1738104"/>
                  <a:pt x="11167447" y="2018806"/>
                </a:cubicBezTo>
                <a:cubicBezTo>
                  <a:pt x="10785294" y="2012249"/>
                  <a:pt x="10650455" y="2026393"/>
                  <a:pt x="10246133" y="2018806"/>
                </a:cubicBezTo>
                <a:cubicBezTo>
                  <a:pt x="9841811" y="2011219"/>
                  <a:pt x="10045907" y="2032012"/>
                  <a:pt x="9883191" y="2018806"/>
                </a:cubicBezTo>
                <a:cubicBezTo>
                  <a:pt x="9720475" y="2005600"/>
                  <a:pt x="9566123" y="2024668"/>
                  <a:pt x="9296900" y="2018806"/>
                </a:cubicBezTo>
                <a:cubicBezTo>
                  <a:pt x="9027677" y="2012944"/>
                  <a:pt x="8930701" y="1987270"/>
                  <a:pt x="8598934" y="2018806"/>
                </a:cubicBezTo>
                <a:cubicBezTo>
                  <a:pt x="8267167" y="2050342"/>
                  <a:pt x="8026967" y="2007715"/>
                  <a:pt x="7677620" y="2018806"/>
                </a:cubicBezTo>
                <a:cubicBezTo>
                  <a:pt x="7328273" y="2029897"/>
                  <a:pt x="7416993" y="2021333"/>
                  <a:pt x="7314678" y="2018806"/>
                </a:cubicBezTo>
                <a:cubicBezTo>
                  <a:pt x="7212363" y="2016279"/>
                  <a:pt x="6797931" y="1983086"/>
                  <a:pt x="6505038" y="2018806"/>
                </a:cubicBezTo>
                <a:cubicBezTo>
                  <a:pt x="6212145" y="2054526"/>
                  <a:pt x="6088554" y="2040605"/>
                  <a:pt x="5807072" y="2018806"/>
                </a:cubicBezTo>
                <a:cubicBezTo>
                  <a:pt x="5525590" y="1997007"/>
                  <a:pt x="5375581" y="2041118"/>
                  <a:pt x="4997433" y="2018806"/>
                </a:cubicBezTo>
                <a:cubicBezTo>
                  <a:pt x="4619285" y="1996494"/>
                  <a:pt x="4496105" y="1979844"/>
                  <a:pt x="4187793" y="2018806"/>
                </a:cubicBezTo>
                <a:cubicBezTo>
                  <a:pt x="3879481" y="2057768"/>
                  <a:pt x="3904057" y="1997515"/>
                  <a:pt x="3713176" y="2018806"/>
                </a:cubicBezTo>
                <a:cubicBezTo>
                  <a:pt x="3522295" y="2040097"/>
                  <a:pt x="3492311" y="2004170"/>
                  <a:pt x="3350234" y="2018806"/>
                </a:cubicBezTo>
                <a:cubicBezTo>
                  <a:pt x="3208157" y="2033442"/>
                  <a:pt x="2937073" y="2010226"/>
                  <a:pt x="2652269" y="2018806"/>
                </a:cubicBezTo>
                <a:cubicBezTo>
                  <a:pt x="2367466" y="2027386"/>
                  <a:pt x="2123988" y="2013850"/>
                  <a:pt x="1954303" y="2018806"/>
                </a:cubicBezTo>
                <a:cubicBezTo>
                  <a:pt x="1784618" y="2023762"/>
                  <a:pt x="1750911" y="2015162"/>
                  <a:pt x="1591361" y="2018806"/>
                </a:cubicBezTo>
                <a:cubicBezTo>
                  <a:pt x="1431811" y="2022450"/>
                  <a:pt x="1263924" y="2011910"/>
                  <a:pt x="1005070" y="2018806"/>
                </a:cubicBezTo>
                <a:cubicBezTo>
                  <a:pt x="746216" y="2025702"/>
                  <a:pt x="218985" y="2029037"/>
                  <a:pt x="0" y="2018806"/>
                </a:cubicBezTo>
                <a:cubicBezTo>
                  <a:pt x="15924" y="1863706"/>
                  <a:pt x="-16089" y="1513535"/>
                  <a:pt x="0" y="1366059"/>
                </a:cubicBezTo>
                <a:cubicBezTo>
                  <a:pt x="16089" y="1218583"/>
                  <a:pt x="29085" y="963203"/>
                  <a:pt x="0" y="693123"/>
                </a:cubicBezTo>
                <a:cubicBezTo>
                  <a:pt x="-29085" y="423043"/>
                  <a:pt x="-12664" y="247943"/>
                  <a:pt x="0" y="0"/>
                </a:cubicBezTo>
                <a:close/>
              </a:path>
              <a:path w="11167447" h="2018806" stroke="0" extrusionOk="0">
                <a:moveTo>
                  <a:pt x="0" y="0"/>
                </a:moveTo>
                <a:cubicBezTo>
                  <a:pt x="238251" y="17281"/>
                  <a:pt x="447887" y="-19823"/>
                  <a:pt x="586291" y="0"/>
                </a:cubicBezTo>
                <a:cubicBezTo>
                  <a:pt x="724695" y="19823"/>
                  <a:pt x="1209145" y="-18018"/>
                  <a:pt x="1507605" y="0"/>
                </a:cubicBezTo>
                <a:cubicBezTo>
                  <a:pt x="1806065" y="18018"/>
                  <a:pt x="2004613" y="35692"/>
                  <a:pt x="2317245" y="0"/>
                </a:cubicBezTo>
                <a:cubicBezTo>
                  <a:pt x="2629877" y="-35692"/>
                  <a:pt x="2688207" y="-7507"/>
                  <a:pt x="2903536" y="0"/>
                </a:cubicBezTo>
                <a:cubicBezTo>
                  <a:pt x="3118865" y="7507"/>
                  <a:pt x="3321012" y="-11316"/>
                  <a:pt x="3489827" y="0"/>
                </a:cubicBezTo>
                <a:cubicBezTo>
                  <a:pt x="3658642" y="11316"/>
                  <a:pt x="3793859" y="9294"/>
                  <a:pt x="3964444" y="0"/>
                </a:cubicBezTo>
                <a:cubicBezTo>
                  <a:pt x="4135029" y="-9294"/>
                  <a:pt x="4424729" y="-38145"/>
                  <a:pt x="4774084" y="0"/>
                </a:cubicBezTo>
                <a:cubicBezTo>
                  <a:pt x="5123439" y="38145"/>
                  <a:pt x="5306640" y="-23193"/>
                  <a:pt x="5695398" y="0"/>
                </a:cubicBezTo>
                <a:cubicBezTo>
                  <a:pt x="6084156" y="23193"/>
                  <a:pt x="6346486" y="-15008"/>
                  <a:pt x="6616712" y="0"/>
                </a:cubicBezTo>
                <a:cubicBezTo>
                  <a:pt x="6886938" y="15008"/>
                  <a:pt x="7012020" y="-28395"/>
                  <a:pt x="7314678" y="0"/>
                </a:cubicBezTo>
                <a:cubicBezTo>
                  <a:pt x="7617336" y="28395"/>
                  <a:pt x="7556597" y="15795"/>
                  <a:pt x="7677620" y="0"/>
                </a:cubicBezTo>
                <a:cubicBezTo>
                  <a:pt x="7798643" y="-15795"/>
                  <a:pt x="7985702" y="-1452"/>
                  <a:pt x="8263911" y="0"/>
                </a:cubicBezTo>
                <a:cubicBezTo>
                  <a:pt x="8542120" y="1452"/>
                  <a:pt x="8715930" y="13057"/>
                  <a:pt x="8961876" y="0"/>
                </a:cubicBezTo>
                <a:cubicBezTo>
                  <a:pt x="9207822" y="-13057"/>
                  <a:pt x="9382674" y="25096"/>
                  <a:pt x="9548167" y="0"/>
                </a:cubicBezTo>
                <a:cubicBezTo>
                  <a:pt x="9713660" y="-25096"/>
                  <a:pt x="9924015" y="-16255"/>
                  <a:pt x="10134458" y="0"/>
                </a:cubicBezTo>
                <a:cubicBezTo>
                  <a:pt x="10344901" y="16255"/>
                  <a:pt x="10842212" y="-15334"/>
                  <a:pt x="11167447" y="0"/>
                </a:cubicBezTo>
                <a:cubicBezTo>
                  <a:pt x="11181447" y="334992"/>
                  <a:pt x="11177438" y="457947"/>
                  <a:pt x="11167447" y="693123"/>
                </a:cubicBezTo>
                <a:cubicBezTo>
                  <a:pt x="11157456" y="928299"/>
                  <a:pt x="11152565" y="1136680"/>
                  <a:pt x="11167447" y="1325683"/>
                </a:cubicBezTo>
                <a:cubicBezTo>
                  <a:pt x="11182329" y="1514686"/>
                  <a:pt x="11196078" y="1860139"/>
                  <a:pt x="11167447" y="2018806"/>
                </a:cubicBezTo>
                <a:cubicBezTo>
                  <a:pt x="10850811" y="2042853"/>
                  <a:pt x="10717454" y="1994634"/>
                  <a:pt x="10469482" y="2018806"/>
                </a:cubicBezTo>
                <a:cubicBezTo>
                  <a:pt x="10221511" y="2042978"/>
                  <a:pt x="10232172" y="2022845"/>
                  <a:pt x="9994865" y="2018806"/>
                </a:cubicBezTo>
                <a:cubicBezTo>
                  <a:pt x="9757558" y="2014767"/>
                  <a:pt x="9495076" y="2007881"/>
                  <a:pt x="9296900" y="2018806"/>
                </a:cubicBezTo>
                <a:cubicBezTo>
                  <a:pt x="9098725" y="2029731"/>
                  <a:pt x="8925618" y="2023728"/>
                  <a:pt x="8710609" y="2018806"/>
                </a:cubicBezTo>
                <a:cubicBezTo>
                  <a:pt x="8495600" y="2013884"/>
                  <a:pt x="8192652" y="1980493"/>
                  <a:pt x="7900969" y="2018806"/>
                </a:cubicBezTo>
                <a:cubicBezTo>
                  <a:pt x="7609286" y="2057119"/>
                  <a:pt x="7535091" y="2034724"/>
                  <a:pt x="7314678" y="2018806"/>
                </a:cubicBezTo>
                <a:cubicBezTo>
                  <a:pt x="7094265" y="2002888"/>
                  <a:pt x="6703545" y="2051155"/>
                  <a:pt x="6393363" y="2018806"/>
                </a:cubicBezTo>
                <a:cubicBezTo>
                  <a:pt x="6083181" y="1986457"/>
                  <a:pt x="5870707" y="2061663"/>
                  <a:pt x="5472049" y="2018806"/>
                </a:cubicBezTo>
                <a:cubicBezTo>
                  <a:pt x="5073391" y="1975949"/>
                  <a:pt x="4985389" y="2037057"/>
                  <a:pt x="4550735" y="2018806"/>
                </a:cubicBezTo>
                <a:cubicBezTo>
                  <a:pt x="4116081" y="2000555"/>
                  <a:pt x="4133871" y="2025267"/>
                  <a:pt x="3741095" y="2018806"/>
                </a:cubicBezTo>
                <a:cubicBezTo>
                  <a:pt x="3348319" y="2012345"/>
                  <a:pt x="3269756" y="1978056"/>
                  <a:pt x="2819780" y="2018806"/>
                </a:cubicBezTo>
                <a:cubicBezTo>
                  <a:pt x="2369804" y="2059556"/>
                  <a:pt x="2563762" y="2009993"/>
                  <a:pt x="2456838" y="2018806"/>
                </a:cubicBezTo>
                <a:cubicBezTo>
                  <a:pt x="2349914" y="2027619"/>
                  <a:pt x="1904450" y="2007655"/>
                  <a:pt x="1535524" y="2018806"/>
                </a:cubicBezTo>
                <a:cubicBezTo>
                  <a:pt x="1166598" y="2029957"/>
                  <a:pt x="921157" y="2008326"/>
                  <a:pt x="614210" y="2018806"/>
                </a:cubicBezTo>
                <a:cubicBezTo>
                  <a:pt x="307263" y="2029286"/>
                  <a:pt x="183636" y="2025800"/>
                  <a:pt x="0" y="2018806"/>
                </a:cubicBezTo>
                <a:cubicBezTo>
                  <a:pt x="-22082" y="1865903"/>
                  <a:pt x="-8916" y="1640342"/>
                  <a:pt x="0" y="1366059"/>
                </a:cubicBezTo>
                <a:cubicBezTo>
                  <a:pt x="8916" y="1091776"/>
                  <a:pt x="8626" y="969210"/>
                  <a:pt x="0" y="672935"/>
                </a:cubicBezTo>
                <a:cubicBezTo>
                  <a:pt x="-8626" y="376660"/>
                  <a:pt x="-32464" y="268635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custGeom>
            <a:avLst/>
            <a:gdLst>
              <a:gd name="connsiteX0" fmla="*/ 0 w 11155680"/>
              <a:gd name="connsiteY0" fmla="*/ 0 h 2011680"/>
              <a:gd name="connsiteX1" fmla="*/ 808787 w 11155680"/>
              <a:gd name="connsiteY1" fmla="*/ 0 h 2011680"/>
              <a:gd name="connsiteX2" fmla="*/ 1506017 w 11155680"/>
              <a:gd name="connsiteY2" fmla="*/ 0 h 2011680"/>
              <a:gd name="connsiteX3" fmla="*/ 2091690 w 11155680"/>
              <a:gd name="connsiteY3" fmla="*/ 0 h 2011680"/>
              <a:gd name="connsiteX4" fmla="*/ 2788920 w 11155680"/>
              <a:gd name="connsiteY4" fmla="*/ 0 h 2011680"/>
              <a:gd name="connsiteX5" fmla="*/ 3597707 w 11155680"/>
              <a:gd name="connsiteY5" fmla="*/ 0 h 2011680"/>
              <a:gd name="connsiteX6" fmla="*/ 4518050 w 11155680"/>
              <a:gd name="connsiteY6" fmla="*/ 0 h 2011680"/>
              <a:gd name="connsiteX7" fmla="*/ 5438394 w 11155680"/>
              <a:gd name="connsiteY7" fmla="*/ 0 h 2011680"/>
              <a:gd name="connsiteX8" fmla="*/ 5800954 w 11155680"/>
              <a:gd name="connsiteY8" fmla="*/ 0 h 2011680"/>
              <a:gd name="connsiteX9" fmla="*/ 6275070 w 11155680"/>
              <a:gd name="connsiteY9" fmla="*/ 0 h 2011680"/>
              <a:gd name="connsiteX10" fmla="*/ 6860743 w 11155680"/>
              <a:gd name="connsiteY10" fmla="*/ 0 h 2011680"/>
              <a:gd name="connsiteX11" fmla="*/ 7223303 w 11155680"/>
              <a:gd name="connsiteY11" fmla="*/ 0 h 2011680"/>
              <a:gd name="connsiteX12" fmla="*/ 7697419 w 11155680"/>
              <a:gd name="connsiteY12" fmla="*/ 0 h 2011680"/>
              <a:gd name="connsiteX13" fmla="*/ 8394649 w 11155680"/>
              <a:gd name="connsiteY13" fmla="*/ 0 h 2011680"/>
              <a:gd name="connsiteX14" fmla="*/ 9314993 w 11155680"/>
              <a:gd name="connsiteY14" fmla="*/ 0 h 2011680"/>
              <a:gd name="connsiteX15" fmla="*/ 10012223 w 11155680"/>
              <a:gd name="connsiteY15" fmla="*/ 0 h 2011680"/>
              <a:gd name="connsiteX16" fmla="*/ 10486339 w 11155680"/>
              <a:gd name="connsiteY16" fmla="*/ 0 h 2011680"/>
              <a:gd name="connsiteX17" fmla="*/ 11155680 w 11155680"/>
              <a:gd name="connsiteY17" fmla="*/ 0 h 2011680"/>
              <a:gd name="connsiteX18" fmla="*/ 11155680 w 11155680"/>
              <a:gd name="connsiteY18" fmla="*/ 670560 h 2011680"/>
              <a:gd name="connsiteX19" fmla="*/ 11155680 w 11155680"/>
              <a:gd name="connsiteY19" fmla="*/ 1361237 h 2011680"/>
              <a:gd name="connsiteX20" fmla="*/ 11155680 w 11155680"/>
              <a:gd name="connsiteY20" fmla="*/ 2011680 h 2011680"/>
              <a:gd name="connsiteX21" fmla="*/ 10793120 w 11155680"/>
              <a:gd name="connsiteY21" fmla="*/ 2011680 h 2011680"/>
              <a:gd name="connsiteX22" fmla="*/ 9984334 w 11155680"/>
              <a:gd name="connsiteY22" fmla="*/ 2011680 h 2011680"/>
              <a:gd name="connsiteX23" fmla="*/ 9287104 w 11155680"/>
              <a:gd name="connsiteY23" fmla="*/ 2011680 h 2011680"/>
              <a:gd name="connsiteX24" fmla="*/ 8366760 w 11155680"/>
              <a:gd name="connsiteY24" fmla="*/ 2011680 h 2011680"/>
              <a:gd name="connsiteX25" fmla="*/ 8004200 w 11155680"/>
              <a:gd name="connsiteY25" fmla="*/ 2011680 h 2011680"/>
              <a:gd name="connsiteX26" fmla="*/ 7530084 w 11155680"/>
              <a:gd name="connsiteY26" fmla="*/ 2011680 h 2011680"/>
              <a:gd name="connsiteX27" fmla="*/ 7167524 w 11155680"/>
              <a:gd name="connsiteY27" fmla="*/ 2011680 h 2011680"/>
              <a:gd name="connsiteX28" fmla="*/ 6247181 w 11155680"/>
              <a:gd name="connsiteY28" fmla="*/ 2011680 h 2011680"/>
              <a:gd name="connsiteX29" fmla="*/ 5438394 w 11155680"/>
              <a:gd name="connsiteY29" fmla="*/ 2011680 h 2011680"/>
              <a:gd name="connsiteX30" fmla="*/ 4852721 w 11155680"/>
              <a:gd name="connsiteY30" fmla="*/ 2011680 h 2011680"/>
              <a:gd name="connsiteX31" fmla="*/ 4155491 w 11155680"/>
              <a:gd name="connsiteY31" fmla="*/ 2011680 h 2011680"/>
              <a:gd name="connsiteX32" fmla="*/ 3792931 w 11155680"/>
              <a:gd name="connsiteY32" fmla="*/ 2011680 h 2011680"/>
              <a:gd name="connsiteX33" fmla="*/ 2872588 w 11155680"/>
              <a:gd name="connsiteY33" fmla="*/ 2011680 h 2011680"/>
              <a:gd name="connsiteX34" fmla="*/ 2175358 w 11155680"/>
              <a:gd name="connsiteY34" fmla="*/ 2011680 h 2011680"/>
              <a:gd name="connsiteX35" fmla="*/ 1478128 w 11155680"/>
              <a:gd name="connsiteY35" fmla="*/ 2011680 h 2011680"/>
              <a:gd name="connsiteX36" fmla="*/ 0 w 11155680"/>
              <a:gd name="connsiteY36" fmla="*/ 2011680 h 2011680"/>
              <a:gd name="connsiteX37" fmla="*/ 0 w 11155680"/>
              <a:gd name="connsiteY37" fmla="*/ 1381354 h 2011680"/>
              <a:gd name="connsiteX38" fmla="*/ 0 w 11155680"/>
              <a:gd name="connsiteY38" fmla="*/ 670560 h 2011680"/>
              <a:gd name="connsiteX39" fmla="*/ 0 w 11155680"/>
              <a:gd name="connsiteY39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155680" h="2011680" fill="none" extrusionOk="0">
                <a:moveTo>
                  <a:pt x="0" y="0"/>
                </a:moveTo>
                <a:cubicBezTo>
                  <a:pt x="179885" y="-36310"/>
                  <a:pt x="645106" y="33601"/>
                  <a:pt x="808787" y="0"/>
                </a:cubicBezTo>
                <a:cubicBezTo>
                  <a:pt x="972468" y="-33601"/>
                  <a:pt x="1266580" y="30205"/>
                  <a:pt x="1506017" y="0"/>
                </a:cubicBezTo>
                <a:cubicBezTo>
                  <a:pt x="1745454" y="-30205"/>
                  <a:pt x="1898831" y="-13015"/>
                  <a:pt x="2091690" y="0"/>
                </a:cubicBezTo>
                <a:cubicBezTo>
                  <a:pt x="2284549" y="13015"/>
                  <a:pt x="2549196" y="-148"/>
                  <a:pt x="2788920" y="0"/>
                </a:cubicBezTo>
                <a:cubicBezTo>
                  <a:pt x="3028644" y="148"/>
                  <a:pt x="3306580" y="23634"/>
                  <a:pt x="3597707" y="0"/>
                </a:cubicBezTo>
                <a:cubicBezTo>
                  <a:pt x="3888834" y="-23634"/>
                  <a:pt x="4229059" y="19168"/>
                  <a:pt x="4518050" y="0"/>
                </a:cubicBezTo>
                <a:cubicBezTo>
                  <a:pt x="4807041" y="-19168"/>
                  <a:pt x="5198885" y="-21660"/>
                  <a:pt x="5438394" y="0"/>
                </a:cubicBezTo>
                <a:cubicBezTo>
                  <a:pt x="5677903" y="21660"/>
                  <a:pt x="5675568" y="11253"/>
                  <a:pt x="5800954" y="0"/>
                </a:cubicBezTo>
                <a:cubicBezTo>
                  <a:pt x="5926340" y="-11253"/>
                  <a:pt x="6084816" y="-1909"/>
                  <a:pt x="6275070" y="0"/>
                </a:cubicBezTo>
                <a:cubicBezTo>
                  <a:pt x="6465324" y="1909"/>
                  <a:pt x="6662500" y="7378"/>
                  <a:pt x="6860743" y="0"/>
                </a:cubicBezTo>
                <a:cubicBezTo>
                  <a:pt x="7058986" y="-7378"/>
                  <a:pt x="7095659" y="-5676"/>
                  <a:pt x="7223303" y="0"/>
                </a:cubicBezTo>
                <a:cubicBezTo>
                  <a:pt x="7350947" y="5676"/>
                  <a:pt x="7500558" y="-4220"/>
                  <a:pt x="7697419" y="0"/>
                </a:cubicBezTo>
                <a:cubicBezTo>
                  <a:pt x="7894280" y="4220"/>
                  <a:pt x="8145252" y="-5364"/>
                  <a:pt x="8394649" y="0"/>
                </a:cubicBezTo>
                <a:cubicBezTo>
                  <a:pt x="8644046" y="5364"/>
                  <a:pt x="9049955" y="37399"/>
                  <a:pt x="9314993" y="0"/>
                </a:cubicBezTo>
                <a:cubicBezTo>
                  <a:pt x="9580031" y="-37399"/>
                  <a:pt x="9810727" y="22629"/>
                  <a:pt x="10012223" y="0"/>
                </a:cubicBezTo>
                <a:cubicBezTo>
                  <a:pt x="10213719" y="-22629"/>
                  <a:pt x="10293389" y="-5921"/>
                  <a:pt x="10486339" y="0"/>
                </a:cubicBezTo>
                <a:cubicBezTo>
                  <a:pt x="10679289" y="5921"/>
                  <a:pt x="10940168" y="30656"/>
                  <a:pt x="11155680" y="0"/>
                </a:cubicBezTo>
                <a:cubicBezTo>
                  <a:pt x="11137854" y="326855"/>
                  <a:pt x="11169472" y="370943"/>
                  <a:pt x="11155680" y="670560"/>
                </a:cubicBezTo>
                <a:cubicBezTo>
                  <a:pt x="11141888" y="970177"/>
                  <a:pt x="11150952" y="1208257"/>
                  <a:pt x="11155680" y="1361237"/>
                </a:cubicBezTo>
                <a:cubicBezTo>
                  <a:pt x="11160408" y="1514217"/>
                  <a:pt x="11170937" y="1868285"/>
                  <a:pt x="11155680" y="2011680"/>
                </a:cubicBezTo>
                <a:cubicBezTo>
                  <a:pt x="11007602" y="2015792"/>
                  <a:pt x="10890336" y="2021105"/>
                  <a:pt x="10793120" y="2011680"/>
                </a:cubicBezTo>
                <a:cubicBezTo>
                  <a:pt x="10695904" y="2002255"/>
                  <a:pt x="10209371" y="1984960"/>
                  <a:pt x="9984334" y="2011680"/>
                </a:cubicBezTo>
                <a:cubicBezTo>
                  <a:pt x="9759297" y="2038400"/>
                  <a:pt x="9582334" y="2001600"/>
                  <a:pt x="9287104" y="2011680"/>
                </a:cubicBezTo>
                <a:cubicBezTo>
                  <a:pt x="8991874" y="2021761"/>
                  <a:pt x="8773025" y="2044292"/>
                  <a:pt x="8366760" y="2011680"/>
                </a:cubicBezTo>
                <a:cubicBezTo>
                  <a:pt x="7960495" y="1979068"/>
                  <a:pt x="8090074" y="2029168"/>
                  <a:pt x="8004200" y="2011680"/>
                </a:cubicBezTo>
                <a:cubicBezTo>
                  <a:pt x="7918326" y="1994192"/>
                  <a:pt x="7677540" y="2029853"/>
                  <a:pt x="7530084" y="2011680"/>
                </a:cubicBezTo>
                <a:cubicBezTo>
                  <a:pt x="7382628" y="1993507"/>
                  <a:pt x="7304186" y="2005914"/>
                  <a:pt x="7167524" y="2011680"/>
                </a:cubicBezTo>
                <a:cubicBezTo>
                  <a:pt x="7030862" y="2017446"/>
                  <a:pt x="6669249" y="2050859"/>
                  <a:pt x="6247181" y="2011680"/>
                </a:cubicBezTo>
                <a:cubicBezTo>
                  <a:pt x="5825113" y="1972501"/>
                  <a:pt x="5622985" y="1992495"/>
                  <a:pt x="5438394" y="2011680"/>
                </a:cubicBezTo>
                <a:cubicBezTo>
                  <a:pt x="5253803" y="2030865"/>
                  <a:pt x="5056113" y="2025383"/>
                  <a:pt x="4852721" y="2011680"/>
                </a:cubicBezTo>
                <a:cubicBezTo>
                  <a:pt x="4649329" y="1997977"/>
                  <a:pt x="4327733" y="2031998"/>
                  <a:pt x="4155491" y="2011680"/>
                </a:cubicBezTo>
                <a:cubicBezTo>
                  <a:pt x="3983249" y="1991363"/>
                  <a:pt x="3941860" y="2019445"/>
                  <a:pt x="3792931" y="2011680"/>
                </a:cubicBezTo>
                <a:cubicBezTo>
                  <a:pt x="3644002" y="2003915"/>
                  <a:pt x="3132518" y="2014370"/>
                  <a:pt x="2872588" y="2011680"/>
                </a:cubicBezTo>
                <a:cubicBezTo>
                  <a:pt x="2612658" y="2008990"/>
                  <a:pt x="2319844" y="1978437"/>
                  <a:pt x="2175358" y="2011680"/>
                </a:cubicBezTo>
                <a:cubicBezTo>
                  <a:pt x="2030872" y="2044924"/>
                  <a:pt x="1701304" y="2032963"/>
                  <a:pt x="1478128" y="2011680"/>
                </a:cubicBezTo>
                <a:cubicBezTo>
                  <a:pt x="1254952" y="1990398"/>
                  <a:pt x="550675" y="2049148"/>
                  <a:pt x="0" y="2011680"/>
                </a:cubicBezTo>
                <a:cubicBezTo>
                  <a:pt x="-25596" y="1848010"/>
                  <a:pt x="-24495" y="1573165"/>
                  <a:pt x="0" y="1381354"/>
                </a:cubicBezTo>
                <a:cubicBezTo>
                  <a:pt x="24495" y="1189543"/>
                  <a:pt x="10503" y="905366"/>
                  <a:pt x="0" y="670560"/>
                </a:cubicBezTo>
                <a:cubicBezTo>
                  <a:pt x="-10503" y="435754"/>
                  <a:pt x="-20164" y="238274"/>
                  <a:pt x="0" y="0"/>
                </a:cubicBezTo>
                <a:close/>
              </a:path>
              <a:path w="11155680" h="2011680" stroke="0" extrusionOk="0">
                <a:moveTo>
                  <a:pt x="0" y="0"/>
                </a:moveTo>
                <a:cubicBezTo>
                  <a:pt x="158486" y="-11550"/>
                  <a:pt x="312388" y="-7208"/>
                  <a:pt x="474116" y="0"/>
                </a:cubicBezTo>
                <a:cubicBezTo>
                  <a:pt x="635844" y="7208"/>
                  <a:pt x="1064532" y="-34541"/>
                  <a:pt x="1394460" y="0"/>
                </a:cubicBezTo>
                <a:cubicBezTo>
                  <a:pt x="1724388" y="34541"/>
                  <a:pt x="1797198" y="30074"/>
                  <a:pt x="2091690" y="0"/>
                </a:cubicBezTo>
                <a:cubicBezTo>
                  <a:pt x="2386182" y="-30074"/>
                  <a:pt x="2359167" y="-13549"/>
                  <a:pt x="2454250" y="0"/>
                </a:cubicBezTo>
                <a:cubicBezTo>
                  <a:pt x="2549333" y="13549"/>
                  <a:pt x="2695258" y="-13045"/>
                  <a:pt x="2816809" y="0"/>
                </a:cubicBezTo>
                <a:cubicBezTo>
                  <a:pt x="2938360" y="13045"/>
                  <a:pt x="3024286" y="6989"/>
                  <a:pt x="3179369" y="0"/>
                </a:cubicBezTo>
                <a:cubicBezTo>
                  <a:pt x="3334452" y="-6989"/>
                  <a:pt x="3421128" y="-7542"/>
                  <a:pt x="3541928" y="0"/>
                </a:cubicBezTo>
                <a:cubicBezTo>
                  <a:pt x="3662728" y="7542"/>
                  <a:pt x="3963842" y="-29322"/>
                  <a:pt x="4239158" y="0"/>
                </a:cubicBezTo>
                <a:cubicBezTo>
                  <a:pt x="4514474" y="29322"/>
                  <a:pt x="4753137" y="24114"/>
                  <a:pt x="4936388" y="0"/>
                </a:cubicBezTo>
                <a:cubicBezTo>
                  <a:pt x="5119639" y="-24114"/>
                  <a:pt x="5245928" y="-20742"/>
                  <a:pt x="5410505" y="0"/>
                </a:cubicBezTo>
                <a:cubicBezTo>
                  <a:pt x="5575082" y="20742"/>
                  <a:pt x="5848298" y="8806"/>
                  <a:pt x="6219292" y="0"/>
                </a:cubicBezTo>
                <a:cubicBezTo>
                  <a:pt x="6590286" y="-8806"/>
                  <a:pt x="6717138" y="8674"/>
                  <a:pt x="7139635" y="0"/>
                </a:cubicBezTo>
                <a:cubicBezTo>
                  <a:pt x="7562132" y="-8674"/>
                  <a:pt x="7481527" y="14466"/>
                  <a:pt x="7613752" y="0"/>
                </a:cubicBezTo>
                <a:cubicBezTo>
                  <a:pt x="7745977" y="-14466"/>
                  <a:pt x="7903717" y="-4080"/>
                  <a:pt x="7976311" y="0"/>
                </a:cubicBezTo>
                <a:cubicBezTo>
                  <a:pt x="8048905" y="4080"/>
                  <a:pt x="8605338" y="118"/>
                  <a:pt x="8785098" y="0"/>
                </a:cubicBezTo>
                <a:cubicBezTo>
                  <a:pt x="8964858" y="-118"/>
                  <a:pt x="9275571" y="21143"/>
                  <a:pt x="9593885" y="0"/>
                </a:cubicBezTo>
                <a:cubicBezTo>
                  <a:pt x="9912199" y="-21143"/>
                  <a:pt x="9915235" y="-19974"/>
                  <a:pt x="10068001" y="0"/>
                </a:cubicBezTo>
                <a:cubicBezTo>
                  <a:pt x="10220767" y="19974"/>
                  <a:pt x="10326464" y="6779"/>
                  <a:pt x="10430561" y="0"/>
                </a:cubicBezTo>
                <a:cubicBezTo>
                  <a:pt x="10534658" y="-6779"/>
                  <a:pt x="10938828" y="12246"/>
                  <a:pt x="11155680" y="0"/>
                </a:cubicBezTo>
                <a:cubicBezTo>
                  <a:pt x="11183962" y="149406"/>
                  <a:pt x="11124389" y="365666"/>
                  <a:pt x="11155680" y="670560"/>
                </a:cubicBezTo>
                <a:cubicBezTo>
                  <a:pt x="11186971" y="975454"/>
                  <a:pt x="11146063" y="1067567"/>
                  <a:pt x="11155680" y="1280770"/>
                </a:cubicBezTo>
                <a:cubicBezTo>
                  <a:pt x="11165298" y="1493973"/>
                  <a:pt x="11159589" y="1672440"/>
                  <a:pt x="11155680" y="2011680"/>
                </a:cubicBezTo>
                <a:cubicBezTo>
                  <a:pt x="10914895" y="2008039"/>
                  <a:pt x="10608563" y="1991367"/>
                  <a:pt x="10458450" y="2011680"/>
                </a:cubicBezTo>
                <a:cubicBezTo>
                  <a:pt x="10308337" y="2031994"/>
                  <a:pt x="10029122" y="2003214"/>
                  <a:pt x="9649663" y="2011680"/>
                </a:cubicBezTo>
                <a:cubicBezTo>
                  <a:pt x="9270204" y="2020146"/>
                  <a:pt x="9306896" y="2023456"/>
                  <a:pt x="9175547" y="2011680"/>
                </a:cubicBezTo>
                <a:cubicBezTo>
                  <a:pt x="9044198" y="1999904"/>
                  <a:pt x="8552981" y="2052813"/>
                  <a:pt x="8255203" y="2011680"/>
                </a:cubicBezTo>
                <a:cubicBezTo>
                  <a:pt x="7957425" y="1970547"/>
                  <a:pt x="7569981" y="2026978"/>
                  <a:pt x="7334860" y="2011680"/>
                </a:cubicBezTo>
                <a:cubicBezTo>
                  <a:pt x="7099739" y="1996382"/>
                  <a:pt x="7020255" y="2007005"/>
                  <a:pt x="6860743" y="2011680"/>
                </a:cubicBezTo>
                <a:cubicBezTo>
                  <a:pt x="6701231" y="2016355"/>
                  <a:pt x="6275422" y="2022106"/>
                  <a:pt x="5940400" y="2011680"/>
                </a:cubicBezTo>
                <a:cubicBezTo>
                  <a:pt x="5605378" y="2001254"/>
                  <a:pt x="5565086" y="1992394"/>
                  <a:pt x="5354726" y="2011680"/>
                </a:cubicBezTo>
                <a:cubicBezTo>
                  <a:pt x="5144366" y="2030966"/>
                  <a:pt x="4699953" y="2007785"/>
                  <a:pt x="4434383" y="2011680"/>
                </a:cubicBezTo>
                <a:cubicBezTo>
                  <a:pt x="4168813" y="2015575"/>
                  <a:pt x="4160568" y="2018790"/>
                  <a:pt x="4071823" y="2011680"/>
                </a:cubicBezTo>
                <a:cubicBezTo>
                  <a:pt x="3983078" y="2004570"/>
                  <a:pt x="3881764" y="2009141"/>
                  <a:pt x="3709264" y="2011680"/>
                </a:cubicBezTo>
                <a:cubicBezTo>
                  <a:pt x="3536764" y="2014219"/>
                  <a:pt x="3452474" y="1996271"/>
                  <a:pt x="3235147" y="2011680"/>
                </a:cubicBezTo>
                <a:cubicBezTo>
                  <a:pt x="3017820" y="2027089"/>
                  <a:pt x="2610949" y="1992482"/>
                  <a:pt x="2314804" y="2011680"/>
                </a:cubicBezTo>
                <a:cubicBezTo>
                  <a:pt x="2018659" y="2030878"/>
                  <a:pt x="1627991" y="2040869"/>
                  <a:pt x="1394460" y="2011680"/>
                </a:cubicBezTo>
                <a:cubicBezTo>
                  <a:pt x="1160929" y="1982491"/>
                  <a:pt x="391943" y="2043014"/>
                  <a:pt x="0" y="2011680"/>
                </a:cubicBezTo>
                <a:cubicBezTo>
                  <a:pt x="28228" y="1744929"/>
                  <a:pt x="-27962" y="1599365"/>
                  <a:pt x="0" y="1361237"/>
                </a:cubicBezTo>
                <a:cubicBezTo>
                  <a:pt x="27962" y="1123109"/>
                  <a:pt x="-30801" y="1031357"/>
                  <a:pt x="0" y="730910"/>
                </a:cubicBezTo>
                <a:cubicBezTo>
                  <a:pt x="30801" y="430463"/>
                  <a:pt x="29678" y="296099"/>
                  <a:pt x="0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966" y="255639"/>
            <a:ext cx="10817931" cy="1545267"/>
          </a:xfrm>
          <a:custGeom>
            <a:avLst/>
            <a:gdLst>
              <a:gd name="connsiteX0" fmla="*/ 0 w 10817931"/>
              <a:gd name="connsiteY0" fmla="*/ 0 h 1545267"/>
              <a:gd name="connsiteX1" fmla="*/ 459762 w 10817931"/>
              <a:gd name="connsiteY1" fmla="*/ 0 h 1545267"/>
              <a:gd name="connsiteX2" fmla="*/ 811345 w 10817931"/>
              <a:gd name="connsiteY2" fmla="*/ 0 h 1545267"/>
              <a:gd name="connsiteX3" fmla="*/ 1162928 w 10817931"/>
              <a:gd name="connsiteY3" fmla="*/ 0 h 1545267"/>
              <a:gd name="connsiteX4" fmla="*/ 1514510 w 10817931"/>
              <a:gd name="connsiteY4" fmla="*/ 0 h 1545267"/>
              <a:gd name="connsiteX5" fmla="*/ 2190631 w 10817931"/>
              <a:gd name="connsiteY5" fmla="*/ 0 h 1545267"/>
              <a:gd name="connsiteX6" fmla="*/ 2758572 w 10817931"/>
              <a:gd name="connsiteY6" fmla="*/ 0 h 1545267"/>
              <a:gd name="connsiteX7" fmla="*/ 3651052 w 10817931"/>
              <a:gd name="connsiteY7" fmla="*/ 0 h 1545267"/>
              <a:gd name="connsiteX8" fmla="*/ 4435352 w 10817931"/>
              <a:gd name="connsiteY8" fmla="*/ 0 h 1545267"/>
              <a:gd name="connsiteX9" fmla="*/ 4786934 w 10817931"/>
              <a:gd name="connsiteY9" fmla="*/ 0 h 1545267"/>
              <a:gd name="connsiteX10" fmla="*/ 5354876 w 10817931"/>
              <a:gd name="connsiteY10" fmla="*/ 0 h 1545267"/>
              <a:gd name="connsiteX11" fmla="*/ 6247355 w 10817931"/>
              <a:gd name="connsiteY11" fmla="*/ 0 h 1545267"/>
              <a:gd name="connsiteX12" fmla="*/ 7031655 w 10817931"/>
              <a:gd name="connsiteY12" fmla="*/ 0 h 1545267"/>
              <a:gd name="connsiteX13" fmla="*/ 7815955 w 10817931"/>
              <a:gd name="connsiteY13" fmla="*/ 0 h 1545267"/>
              <a:gd name="connsiteX14" fmla="*/ 8708434 w 10817931"/>
              <a:gd name="connsiteY14" fmla="*/ 0 h 1545267"/>
              <a:gd name="connsiteX15" fmla="*/ 9276376 w 10817931"/>
              <a:gd name="connsiteY15" fmla="*/ 0 h 1545267"/>
              <a:gd name="connsiteX16" fmla="*/ 9844317 w 10817931"/>
              <a:gd name="connsiteY16" fmla="*/ 0 h 1545267"/>
              <a:gd name="connsiteX17" fmla="*/ 10195900 w 10817931"/>
              <a:gd name="connsiteY17" fmla="*/ 0 h 1545267"/>
              <a:gd name="connsiteX18" fmla="*/ 10817931 w 10817931"/>
              <a:gd name="connsiteY18" fmla="*/ 0 h 1545267"/>
              <a:gd name="connsiteX19" fmla="*/ 10817931 w 10817931"/>
              <a:gd name="connsiteY19" fmla="*/ 530542 h 1545267"/>
              <a:gd name="connsiteX20" fmla="*/ 10817931 w 10817931"/>
              <a:gd name="connsiteY20" fmla="*/ 1030178 h 1545267"/>
              <a:gd name="connsiteX21" fmla="*/ 10817931 w 10817931"/>
              <a:gd name="connsiteY21" fmla="*/ 1545267 h 1545267"/>
              <a:gd name="connsiteX22" fmla="*/ 10358169 w 10817931"/>
              <a:gd name="connsiteY22" fmla="*/ 1545267 h 1545267"/>
              <a:gd name="connsiteX23" fmla="*/ 9465690 w 10817931"/>
              <a:gd name="connsiteY23" fmla="*/ 1545267 h 1545267"/>
              <a:gd name="connsiteX24" fmla="*/ 8789569 w 10817931"/>
              <a:gd name="connsiteY24" fmla="*/ 1545267 h 1545267"/>
              <a:gd name="connsiteX25" fmla="*/ 8329807 w 10817931"/>
              <a:gd name="connsiteY25" fmla="*/ 1545267 h 1545267"/>
              <a:gd name="connsiteX26" fmla="*/ 7870045 w 10817931"/>
              <a:gd name="connsiteY26" fmla="*/ 1545267 h 1545267"/>
              <a:gd name="connsiteX27" fmla="*/ 7193924 w 10817931"/>
              <a:gd name="connsiteY27" fmla="*/ 1545267 h 1545267"/>
              <a:gd name="connsiteX28" fmla="*/ 6517803 w 10817931"/>
              <a:gd name="connsiteY28" fmla="*/ 1545267 h 1545267"/>
              <a:gd name="connsiteX29" fmla="*/ 5733503 w 10817931"/>
              <a:gd name="connsiteY29" fmla="*/ 1545267 h 1545267"/>
              <a:gd name="connsiteX30" fmla="*/ 5057383 w 10817931"/>
              <a:gd name="connsiteY30" fmla="*/ 1545267 h 1545267"/>
              <a:gd name="connsiteX31" fmla="*/ 4489441 w 10817931"/>
              <a:gd name="connsiteY31" fmla="*/ 1545267 h 1545267"/>
              <a:gd name="connsiteX32" fmla="*/ 3596962 w 10817931"/>
              <a:gd name="connsiteY32" fmla="*/ 1545267 h 1545267"/>
              <a:gd name="connsiteX33" fmla="*/ 2920841 w 10817931"/>
              <a:gd name="connsiteY33" fmla="*/ 1545267 h 1545267"/>
              <a:gd name="connsiteX34" fmla="*/ 2028362 w 10817931"/>
              <a:gd name="connsiteY34" fmla="*/ 1545267 h 1545267"/>
              <a:gd name="connsiteX35" fmla="*/ 1352241 w 10817931"/>
              <a:gd name="connsiteY35" fmla="*/ 1545267 h 1545267"/>
              <a:gd name="connsiteX36" fmla="*/ 892479 w 10817931"/>
              <a:gd name="connsiteY36" fmla="*/ 1545267 h 1545267"/>
              <a:gd name="connsiteX37" fmla="*/ 0 w 10817931"/>
              <a:gd name="connsiteY37" fmla="*/ 1545267 h 1545267"/>
              <a:gd name="connsiteX38" fmla="*/ 0 w 10817931"/>
              <a:gd name="connsiteY38" fmla="*/ 999273 h 1545267"/>
              <a:gd name="connsiteX39" fmla="*/ 0 w 10817931"/>
              <a:gd name="connsiteY39" fmla="*/ 468731 h 1545267"/>
              <a:gd name="connsiteX40" fmla="*/ 0 w 10817931"/>
              <a:gd name="connsiteY40" fmla="*/ 0 h 154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817931" h="1545267" fill="none" extrusionOk="0">
                <a:moveTo>
                  <a:pt x="0" y="0"/>
                </a:moveTo>
                <a:cubicBezTo>
                  <a:pt x="190344" y="6216"/>
                  <a:pt x="360303" y="-18106"/>
                  <a:pt x="459762" y="0"/>
                </a:cubicBezTo>
                <a:cubicBezTo>
                  <a:pt x="559221" y="18106"/>
                  <a:pt x="718754" y="-4675"/>
                  <a:pt x="811345" y="0"/>
                </a:cubicBezTo>
                <a:cubicBezTo>
                  <a:pt x="903936" y="4675"/>
                  <a:pt x="1046575" y="922"/>
                  <a:pt x="1162928" y="0"/>
                </a:cubicBezTo>
                <a:cubicBezTo>
                  <a:pt x="1279281" y="-922"/>
                  <a:pt x="1442399" y="5244"/>
                  <a:pt x="1514510" y="0"/>
                </a:cubicBezTo>
                <a:cubicBezTo>
                  <a:pt x="1586621" y="-5244"/>
                  <a:pt x="1933414" y="31303"/>
                  <a:pt x="2190631" y="0"/>
                </a:cubicBezTo>
                <a:cubicBezTo>
                  <a:pt x="2447848" y="-31303"/>
                  <a:pt x="2596431" y="4531"/>
                  <a:pt x="2758572" y="0"/>
                </a:cubicBezTo>
                <a:cubicBezTo>
                  <a:pt x="2920713" y="-4531"/>
                  <a:pt x="3383092" y="39320"/>
                  <a:pt x="3651052" y="0"/>
                </a:cubicBezTo>
                <a:cubicBezTo>
                  <a:pt x="3919012" y="-39320"/>
                  <a:pt x="4275851" y="37001"/>
                  <a:pt x="4435352" y="0"/>
                </a:cubicBezTo>
                <a:cubicBezTo>
                  <a:pt x="4594853" y="-37001"/>
                  <a:pt x="4683732" y="-12537"/>
                  <a:pt x="4786934" y="0"/>
                </a:cubicBezTo>
                <a:cubicBezTo>
                  <a:pt x="4890136" y="12537"/>
                  <a:pt x="5144104" y="15085"/>
                  <a:pt x="5354876" y="0"/>
                </a:cubicBezTo>
                <a:cubicBezTo>
                  <a:pt x="5565648" y="-15085"/>
                  <a:pt x="5845499" y="21301"/>
                  <a:pt x="6247355" y="0"/>
                </a:cubicBezTo>
                <a:cubicBezTo>
                  <a:pt x="6649211" y="-21301"/>
                  <a:pt x="6802465" y="28805"/>
                  <a:pt x="7031655" y="0"/>
                </a:cubicBezTo>
                <a:cubicBezTo>
                  <a:pt x="7260845" y="-28805"/>
                  <a:pt x="7585048" y="-2800"/>
                  <a:pt x="7815955" y="0"/>
                </a:cubicBezTo>
                <a:cubicBezTo>
                  <a:pt x="8046862" y="2800"/>
                  <a:pt x="8418001" y="22344"/>
                  <a:pt x="8708434" y="0"/>
                </a:cubicBezTo>
                <a:cubicBezTo>
                  <a:pt x="8998867" y="-22344"/>
                  <a:pt x="9033893" y="27870"/>
                  <a:pt x="9276376" y="0"/>
                </a:cubicBezTo>
                <a:cubicBezTo>
                  <a:pt x="9518859" y="-27870"/>
                  <a:pt x="9598026" y="-12584"/>
                  <a:pt x="9844317" y="0"/>
                </a:cubicBezTo>
                <a:cubicBezTo>
                  <a:pt x="10090608" y="12584"/>
                  <a:pt x="10043176" y="-3315"/>
                  <a:pt x="10195900" y="0"/>
                </a:cubicBezTo>
                <a:cubicBezTo>
                  <a:pt x="10348624" y="3315"/>
                  <a:pt x="10684179" y="-29753"/>
                  <a:pt x="10817931" y="0"/>
                </a:cubicBezTo>
                <a:cubicBezTo>
                  <a:pt x="10794465" y="124271"/>
                  <a:pt x="10801199" y="393479"/>
                  <a:pt x="10817931" y="530542"/>
                </a:cubicBezTo>
                <a:cubicBezTo>
                  <a:pt x="10834663" y="667605"/>
                  <a:pt x="10821823" y="906412"/>
                  <a:pt x="10817931" y="1030178"/>
                </a:cubicBezTo>
                <a:cubicBezTo>
                  <a:pt x="10814039" y="1153944"/>
                  <a:pt x="10806581" y="1317093"/>
                  <a:pt x="10817931" y="1545267"/>
                </a:cubicBezTo>
                <a:cubicBezTo>
                  <a:pt x="10604991" y="1541017"/>
                  <a:pt x="10533850" y="1559168"/>
                  <a:pt x="10358169" y="1545267"/>
                </a:cubicBezTo>
                <a:cubicBezTo>
                  <a:pt x="10182488" y="1531366"/>
                  <a:pt x="9873738" y="1512781"/>
                  <a:pt x="9465690" y="1545267"/>
                </a:cubicBezTo>
                <a:cubicBezTo>
                  <a:pt x="9057642" y="1577753"/>
                  <a:pt x="9109596" y="1578680"/>
                  <a:pt x="8789569" y="1545267"/>
                </a:cubicBezTo>
                <a:cubicBezTo>
                  <a:pt x="8469542" y="1511854"/>
                  <a:pt x="8553513" y="1561883"/>
                  <a:pt x="8329807" y="1545267"/>
                </a:cubicBezTo>
                <a:cubicBezTo>
                  <a:pt x="8106101" y="1528651"/>
                  <a:pt x="8027812" y="1551608"/>
                  <a:pt x="7870045" y="1545267"/>
                </a:cubicBezTo>
                <a:cubicBezTo>
                  <a:pt x="7712278" y="1538926"/>
                  <a:pt x="7473681" y="1529233"/>
                  <a:pt x="7193924" y="1545267"/>
                </a:cubicBezTo>
                <a:cubicBezTo>
                  <a:pt x="6914167" y="1561301"/>
                  <a:pt x="6696211" y="1564992"/>
                  <a:pt x="6517803" y="1545267"/>
                </a:cubicBezTo>
                <a:cubicBezTo>
                  <a:pt x="6339395" y="1525542"/>
                  <a:pt x="5979725" y="1566354"/>
                  <a:pt x="5733503" y="1545267"/>
                </a:cubicBezTo>
                <a:cubicBezTo>
                  <a:pt x="5487281" y="1524180"/>
                  <a:pt x="5304435" y="1537621"/>
                  <a:pt x="5057383" y="1545267"/>
                </a:cubicBezTo>
                <a:cubicBezTo>
                  <a:pt x="4810331" y="1552913"/>
                  <a:pt x="4743705" y="1553445"/>
                  <a:pt x="4489441" y="1545267"/>
                </a:cubicBezTo>
                <a:cubicBezTo>
                  <a:pt x="4235177" y="1537089"/>
                  <a:pt x="3874309" y="1539260"/>
                  <a:pt x="3596962" y="1545267"/>
                </a:cubicBezTo>
                <a:cubicBezTo>
                  <a:pt x="3319615" y="1551274"/>
                  <a:pt x="3248969" y="1566337"/>
                  <a:pt x="2920841" y="1545267"/>
                </a:cubicBezTo>
                <a:cubicBezTo>
                  <a:pt x="2592713" y="1524197"/>
                  <a:pt x="2316730" y="1538734"/>
                  <a:pt x="2028362" y="1545267"/>
                </a:cubicBezTo>
                <a:cubicBezTo>
                  <a:pt x="1739994" y="1551800"/>
                  <a:pt x="1529565" y="1544112"/>
                  <a:pt x="1352241" y="1545267"/>
                </a:cubicBezTo>
                <a:cubicBezTo>
                  <a:pt x="1174917" y="1546422"/>
                  <a:pt x="1072043" y="1553733"/>
                  <a:pt x="892479" y="1545267"/>
                </a:cubicBezTo>
                <a:cubicBezTo>
                  <a:pt x="712915" y="1536801"/>
                  <a:pt x="212434" y="1568409"/>
                  <a:pt x="0" y="1545267"/>
                </a:cubicBezTo>
                <a:cubicBezTo>
                  <a:pt x="17449" y="1431531"/>
                  <a:pt x="-4823" y="1136129"/>
                  <a:pt x="0" y="999273"/>
                </a:cubicBezTo>
                <a:cubicBezTo>
                  <a:pt x="4823" y="862417"/>
                  <a:pt x="14181" y="588703"/>
                  <a:pt x="0" y="468731"/>
                </a:cubicBezTo>
                <a:cubicBezTo>
                  <a:pt x="-14181" y="348759"/>
                  <a:pt x="20033" y="185726"/>
                  <a:pt x="0" y="0"/>
                </a:cubicBezTo>
                <a:close/>
              </a:path>
              <a:path w="10817931" h="1545267" stroke="0" extrusionOk="0">
                <a:moveTo>
                  <a:pt x="0" y="0"/>
                </a:moveTo>
                <a:cubicBezTo>
                  <a:pt x="169600" y="28034"/>
                  <a:pt x="304607" y="7714"/>
                  <a:pt x="567941" y="0"/>
                </a:cubicBezTo>
                <a:cubicBezTo>
                  <a:pt x="831275" y="-7714"/>
                  <a:pt x="1194440" y="-1089"/>
                  <a:pt x="1352241" y="0"/>
                </a:cubicBezTo>
                <a:cubicBezTo>
                  <a:pt x="1510042" y="1089"/>
                  <a:pt x="1889948" y="18013"/>
                  <a:pt x="2136541" y="0"/>
                </a:cubicBezTo>
                <a:cubicBezTo>
                  <a:pt x="2383134" y="-18013"/>
                  <a:pt x="2740239" y="-26489"/>
                  <a:pt x="2920841" y="0"/>
                </a:cubicBezTo>
                <a:cubicBezTo>
                  <a:pt x="3101443" y="26489"/>
                  <a:pt x="3543668" y="-26422"/>
                  <a:pt x="3705141" y="0"/>
                </a:cubicBezTo>
                <a:cubicBezTo>
                  <a:pt x="3866614" y="26422"/>
                  <a:pt x="4128121" y="-19045"/>
                  <a:pt x="4489441" y="0"/>
                </a:cubicBezTo>
                <a:cubicBezTo>
                  <a:pt x="4850761" y="19045"/>
                  <a:pt x="4791208" y="-11437"/>
                  <a:pt x="4949203" y="0"/>
                </a:cubicBezTo>
                <a:cubicBezTo>
                  <a:pt x="5107198" y="11437"/>
                  <a:pt x="5249715" y="-6583"/>
                  <a:pt x="5408966" y="0"/>
                </a:cubicBezTo>
                <a:cubicBezTo>
                  <a:pt x="5568217" y="6583"/>
                  <a:pt x="5586357" y="-11694"/>
                  <a:pt x="5760548" y="0"/>
                </a:cubicBezTo>
                <a:cubicBezTo>
                  <a:pt x="5934739" y="11694"/>
                  <a:pt x="6040728" y="-4772"/>
                  <a:pt x="6112131" y="0"/>
                </a:cubicBezTo>
                <a:cubicBezTo>
                  <a:pt x="6183534" y="4772"/>
                  <a:pt x="6575545" y="19932"/>
                  <a:pt x="7004610" y="0"/>
                </a:cubicBezTo>
                <a:cubicBezTo>
                  <a:pt x="7433675" y="-19932"/>
                  <a:pt x="7518042" y="10612"/>
                  <a:pt x="7680731" y="0"/>
                </a:cubicBezTo>
                <a:cubicBezTo>
                  <a:pt x="7843420" y="-10612"/>
                  <a:pt x="8330491" y="-2556"/>
                  <a:pt x="8573210" y="0"/>
                </a:cubicBezTo>
                <a:cubicBezTo>
                  <a:pt x="8815929" y="2556"/>
                  <a:pt x="9181363" y="-2800"/>
                  <a:pt x="9357510" y="0"/>
                </a:cubicBezTo>
                <a:cubicBezTo>
                  <a:pt x="9533657" y="2800"/>
                  <a:pt x="9795960" y="-27047"/>
                  <a:pt x="10141810" y="0"/>
                </a:cubicBezTo>
                <a:cubicBezTo>
                  <a:pt x="10487660" y="27047"/>
                  <a:pt x="10495260" y="15702"/>
                  <a:pt x="10817931" y="0"/>
                </a:cubicBezTo>
                <a:cubicBezTo>
                  <a:pt x="10794622" y="214225"/>
                  <a:pt x="10818708" y="285487"/>
                  <a:pt x="10817931" y="515089"/>
                </a:cubicBezTo>
                <a:cubicBezTo>
                  <a:pt x="10817154" y="744691"/>
                  <a:pt x="10840275" y="889383"/>
                  <a:pt x="10817931" y="999273"/>
                </a:cubicBezTo>
                <a:cubicBezTo>
                  <a:pt x="10795587" y="1109163"/>
                  <a:pt x="10824430" y="1352124"/>
                  <a:pt x="10817931" y="1545267"/>
                </a:cubicBezTo>
                <a:cubicBezTo>
                  <a:pt x="10702636" y="1539127"/>
                  <a:pt x="10507488" y="1532589"/>
                  <a:pt x="10358169" y="1545267"/>
                </a:cubicBezTo>
                <a:cubicBezTo>
                  <a:pt x="10208850" y="1557945"/>
                  <a:pt x="9775611" y="1569966"/>
                  <a:pt x="9465690" y="1545267"/>
                </a:cubicBezTo>
                <a:cubicBezTo>
                  <a:pt x="9155769" y="1520568"/>
                  <a:pt x="9064355" y="1547979"/>
                  <a:pt x="8897748" y="1545267"/>
                </a:cubicBezTo>
                <a:cubicBezTo>
                  <a:pt x="8731141" y="1542555"/>
                  <a:pt x="8720148" y="1532710"/>
                  <a:pt x="8546165" y="1545267"/>
                </a:cubicBezTo>
                <a:cubicBezTo>
                  <a:pt x="8372182" y="1557824"/>
                  <a:pt x="7870423" y="1506584"/>
                  <a:pt x="7653686" y="1545267"/>
                </a:cubicBezTo>
                <a:cubicBezTo>
                  <a:pt x="7436949" y="1583950"/>
                  <a:pt x="7405695" y="1559248"/>
                  <a:pt x="7193924" y="1545267"/>
                </a:cubicBezTo>
                <a:cubicBezTo>
                  <a:pt x="6982153" y="1531286"/>
                  <a:pt x="6596967" y="1544785"/>
                  <a:pt x="6409624" y="1545267"/>
                </a:cubicBezTo>
                <a:cubicBezTo>
                  <a:pt x="6222281" y="1545749"/>
                  <a:pt x="5828918" y="1534145"/>
                  <a:pt x="5625324" y="1545267"/>
                </a:cubicBezTo>
                <a:cubicBezTo>
                  <a:pt x="5421730" y="1556389"/>
                  <a:pt x="5139976" y="1554734"/>
                  <a:pt x="4841024" y="1545267"/>
                </a:cubicBezTo>
                <a:cubicBezTo>
                  <a:pt x="4542072" y="1535800"/>
                  <a:pt x="4620562" y="1529889"/>
                  <a:pt x="4489441" y="1545267"/>
                </a:cubicBezTo>
                <a:cubicBezTo>
                  <a:pt x="4358320" y="1560645"/>
                  <a:pt x="3895861" y="1543268"/>
                  <a:pt x="3596962" y="1545267"/>
                </a:cubicBezTo>
                <a:cubicBezTo>
                  <a:pt x="3298063" y="1547266"/>
                  <a:pt x="3292167" y="1532016"/>
                  <a:pt x="3029021" y="1545267"/>
                </a:cubicBezTo>
                <a:cubicBezTo>
                  <a:pt x="2765875" y="1558518"/>
                  <a:pt x="2678305" y="1573315"/>
                  <a:pt x="2461079" y="1545267"/>
                </a:cubicBezTo>
                <a:cubicBezTo>
                  <a:pt x="2243853" y="1517219"/>
                  <a:pt x="1862002" y="1535821"/>
                  <a:pt x="1568600" y="1545267"/>
                </a:cubicBezTo>
                <a:cubicBezTo>
                  <a:pt x="1275198" y="1554713"/>
                  <a:pt x="1281734" y="1548059"/>
                  <a:pt x="1108838" y="1545267"/>
                </a:cubicBezTo>
                <a:cubicBezTo>
                  <a:pt x="935942" y="1542475"/>
                  <a:pt x="482708" y="1522262"/>
                  <a:pt x="0" y="1545267"/>
                </a:cubicBezTo>
                <a:cubicBezTo>
                  <a:pt x="19564" y="1424121"/>
                  <a:pt x="5162" y="1170971"/>
                  <a:pt x="0" y="1045631"/>
                </a:cubicBezTo>
                <a:cubicBezTo>
                  <a:pt x="-5162" y="920291"/>
                  <a:pt x="-21760" y="766083"/>
                  <a:pt x="0" y="530542"/>
                </a:cubicBezTo>
                <a:cubicBezTo>
                  <a:pt x="21760" y="295001"/>
                  <a:pt x="2496" y="139539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chemeClr val="tx1"/>
                </a:solidFill>
              </a:rPr>
              <a:t>Symbol of state chart</a:t>
            </a:r>
            <a:r>
              <a:rPr lang="en-US" sz="4000" dirty="0">
                <a:solidFill>
                  <a:srgbClr val="44161C"/>
                </a:solidFill>
              </a:rPr>
              <a:t> </a:t>
            </a:r>
            <a:r>
              <a:rPr lang="en-US" sz="4000" dirty="0">
                <a:solidFill>
                  <a:schemeClr val="tx1"/>
                </a:solidFill>
              </a:rPr>
              <a:t>diagram</a:t>
            </a:r>
            <a:endParaRPr lang="en-US" sz="4000" kern="1200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val 2"/>
          <p:cNvSpPr/>
          <p:nvPr/>
        </p:nvSpPr>
        <p:spPr>
          <a:xfrm>
            <a:off x="4896464" y="2832346"/>
            <a:ext cx="558800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914571" y="3772053"/>
            <a:ext cx="502920" cy="3403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ysClr val="windowText" lastClr="00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800271" y="3686456"/>
            <a:ext cx="731520" cy="511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Alternate Process 5"/>
          <p:cNvSpPr/>
          <p:nvPr/>
        </p:nvSpPr>
        <p:spPr>
          <a:xfrm>
            <a:off x="4550739" y="4587062"/>
            <a:ext cx="1244807" cy="411480"/>
          </a:xfrm>
          <a:prstGeom prst="flowChartAlternateProcess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664253" y="5669634"/>
            <a:ext cx="10177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cap="none" spc="0" dirty="0">
                <a:solidFill>
                  <a:schemeClr val="tx1"/>
                </a:solidFill>
                <a:latin typeface="Aileron Bold"/>
              </a:rPr>
              <a:t> Initial state                                                        </a:t>
            </a:r>
            <a:endParaRPr lang="en-US" cap="none" spc="0" dirty="0">
              <a:solidFill>
                <a:schemeClr val="tx1"/>
              </a:solidFill>
              <a:latin typeface="Aileron Bold"/>
            </a:endParaRPr>
          </a:p>
          <a:p>
            <a:pPr>
              <a:lnSpc>
                <a:spcPct val="90000"/>
              </a:lnSpc>
            </a:pPr>
            <a:endParaRPr lang="en-US" sz="2200" cap="none" spc="0" dirty="0">
              <a:solidFill>
                <a:schemeClr val="tx1"/>
              </a:solidFill>
              <a:latin typeface="Aileron Bold"/>
            </a:endParaRPr>
          </a:p>
          <a:p>
            <a:pPr>
              <a:lnSpc>
                <a:spcPct val="90000"/>
              </a:lnSpc>
            </a:pPr>
            <a:r>
              <a:rPr lang="en-US" sz="2200" cap="none" spc="0" dirty="0">
                <a:solidFill>
                  <a:schemeClr val="tx1"/>
                </a:solidFill>
                <a:latin typeface="Aileron Bold"/>
              </a:rPr>
              <a:t>    Final state</a:t>
            </a:r>
          </a:p>
          <a:p>
            <a:pPr>
              <a:lnSpc>
                <a:spcPct val="90000"/>
              </a:lnSpc>
            </a:pPr>
            <a:endParaRPr lang="en-US" sz="2200" cap="none" spc="0" dirty="0">
              <a:solidFill>
                <a:schemeClr val="tx1"/>
              </a:solidFill>
              <a:latin typeface="Aileron Bold"/>
            </a:endParaRPr>
          </a:p>
          <a:p>
            <a:pPr>
              <a:lnSpc>
                <a:spcPct val="90000"/>
              </a:lnSpc>
            </a:pPr>
            <a:r>
              <a:rPr lang="en-US" sz="2200" cap="none" spc="0" dirty="0">
                <a:solidFill>
                  <a:schemeClr val="tx1"/>
                </a:solidFill>
                <a:latin typeface="Aileron Bold"/>
              </a:rPr>
              <a:t>    State(action)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cap="none" spc="0" dirty="0">
              <a:solidFill>
                <a:schemeClr val="tx1"/>
              </a:solidFill>
              <a:latin typeface="Aileron Bold"/>
            </a:endParaRPr>
          </a:p>
          <a:p>
            <a:pPr>
              <a:lnSpc>
                <a:spcPct val="90000"/>
              </a:lnSpc>
            </a:pPr>
            <a:r>
              <a:rPr lang="en-US" sz="2200" cap="none" spc="0" dirty="0">
                <a:solidFill>
                  <a:schemeClr val="tx1"/>
                </a:solidFill>
                <a:latin typeface="Aileron Bold"/>
              </a:rPr>
              <a:t>    Transition </a:t>
            </a:r>
            <a:endParaRPr lang="en-US" sz="2200" spc="0" dirty="0">
              <a:solidFill>
                <a:schemeClr val="tx1"/>
              </a:solidFill>
              <a:latin typeface="Aileron Bol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A9986F-D831-C093-7FBB-8AE0413A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A9F35CA1-3AB7-1028-516A-E60B8B3D8B65}"/>
              </a:ext>
            </a:extLst>
          </p:cNvPr>
          <p:cNvSpPr/>
          <p:nvPr/>
        </p:nvSpPr>
        <p:spPr>
          <a:xfrm>
            <a:off x="2680006" y="1876604"/>
            <a:ext cx="746449" cy="47586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FC87CD-3C12-F13E-69F7-E8AA4F4642A5}"/>
              </a:ext>
            </a:extLst>
          </p:cNvPr>
          <p:cNvCxnSpPr>
            <a:stCxn id="17" idx="6"/>
          </p:cNvCxnSpPr>
          <p:nvPr/>
        </p:nvCxnSpPr>
        <p:spPr>
          <a:xfrm flipV="1">
            <a:off x="3426455" y="2114534"/>
            <a:ext cx="79310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CF6787CA-DBC7-1D4A-D12C-4DFCC2CD776B}"/>
              </a:ext>
            </a:extLst>
          </p:cNvPr>
          <p:cNvSpPr/>
          <p:nvPr/>
        </p:nvSpPr>
        <p:spPr>
          <a:xfrm>
            <a:off x="4219557" y="1876604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Login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9B02CE-C8EF-2A5A-CB3C-45A77521F863}"/>
              </a:ext>
            </a:extLst>
          </p:cNvPr>
          <p:cNvCxnSpPr>
            <a:stCxn id="19" idx="3"/>
          </p:cNvCxnSpPr>
          <p:nvPr/>
        </p:nvCxnSpPr>
        <p:spPr>
          <a:xfrm flipV="1">
            <a:off x="5525843" y="2156522"/>
            <a:ext cx="92373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DBFDEE4E-6EB1-B33C-4D83-844D22B14434}"/>
              </a:ext>
            </a:extLst>
          </p:cNvPr>
          <p:cNvSpPr/>
          <p:nvPr/>
        </p:nvSpPr>
        <p:spPr>
          <a:xfrm>
            <a:off x="6449573" y="1895265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staff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DC1E66-A812-FA82-A03F-823CB70FE020}"/>
              </a:ext>
            </a:extLst>
          </p:cNvPr>
          <p:cNvCxnSpPr>
            <a:stCxn id="23" idx="2"/>
          </p:cNvCxnSpPr>
          <p:nvPr/>
        </p:nvCxnSpPr>
        <p:spPr>
          <a:xfrm>
            <a:off x="9269753" y="2417793"/>
            <a:ext cx="2331" cy="7091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10D9A251-F660-BA73-6958-A20DAAC8E088}"/>
              </a:ext>
            </a:extLst>
          </p:cNvPr>
          <p:cNvSpPr/>
          <p:nvPr/>
        </p:nvSpPr>
        <p:spPr>
          <a:xfrm>
            <a:off x="8616610" y="1857956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parents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CF7CC0-7F0C-482E-2887-AA3E34F1F850}"/>
              </a:ext>
            </a:extLst>
          </p:cNvPr>
          <p:cNvCxnSpPr>
            <a:cxnSpLocks/>
          </p:cNvCxnSpPr>
          <p:nvPr/>
        </p:nvCxnSpPr>
        <p:spPr>
          <a:xfrm flipH="1" flipV="1">
            <a:off x="7757024" y="3395780"/>
            <a:ext cx="860751" cy="93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812ED514-9E32-5372-1E79-60D1B3252AC1}"/>
              </a:ext>
            </a:extLst>
          </p:cNvPr>
          <p:cNvSpPr/>
          <p:nvPr/>
        </p:nvSpPr>
        <p:spPr>
          <a:xfrm>
            <a:off x="8616610" y="3125193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fees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8B77BD-D2CA-208E-F190-BE3DAF8833A4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2773312" y="3635424"/>
            <a:ext cx="6712" cy="80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2">
            <a:extLst>
              <a:ext uri="{FF2B5EF4-FFF2-40B4-BE49-F238E27FC236}">
                <a16:creationId xmlns:a16="http://schemas.microsoft.com/office/drawing/2014/main" id="{3517FD44-4D89-92A9-8353-66B954C2910B}"/>
              </a:ext>
            </a:extLst>
          </p:cNvPr>
          <p:cNvSpPr/>
          <p:nvPr/>
        </p:nvSpPr>
        <p:spPr>
          <a:xfrm>
            <a:off x="6449573" y="3125193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gallery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4D35D276-1C7E-459C-5CFE-B73D1AE4191D}"/>
              </a:ext>
            </a:extLst>
          </p:cNvPr>
          <p:cNvSpPr/>
          <p:nvPr/>
        </p:nvSpPr>
        <p:spPr>
          <a:xfrm>
            <a:off x="4235888" y="3075587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Manage notification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33">
            <a:extLst>
              <a:ext uri="{FF2B5EF4-FFF2-40B4-BE49-F238E27FC236}">
                <a16:creationId xmlns:a16="http://schemas.microsoft.com/office/drawing/2014/main" id="{4C4F00EC-3002-79D7-BF8C-00ADC21FDF75}"/>
              </a:ext>
            </a:extLst>
          </p:cNvPr>
          <p:cNvSpPr/>
          <p:nvPr/>
        </p:nvSpPr>
        <p:spPr>
          <a:xfrm>
            <a:off x="2126881" y="4440790"/>
            <a:ext cx="1306286" cy="5411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 out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8">
            <a:extLst>
              <a:ext uri="{FF2B5EF4-FFF2-40B4-BE49-F238E27FC236}">
                <a16:creationId xmlns:a16="http://schemas.microsoft.com/office/drawing/2014/main" id="{AD38278E-4874-6A07-0B15-B319162CCC65}"/>
              </a:ext>
            </a:extLst>
          </p:cNvPr>
          <p:cNvSpPr/>
          <p:nvPr/>
        </p:nvSpPr>
        <p:spPr>
          <a:xfrm>
            <a:off x="2126881" y="3075587"/>
            <a:ext cx="1306286" cy="5598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Manage feedback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95E161-5DB8-76D1-9375-FDAA73A4A03A}"/>
              </a:ext>
            </a:extLst>
          </p:cNvPr>
          <p:cNvCxnSpPr/>
          <p:nvPr/>
        </p:nvCxnSpPr>
        <p:spPr>
          <a:xfrm flipV="1">
            <a:off x="7755859" y="2156522"/>
            <a:ext cx="863082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684CFD-1C6D-4A74-338E-17679289F104}"/>
              </a:ext>
            </a:extLst>
          </p:cNvPr>
          <p:cNvCxnSpPr/>
          <p:nvPr/>
        </p:nvCxnSpPr>
        <p:spPr>
          <a:xfrm flipH="1" flipV="1">
            <a:off x="5543339" y="3386450"/>
            <a:ext cx="905069" cy="9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F7DA45-5496-A995-1286-BF25B1D560E9}"/>
              </a:ext>
            </a:extLst>
          </p:cNvPr>
          <p:cNvCxnSpPr>
            <a:cxnSpLocks/>
            <a:stCxn id="29" idx="3"/>
            <a:endCxn id="35" idx="2"/>
          </p:cNvCxnSpPr>
          <p:nvPr/>
        </p:nvCxnSpPr>
        <p:spPr>
          <a:xfrm flipV="1">
            <a:off x="3433167" y="4711375"/>
            <a:ext cx="92809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FCC0250-4784-38D9-FA56-FD379720F952}"/>
              </a:ext>
            </a:extLst>
          </p:cNvPr>
          <p:cNvSpPr/>
          <p:nvPr/>
        </p:nvSpPr>
        <p:spPr>
          <a:xfrm>
            <a:off x="4361263" y="4305482"/>
            <a:ext cx="1164580" cy="8117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903495-29B7-A41B-2BC9-B18F907AA362}"/>
              </a:ext>
            </a:extLst>
          </p:cNvPr>
          <p:cNvSpPr/>
          <p:nvPr/>
        </p:nvSpPr>
        <p:spPr>
          <a:xfrm>
            <a:off x="4654742" y="4556703"/>
            <a:ext cx="577622" cy="331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B51C339-5676-D2AB-3598-C2C0C4B67111}"/>
              </a:ext>
            </a:extLst>
          </p:cNvPr>
          <p:cNvCxnSpPr>
            <a:stCxn id="28" idx="1"/>
          </p:cNvCxnSpPr>
          <p:nvPr/>
        </p:nvCxnSpPr>
        <p:spPr>
          <a:xfrm flipH="1" flipV="1">
            <a:off x="3433167" y="3355505"/>
            <a:ext cx="80272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B5941BF-C31F-4449-E5A9-E71D527862AA}"/>
              </a:ext>
            </a:extLst>
          </p:cNvPr>
          <p:cNvSpPr/>
          <p:nvPr/>
        </p:nvSpPr>
        <p:spPr>
          <a:xfrm>
            <a:off x="0" y="180000"/>
            <a:ext cx="4654742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ADMIN STATE CHART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4198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8B9F4B-8A9E-F2D6-288A-C30747E1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47BD366-C93C-44DD-C677-A4C39E1E3913}"/>
              </a:ext>
            </a:extLst>
          </p:cNvPr>
          <p:cNvSpPr/>
          <p:nvPr/>
        </p:nvSpPr>
        <p:spPr>
          <a:xfrm>
            <a:off x="2559847" y="1749607"/>
            <a:ext cx="587829" cy="44787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10A66BD-5585-7DE8-E27C-DA6474B0BB92}"/>
              </a:ext>
            </a:extLst>
          </p:cNvPr>
          <p:cNvCxnSpPr/>
          <p:nvPr/>
        </p:nvCxnSpPr>
        <p:spPr>
          <a:xfrm>
            <a:off x="3153223" y="1992202"/>
            <a:ext cx="92839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D690EC6E-F29C-C2AA-9C47-EE6268148DCF}"/>
              </a:ext>
            </a:extLst>
          </p:cNvPr>
          <p:cNvSpPr/>
          <p:nvPr/>
        </p:nvSpPr>
        <p:spPr>
          <a:xfrm>
            <a:off x="4081617" y="1773726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Login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FB983B-54A7-5F6E-1FC2-0531EF89C339}"/>
              </a:ext>
            </a:extLst>
          </p:cNvPr>
          <p:cNvCxnSpPr>
            <a:stCxn id="5" idx="3"/>
          </p:cNvCxnSpPr>
          <p:nvPr/>
        </p:nvCxnSpPr>
        <p:spPr>
          <a:xfrm>
            <a:off x="5406564" y="1997661"/>
            <a:ext cx="9797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C2EA0E03-E7AC-B50A-64D7-93DBF25E9347}"/>
              </a:ext>
            </a:extLst>
          </p:cNvPr>
          <p:cNvSpPr/>
          <p:nvPr/>
        </p:nvSpPr>
        <p:spPr>
          <a:xfrm>
            <a:off x="6381145" y="1785817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profile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D0AE92E6-42CE-2EBC-BEDF-964660DA74E3}"/>
              </a:ext>
            </a:extLst>
          </p:cNvPr>
          <p:cNvSpPr/>
          <p:nvPr/>
        </p:nvSpPr>
        <p:spPr>
          <a:xfrm>
            <a:off x="8689733" y="289959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attendance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22">
            <a:extLst>
              <a:ext uri="{FF2B5EF4-FFF2-40B4-BE49-F238E27FC236}">
                <a16:creationId xmlns:a16="http://schemas.microsoft.com/office/drawing/2014/main" id="{BAF6CDA5-6783-A008-6439-BEC8696C7D1E}"/>
              </a:ext>
            </a:extLst>
          </p:cNvPr>
          <p:cNvSpPr/>
          <p:nvPr/>
        </p:nvSpPr>
        <p:spPr>
          <a:xfrm>
            <a:off x="6406705" y="289959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Manage time-table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E182D5-24E0-05DB-90B7-1D4012DD3015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5406562" y="3123525"/>
            <a:ext cx="1000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25">
            <a:extLst>
              <a:ext uri="{FF2B5EF4-FFF2-40B4-BE49-F238E27FC236}">
                <a16:creationId xmlns:a16="http://schemas.microsoft.com/office/drawing/2014/main" id="{667608FE-F14B-4FB2-F589-B7074A26FE27}"/>
              </a:ext>
            </a:extLst>
          </p:cNvPr>
          <p:cNvSpPr/>
          <p:nvPr/>
        </p:nvSpPr>
        <p:spPr>
          <a:xfrm>
            <a:off x="4081615" y="289959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Upload material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E6D3C8D6-870A-AF7A-EFE1-A3C1DE121EB1}"/>
              </a:ext>
            </a:extLst>
          </p:cNvPr>
          <p:cNvSpPr/>
          <p:nvPr/>
        </p:nvSpPr>
        <p:spPr>
          <a:xfrm>
            <a:off x="8689733" y="1785817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parents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D5F143-3C2B-DD5E-E595-26BE8D482189}"/>
              </a:ext>
            </a:extLst>
          </p:cNvPr>
          <p:cNvCxnSpPr>
            <a:cxnSpLocks/>
            <a:stCxn id="15" idx="2"/>
            <a:endCxn id="39" idx="0"/>
          </p:cNvCxnSpPr>
          <p:nvPr/>
        </p:nvCxnSpPr>
        <p:spPr>
          <a:xfrm flipH="1">
            <a:off x="2703703" y="3347460"/>
            <a:ext cx="3934" cy="771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30">
            <a:extLst>
              <a:ext uri="{FF2B5EF4-FFF2-40B4-BE49-F238E27FC236}">
                <a16:creationId xmlns:a16="http://schemas.microsoft.com/office/drawing/2014/main" id="{99AA468C-A323-3A50-1259-26DC66F171A8}"/>
              </a:ext>
            </a:extLst>
          </p:cNvPr>
          <p:cNvSpPr/>
          <p:nvPr/>
        </p:nvSpPr>
        <p:spPr>
          <a:xfrm>
            <a:off x="2068203" y="2906601"/>
            <a:ext cx="1278868" cy="4408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leave report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035322BE-4BA7-DAD2-3C60-B68DCBBFCAEF}"/>
              </a:ext>
            </a:extLst>
          </p:cNvPr>
          <p:cNvSpPr/>
          <p:nvPr/>
        </p:nvSpPr>
        <p:spPr>
          <a:xfrm>
            <a:off x="2041229" y="411942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Post exam schedule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246061-6C53-9F92-BE78-AAA32160A374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3366176" y="4343355"/>
            <a:ext cx="715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34">
            <a:extLst>
              <a:ext uri="{FF2B5EF4-FFF2-40B4-BE49-F238E27FC236}">
                <a16:creationId xmlns:a16="http://schemas.microsoft.com/office/drawing/2014/main" id="{8BD9BBA3-BE9B-B823-2E28-85AD93166E62}"/>
              </a:ext>
            </a:extLst>
          </p:cNvPr>
          <p:cNvSpPr/>
          <p:nvPr/>
        </p:nvSpPr>
        <p:spPr>
          <a:xfrm>
            <a:off x="4081616" y="411942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Post result 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E52FDDE-F54E-D78F-2248-B50B197A2F8D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5406563" y="4343355"/>
            <a:ext cx="1000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36">
            <a:extLst>
              <a:ext uri="{FF2B5EF4-FFF2-40B4-BE49-F238E27FC236}">
                <a16:creationId xmlns:a16="http://schemas.microsoft.com/office/drawing/2014/main" id="{B56D80F8-C0BA-1E69-C875-3A032396EC56}"/>
              </a:ext>
            </a:extLst>
          </p:cNvPr>
          <p:cNvSpPr/>
          <p:nvPr/>
        </p:nvSpPr>
        <p:spPr>
          <a:xfrm>
            <a:off x="6406705" y="411942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Manage FAQ’s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A1EA18-8267-74BA-37FD-697F7C061D32}"/>
              </a:ext>
            </a:extLst>
          </p:cNvPr>
          <p:cNvCxnSpPr>
            <a:cxnSpLocks/>
            <a:stCxn id="43" idx="3"/>
            <a:endCxn id="16" idx="1"/>
          </p:cNvCxnSpPr>
          <p:nvPr/>
        </p:nvCxnSpPr>
        <p:spPr>
          <a:xfrm>
            <a:off x="7731652" y="4343355"/>
            <a:ext cx="9524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C8E13008-BB41-5C1C-2F73-26BDEB4797AD}"/>
              </a:ext>
            </a:extLst>
          </p:cNvPr>
          <p:cNvSpPr/>
          <p:nvPr/>
        </p:nvSpPr>
        <p:spPr>
          <a:xfrm>
            <a:off x="6811951" y="5189160"/>
            <a:ext cx="677802" cy="4945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1AAB176-698A-8965-4290-8B668AFE5ACE}"/>
              </a:ext>
            </a:extLst>
          </p:cNvPr>
          <p:cNvCxnSpPr/>
          <p:nvPr/>
        </p:nvCxnSpPr>
        <p:spPr>
          <a:xfrm>
            <a:off x="7710018" y="1992592"/>
            <a:ext cx="9797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DDE429-9AE3-7519-7E7D-8973F5E4B5F5}"/>
              </a:ext>
            </a:extLst>
          </p:cNvPr>
          <p:cNvCxnSpPr/>
          <p:nvPr/>
        </p:nvCxnSpPr>
        <p:spPr>
          <a:xfrm>
            <a:off x="9337869" y="2226676"/>
            <a:ext cx="8743" cy="67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F953EBC-0909-9121-6E18-F9F1294DE51C}"/>
              </a:ext>
            </a:extLst>
          </p:cNvPr>
          <p:cNvCxnSpPr>
            <a:cxnSpLocks/>
            <a:stCxn id="12" idx="1"/>
            <a:endCxn id="15" idx="3"/>
          </p:cNvCxnSpPr>
          <p:nvPr/>
        </p:nvCxnSpPr>
        <p:spPr>
          <a:xfrm flipH="1">
            <a:off x="3347071" y="3123525"/>
            <a:ext cx="734544" cy="35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28DCCB1C-B985-063F-064E-D830A9DAA6ED}"/>
              </a:ext>
            </a:extLst>
          </p:cNvPr>
          <p:cNvSpPr/>
          <p:nvPr/>
        </p:nvSpPr>
        <p:spPr>
          <a:xfrm>
            <a:off x="8684138" y="4119420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get notification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BDA498-414A-6A17-D3CA-4604E98BEB5C}"/>
              </a:ext>
            </a:extLst>
          </p:cNvPr>
          <p:cNvCxnSpPr/>
          <p:nvPr/>
        </p:nvCxnSpPr>
        <p:spPr>
          <a:xfrm>
            <a:off x="9343461" y="4582530"/>
            <a:ext cx="8743" cy="672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7FC302-5521-4EF0-8D5F-F402546063FB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7731652" y="3123525"/>
            <a:ext cx="9580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F3DC14C-2367-550A-EE0C-F0FC5A987668}"/>
              </a:ext>
            </a:extLst>
          </p:cNvPr>
          <p:cNvSpPr/>
          <p:nvPr/>
        </p:nvSpPr>
        <p:spPr>
          <a:xfrm>
            <a:off x="6627505" y="5041956"/>
            <a:ext cx="1046694" cy="788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64" name="Rounded Rectangle 8">
            <a:extLst>
              <a:ext uri="{FF2B5EF4-FFF2-40B4-BE49-F238E27FC236}">
                <a16:creationId xmlns:a16="http://schemas.microsoft.com/office/drawing/2014/main" id="{85E49B6D-CB57-198D-3B6E-A2D48F0AC1B3}"/>
              </a:ext>
            </a:extLst>
          </p:cNvPr>
          <p:cNvSpPr/>
          <p:nvPr/>
        </p:nvSpPr>
        <p:spPr>
          <a:xfrm>
            <a:off x="8684138" y="5255445"/>
            <a:ext cx="1324947" cy="4478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Logout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742781E-5B41-DE3E-1DEF-8A7429BDE46D}"/>
              </a:ext>
            </a:extLst>
          </p:cNvPr>
          <p:cNvCxnSpPr>
            <a:cxnSpLocks/>
          </p:cNvCxnSpPr>
          <p:nvPr/>
        </p:nvCxnSpPr>
        <p:spPr>
          <a:xfrm flipH="1">
            <a:off x="7667056" y="5479380"/>
            <a:ext cx="10170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F3419626-FB69-D579-9915-7CD313EB2F8C}"/>
              </a:ext>
            </a:extLst>
          </p:cNvPr>
          <p:cNvSpPr/>
          <p:nvPr/>
        </p:nvSpPr>
        <p:spPr>
          <a:xfrm>
            <a:off x="0" y="180000"/>
            <a:ext cx="4581832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STAFF STATE CHART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366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DBBD78-6DF1-85D7-AE8B-29AC9CBA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6548958-C582-ADCC-2E4B-A06FA2C565BC}"/>
              </a:ext>
            </a:extLst>
          </p:cNvPr>
          <p:cNvSpPr/>
          <p:nvPr/>
        </p:nvSpPr>
        <p:spPr>
          <a:xfrm>
            <a:off x="1224457" y="1878849"/>
            <a:ext cx="653143" cy="3452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9966FA-1025-A843-E412-8F5BF7C9C6FA}"/>
              </a:ext>
            </a:extLst>
          </p:cNvPr>
          <p:cNvCxnSpPr>
            <a:stCxn id="3" idx="6"/>
          </p:cNvCxnSpPr>
          <p:nvPr/>
        </p:nvCxnSpPr>
        <p:spPr>
          <a:xfrm flipV="1">
            <a:off x="1877600" y="2046800"/>
            <a:ext cx="587830" cy="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CD624AC8-E198-470E-94B5-A82BBB4271CC}"/>
              </a:ext>
            </a:extLst>
          </p:cNvPr>
          <p:cNvSpPr/>
          <p:nvPr/>
        </p:nvSpPr>
        <p:spPr>
          <a:xfrm>
            <a:off x="2474758" y="1870088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D5BB7D-4C3B-4D79-D679-1436E93BCAEA}"/>
              </a:ext>
            </a:extLst>
          </p:cNvPr>
          <p:cNvCxnSpPr/>
          <p:nvPr/>
        </p:nvCxnSpPr>
        <p:spPr>
          <a:xfrm flipV="1">
            <a:off x="3988944" y="2046799"/>
            <a:ext cx="737119" cy="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187CC43A-01CE-5224-EC83-B2CA0E490F1C}"/>
              </a:ext>
            </a:extLst>
          </p:cNvPr>
          <p:cNvSpPr/>
          <p:nvPr/>
        </p:nvSpPr>
        <p:spPr>
          <a:xfrm>
            <a:off x="4726063" y="1878849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Manage profile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24F1B737-D102-0689-641A-EC9F225FCA19}"/>
              </a:ext>
            </a:extLst>
          </p:cNvPr>
          <p:cNvSpPr/>
          <p:nvPr/>
        </p:nvSpPr>
        <p:spPr>
          <a:xfrm>
            <a:off x="6977368" y="1870087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Pay fees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66EE5B-5F71-7FCC-AD56-2A4D4F57AE14}"/>
              </a:ext>
            </a:extLst>
          </p:cNvPr>
          <p:cNvCxnSpPr/>
          <p:nvPr/>
        </p:nvCxnSpPr>
        <p:spPr>
          <a:xfrm flipH="1">
            <a:off x="6228217" y="3224424"/>
            <a:ext cx="737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52C035-A933-3639-08BB-733149F0D063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8484604" y="3203787"/>
            <a:ext cx="73712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24">
            <a:extLst>
              <a:ext uri="{FF2B5EF4-FFF2-40B4-BE49-F238E27FC236}">
                <a16:creationId xmlns:a16="http://schemas.microsoft.com/office/drawing/2014/main" id="{F675B8EE-4A73-A9C5-2B9A-B0F0056A3039}"/>
              </a:ext>
            </a:extLst>
          </p:cNvPr>
          <p:cNvSpPr/>
          <p:nvPr/>
        </p:nvSpPr>
        <p:spPr>
          <a:xfrm>
            <a:off x="6973045" y="3031170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View/download material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21E6C106-B09D-CC47-27EF-73B50ADE3F7E}"/>
              </a:ext>
            </a:extLst>
          </p:cNvPr>
          <p:cNvSpPr/>
          <p:nvPr/>
        </p:nvSpPr>
        <p:spPr>
          <a:xfrm>
            <a:off x="4716658" y="3051808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Give leave report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33">
            <a:extLst>
              <a:ext uri="{FF2B5EF4-FFF2-40B4-BE49-F238E27FC236}">
                <a16:creationId xmlns:a16="http://schemas.microsoft.com/office/drawing/2014/main" id="{16DA039E-A06C-FA22-28EF-AF74A12FE98C}"/>
              </a:ext>
            </a:extLst>
          </p:cNvPr>
          <p:cNvSpPr/>
          <p:nvPr/>
        </p:nvSpPr>
        <p:spPr>
          <a:xfrm>
            <a:off x="2464125" y="3051807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exam schedule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36">
            <a:extLst>
              <a:ext uri="{FF2B5EF4-FFF2-40B4-BE49-F238E27FC236}">
                <a16:creationId xmlns:a16="http://schemas.microsoft.com/office/drawing/2014/main" id="{4235D817-F39D-5BF1-18E2-7B65509F273D}"/>
              </a:ext>
            </a:extLst>
          </p:cNvPr>
          <p:cNvSpPr/>
          <p:nvPr/>
        </p:nvSpPr>
        <p:spPr>
          <a:xfrm>
            <a:off x="2392581" y="4180819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View/download result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1146C7F-E7BE-3408-EB83-B435FA294EAF}"/>
              </a:ext>
            </a:extLst>
          </p:cNvPr>
          <p:cNvCxnSpPr>
            <a:cxnSpLocks/>
          </p:cNvCxnSpPr>
          <p:nvPr/>
        </p:nvCxnSpPr>
        <p:spPr>
          <a:xfrm flipV="1">
            <a:off x="3904140" y="4353435"/>
            <a:ext cx="7931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39">
            <a:extLst>
              <a:ext uri="{FF2B5EF4-FFF2-40B4-BE49-F238E27FC236}">
                <a16:creationId xmlns:a16="http://schemas.microsoft.com/office/drawing/2014/main" id="{AC622241-F714-C494-FE6F-F4A32D2276B8}"/>
              </a:ext>
            </a:extLst>
          </p:cNvPr>
          <p:cNvSpPr/>
          <p:nvPr/>
        </p:nvSpPr>
        <p:spPr>
          <a:xfrm>
            <a:off x="4697240" y="4180819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FD426C3-527D-DB56-B8E3-A603128D6AAF}"/>
              </a:ext>
            </a:extLst>
          </p:cNvPr>
          <p:cNvCxnSpPr>
            <a:cxnSpLocks/>
          </p:cNvCxnSpPr>
          <p:nvPr/>
        </p:nvCxnSpPr>
        <p:spPr>
          <a:xfrm>
            <a:off x="9976574" y="2219416"/>
            <a:ext cx="0" cy="814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BDDE34C-DE57-0F13-EEB7-1E00E1407F22}"/>
              </a:ext>
            </a:extLst>
          </p:cNvPr>
          <p:cNvSpPr/>
          <p:nvPr/>
        </p:nvSpPr>
        <p:spPr>
          <a:xfrm>
            <a:off x="5369041" y="5154213"/>
            <a:ext cx="1156995" cy="63914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C537826-2E7E-626A-1918-EBA145A7D119}"/>
              </a:ext>
            </a:extLst>
          </p:cNvPr>
          <p:cNvSpPr/>
          <p:nvPr/>
        </p:nvSpPr>
        <p:spPr>
          <a:xfrm>
            <a:off x="5621683" y="5313183"/>
            <a:ext cx="645525" cy="3378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9" name="Rounded Rectangle 28">
            <a:extLst>
              <a:ext uri="{FF2B5EF4-FFF2-40B4-BE49-F238E27FC236}">
                <a16:creationId xmlns:a16="http://schemas.microsoft.com/office/drawing/2014/main" id="{EEC9D860-FA0C-247F-0D81-B44DF1DB4B69}"/>
              </a:ext>
            </a:extLst>
          </p:cNvPr>
          <p:cNvSpPr/>
          <p:nvPr/>
        </p:nvSpPr>
        <p:spPr>
          <a:xfrm>
            <a:off x="9306558" y="4156144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Get notification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DC4C364-C481-4A10-B257-3BE701037665}"/>
              </a:ext>
            </a:extLst>
          </p:cNvPr>
          <p:cNvCxnSpPr/>
          <p:nvPr/>
        </p:nvCxnSpPr>
        <p:spPr>
          <a:xfrm flipV="1">
            <a:off x="6244325" y="2038037"/>
            <a:ext cx="737119" cy="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E2445B8-2BE8-7DAE-038E-9B68202801CF}"/>
              </a:ext>
            </a:extLst>
          </p:cNvPr>
          <p:cNvCxnSpPr/>
          <p:nvPr/>
        </p:nvCxnSpPr>
        <p:spPr>
          <a:xfrm flipH="1">
            <a:off x="3979538" y="3224424"/>
            <a:ext cx="737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F122893-E142-8B11-D88E-F373A417B2F2}"/>
              </a:ext>
            </a:extLst>
          </p:cNvPr>
          <p:cNvCxnSpPr/>
          <p:nvPr/>
        </p:nvCxnSpPr>
        <p:spPr>
          <a:xfrm flipV="1">
            <a:off x="6208799" y="4353434"/>
            <a:ext cx="7931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C6E9B035-8B8D-0C1B-8E0E-3CD7787566CA}"/>
              </a:ext>
            </a:extLst>
          </p:cNvPr>
          <p:cNvSpPr/>
          <p:nvPr/>
        </p:nvSpPr>
        <p:spPr>
          <a:xfrm>
            <a:off x="7001899" y="4156144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65937F4-FA21-483A-C9DD-EEF7BBC3CA83}"/>
              </a:ext>
            </a:extLst>
          </p:cNvPr>
          <p:cNvCxnSpPr/>
          <p:nvPr/>
        </p:nvCxnSpPr>
        <p:spPr>
          <a:xfrm flipV="1">
            <a:off x="8513458" y="4328760"/>
            <a:ext cx="7931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8F3E3E7-647E-E886-547B-1C7AAB07E559}"/>
              </a:ext>
            </a:extLst>
          </p:cNvPr>
          <p:cNvCxnSpPr>
            <a:cxnSpLocks/>
          </p:cNvCxnSpPr>
          <p:nvPr/>
        </p:nvCxnSpPr>
        <p:spPr>
          <a:xfrm flipH="1">
            <a:off x="3167777" y="3397040"/>
            <a:ext cx="1" cy="783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8DCCE6-7BB5-2AE2-BA12-655EB4361912}"/>
              </a:ext>
            </a:extLst>
          </p:cNvPr>
          <p:cNvCxnSpPr/>
          <p:nvPr/>
        </p:nvCxnSpPr>
        <p:spPr>
          <a:xfrm flipV="1">
            <a:off x="8483674" y="2050875"/>
            <a:ext cx="737119" cy="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6AB9CBDB-1342-0093-8A00-1A785FE74932}"/>
              </a:ext>
            </a:extLst>
          </p:cNvPr>
          <p:cNvSpPr/>
          <p:nvPr/>
        </p:nvSpPr>
        <p:spPr>
          <a:xfrm>
            <a:off x="9220793" y="1889005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attendance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28">
            <a:extLst>
              <a:ext uri="{FF2B5EF4-FFF2-40B4-BE49-F238E27FC236}">
                <a16:creationId xmlns:a16="http://schemas.microsoft.com/office/drawing/2014/main" id="{2B8AB3D5-0707-5630-B1F6-A2E7483AC26E}"/>
              </a:ext>
            </a:extLst>
          </p:cNvPr>
          <p:cNvSpPr/>
          <p:nvPr/>
        </p:nvSpPr>
        <p:spPr>
          <a:xfrm>
            <a:off x="9306558" y="5313166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Give/ View feedback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32537290-1C03-0EED-4FA7-7EF05228B13E}"/>
              </a:ext>
            </a:extLst>
          </p:cNvPr>
          <p:cNvSpPr/>
          <p:nvPr/>
        </p:nvSpPr>
        <p:spPr>
          <a:xfrm>
            <a:off x="9220793" y="3034188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time-table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28">
            <a:extLst>
              <a:ext uri="{FF2B5EF4-FFF2-40B4-BE49-F238E27FC236}">
                <a16:creationId xmlns:a16="http://schemas.microsoft.com/office/drawing/2014/main" id="{818D44DE-C80F-DEEB-6EFA-13E14907F6AA}"/>
              </a:ext>
            </a:extLst>
          </p:cNvPr>
          <p:cNvSpPr/>
          <p:nvPr/>
        </p:nvSpPr>
        <p:spPr>
          <a:xfrm>
            <a:off x="7160519" y="5305791"/>
            <a:ext cx="1511559" cy="34523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Logout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462158-722F-E735-CAF1-391D3C6B0541}"/>
              </a:ext>
            </a:extLst>
          </p:cNvPr>
          <p:cNvCxnSpPr/>
          <p:nvPr/>
        </p:nvCxnSpPr>
        <p:spPr>
          <a:xfrm flipH="1" flipV="1">
            <a:off x="8672079" y="5481420"/>
            <a:ext cx="63447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ABD143-3036-E65A-EF1C-CAF19C83AF87}"/>
              </a:ext>
            </a:extLst>
          </p:cNvPr>
          <p:cNvCxnSpPr>
            <a:cxnSpLocks/>
          </p:cNvCxnSpPr>
          <p:nvPr/>
        </p:nvCxnSpPr>
        <p:spPr>
          <a:xfrm>
            <a:off x="10062336" y="4501377"/>
            <a:ext cx="0" cy="8147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744075-D140-063D-899A-750576BFED84}"/>
              </a:ext>
            </a:extLst>
          </p:cNvPr>
          <p:cNvCxnSpPr/>
          <p:nvPr/>
        </p:nvCxnSpPr>
        <p:spPr>
          <a:xfrm flipH="1" flipV="1">
            <a:off x="6526038" y="5473787"/>
            <a:ext cx="63447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57551850-045A-7CB1-640D-A4821A4EA430}"/>
              </a:ext>
            </a:extLst>
          </p:cNvPr>
          <p:cNvSpPr/>
          <p:nvPr/>
        </p:nvSpPr>
        <p:spPr>
          <a:xfrm>
            <a:off x="-1" y="180000"/>
            <a:ext cx="4897995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PARENTS STATE CHART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628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F8AF40-B86D-51D5-186C-0F4F9FED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DA558621-4D3C-A4D5-094C-F56E1352F9C5}"/>
              </a:ext>
            </a:extLst>
          </p:cNvPr>
          <p:cNvSpPr/>
          <p:nvPr/>
        </p:nvSpPr>
        <p:spPr>
          <a:xfrm>
            <a:off x="2561786" y="3083220"/>
            <a:ext cx="727788" cy="37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610346-2E42-FF8F-9942-1DC4A87FB233}"/>
              </a:ext>
            </a:extLst>
          </p:cNvPr>
          <p:cNvCxnSpPr>
            <a:stCxn id="26" idx="6"/>
          </p:cNvCxnSpPr>
          <p:nvPr/>
        </p:nvCxnSpPr>
        <p:spPr>
          <a:xfrm>
            <a:off x="3289574" y="3269832"/>
            <a:ext cx="6531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17D4E35A-EAC4-6668-7A00-88730A32D9D6}"/>
              </a:ext>
            </a:extLst>
          </p:cNvPr>
          <p:cNvSpPr/>
          <p:nvPr/>
        </p:nvSpPr>
        <p:spPr>
          <a:xfrm>
            <a:off x="3942715" y="3083220"/>
            <a:ext cx="1408923" cy="3732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View gallery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009D8C4A-4CB2-8A7F-D4AE-3CF131365663}"/>
              </a:ext>
            </a:extLst>
          </p:cNvPr>
          <p:cNvSpPr/>
          <p:nvPr/>
        </p:nvSpPr>
        <p:spPr>
          <a:xfrm>
            <a:off x="6287808" y="3090996"/>
            <a:ext cx="1408923" cy="3732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Ask FAQ’s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E63AE5-4D21-8C14-DB7A-3C026213C98D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5351638" y="3269832"/>
            <a:ext cx="936170" cy="7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BC3D70-234D-63AB-7882-731FD4473A90}"/>
              </a:ext>
            </a:extLst>
          </p:cNvPr>
          <p:cNvCxnSpPr/>
          <p:nvPr/>
        </p:nvCxnSpPr>
        <p:spPr>
          <a:xfrm>
            <a:off x="7696731" y="3249616"/>
            <a:ext cx="8615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1EA7C02-9959-9D5F-8FDE-A5F140BCDA70}"/>
              </a:ext>
            </a:extLst>
          </p:cNvPr>
          <p:cNvSpPr/>
          <p:nvPr/>
        </p:nvSpPr>
        <p:spPr>
          <a:xfrm>
            <a:off x="8558257" y="2997689"/>
            <a:ext cx="1043472" cy="5442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0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9775A0-61C2-CC61-05FE-01D9E3ECC96C}"/>
              </a:ext>
            </a:extLst>
          </p:cNvPr>
          <p:cNvSpPr/>
          <p:nvPr/>
        </p:nvSpPr>
        <p:spPr>
          <a:xfrm>
            <a:off x="8800074" y="3146979"/>
            <a:ext cx="559837" cy="261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10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686E064-B920-9A31-8634-4815B8769F3C}"/>
              </a:ext>
            </a:extLst>
          </p:cNvPr>
          <p:cNvSpPr/>
          <p:nvPr/>
        </p:nvSpPr>
        <p:spPr>
          <a:xfrm>
            <a:off x="0" y="180000"/>
            <a:ext cx="4798142" cy="324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300" dirty="0">
                <a:latin typeface="Arial" panose="020B0604020202020204" pitchFamily="34" charset="0"/>
                <a:cs typeface="Arial" panose="020B0604020202020204" pitchFamily="34" charset="0"/>
              </a:rPr>
              <a:t>VISITOR STATE CHART DIAGRAM :-</a:t>
            </a:r>
            <a:endParaRPr lang="en-IN" sz="1500" spc="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6535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702491 w 12192000"/>
              <a:gd name="connsiteY1" fmla="*/ 0 h 6858000"/>
              <a:gd name="connsiteX2" fmla="*/ 1039223 w 12192000"/>
              <a:gd name="connsiteY2" fmla="*/ 0 h 6858000"/>
              <a:gd name="connsiteX3" fmla="*/ 1863634 w 12192000"/>
              <a:gd name="connsiteY3" fmla="*/ 0 h 6858000"/>
              <a:gd name="connsiteX4" fmla="*/ 2444206 w 12192000"/>
              <a:gd name="connsiteY4" fmla="*/ 0 h 6858000"/>
              <a:gd name="connsiteX5" fmla="*/ 3268617 w 12192000"/>
              <a:gd name="connsiteY5" fmla="*/ 0 h 6858000"/>
              <a:gd name="connsiteX6" fmla="*/ 4093029 w 12192000"/>
              <a:gd name="connsiteY6" fmla="*/ 0 h 6858000"/>
              <a:gd name="connsiteX7" fmla="*/ 4795520 w 12192000"/>
              <a:gd name="connsiteY7" fmla="*/ 0 h 6858000"/>
              <a:gd name="connsiteX8" fmla="*/ 5498011 w 12192000"/>
              <a:gd name="connsiteY8" fmla="*/ 0 h 6858000"/>
              <a:gd name="connsiteX9" fmla="*/ 5956663 w 12192000"/>
              <a:gd name="connsiteY9" fmla="*/ 0 h 6858000"/>
              <a:gd name="connsiteX10" fmla="*/ 6171474 w 12192000"/>
              <a:gd name="connsiteY10" fmla="*/ 0 h 6858000"/>
              <a:gd name="connsiteX11" fmla="*/ 6630126 w 12192000"/>
              <a:gd name="connsiteY11" fmla="*/ 0 h 6858000"/>
              <a:gd name="connsiteX12" fmla="*/ 6966857 w 12192000"/>
              <a:gd name="connsiteY12" fmla="*/ 0 h 6858000"/>
              <a:gd name="connsiteX13" fmla="*/ 7181669 w 12192000"/>
              <a:gd name="connsiteY13" fmla="*/ 0 h 6858000"/>
              <a:gd name="connsiteX14" fmla="*/ 7884160 w 12192000"/>
              <a:gd name="connsiteY14" fmla="*/ 0 h 6858000"/>
              <a:gd name="connsiteX15" fmla="*/ 8708571 w 12192000"/>
              <a:gd name="connsiteY15" fmla="*/ 0 h 6858000"/>
              <a:gd name="connsiteX16" fmla="*/ 9532983 w 12192000"/>
              <a:gd name="connsiteY16" fmla="*/ 0 h 6858000"/>
              <a:gd name="connsiteX17" fmla="*/ 9747794 w 12192000"/>
              <a:gd name="connsiteY17" fmla="*/ 0 h 6858000"/>
              <a:gd name="connsiteX18" fmla="*/ 10450286 w 12192000"/>
              <a:gd name="connsiteY18" fmla="*/ 0 h 6858000"/>
              <a:gd name="connsiteX19" fmla="*/ 10787017 w 12192000"/>
              <a:gd name="connsiteY19" fmla="*/ 0 h 6858000"/>
              <a:gd name="connsiteX20" fmla="*/ 11123749 w 12192000"/>
              <a:gd name="connsiteY20" fmla="*/ 0 h 6858000"/>
              <a:gd name="connsiteX21" fmla="*/ 12192000 w 12192000"/>
              <a:gd name="connsiteY21" fmla="*/ 0 h 6858000"/>
              <a:gd name="connsiteX22" fmla="*/ 12192000 w 12192000"/>
              <a:gd name="connsiteY22" fmla="*/ 502920 h 6858000"/>
              <a:gd name="connsiteX23" fmla="*/ 12192000 w 12192000"/>
              <a:gd name="connsiteY23" fmla="*/ 1005840 h 6858000"/>
              <a:gd name="connsiteX24" fmla="*/ 12192000 w 12192000"/>
              <a:gd name="connsiteY24" fmla="*/ 1714500 h 6858000"/>
              <a:gd name="connsiteX25" fmla="*/ 12192000 w 12192000"/>
              <a:gd name="connsiteY25" fmla="*/ 2423160 h 6858000"/>
              <a:gd name="connsiteX26" fmla="*/ 12192000 w 12192000"/>
              <a:gd name="connsiteY26" fmla="*/ 2857500 h 6858000"/>
              <a:gd name="connsiteX27" fmla="*/ 12192000 w 12192000"/>
              <a:gd name="connsiteY27" fmla="*/ 3223260 h 6858000"/>
              <a:gd name="connsiteX28" fmla="*/ 12192000 w 12192000"/>
              <a:gd name="connsiteY28" fmla="*/ 3931920 h 6858000"/>
              <a:gd name="connsiteX29" fmla="*/ 12192000 w 12192000"/>
              <a:gd name="connsiteY29" fmla="*/ 4366260 h 6858000"/>
              <a:gd name="connsiteX30" fmla="*/ 12192000 w 12192000"/>
              <a:gd name="connsiteY30" fmla="*/ 5074920 h 6858000"/>
              <a:gd name="connsiteX31" fmla="*/ 12192000 w 12192000"/>
              <a:gd name="connsiteY31" fmla="*/ 5783580 h 6858000"/>
              <a:gd name="connsiteX32" fmla="*/ 12192000 w 12192000"/>
              <a:gd name="connsiteY32" fmla="*/ 6149340 h 6858000"/>
              <a:gd name="connsiteX33" fmla="*/ 12192000 w 12192000"/>
              <a:gd name="connsiteY33" fmla="*/ 6858000 h 6858000"/>
              <a:gd name="connsiteX34" fmla="*/ 11489509 w 12192000"/>
              <a:gd name="connsiteY34" fmla="*/ 6858000 h 6858000"/>
              <a:gd name="connsiteX35" fmla="*/ 11152777 w 12192000"/>
              <a:gd name="connsiteY35" fmla="*/ 6858000 h 6858000"/>
              <a:gd name="connsiteX36" fmla="*/ 10816046 w 12192000"/>
              <a:gd name="connsiteY36" fmla="*/ 6858000 h 6858000"/>
              <a:gd name="connsiteX37" fmla="*/ 10479314 w 12192000"/>
              <a:gd name="connsiteY37" fmla="*/ 6858000 h 6858000"/>
              <a:gd name="connsiteX38" fmla="*/ 10142583 w 12192000"/>
              <a:gd name="connsiteY38" fmla="*/ 6858000 h 6858000"/>
              <a:gd name="connsiteX39" fmla="*/ 9927771 w 12192000"/>
              <a:gd name="connsiteY39" fmla="*/ 6858000 h 6858000"/>
              <a:gd name="connsiteX40" fmla="*/ 9103360 w 12192000"/>
              <a:gd name="connsiteY40" fmla="*/ 6858000 h 6858000"/>
              <a:gd name="connsiteX41" fmla="*/ 8888549 w 12192000"/>
              <a:gd name="connsiteY41" fmla="*/ 6858000 h 6858000"/>
              <a:gd name="connsiteX42" fmla="*/ 8429897 w 12192000"/>
              <a:gd name="connsiteY42" fmla="*/ 6858000 h 6858000"/>
              <a:gd name="connsiteX43" fmla="*/ 7605486 w 12192000"/>
              <a:gd name="connsiteY43" fmla="*/ 6858000 h 6858000"/>
              <a:gd name="connsiteX44" fmla="*/ 7146834 w 12192000"/>
              <a:gd name="connsiteY44" fmla="*/ 6858000 h 6858000"/>
              <a:gd name="connsiteX45" fmla="*/ 6810103 w 12192000"/>
              <a:gd name="connsiteY45" fmla="*/ 6858000 h 6858000"/>
              <a:gd name="connsiteX46" fmla="*/ 6351451 w 12192000"/>
              <a:gd name="connsiteY46" fmla="*/ 6858000 h 6858000"/>
              <a:gd name="connsiteX47" fmla="*/ 5527040 w 12192000"/>
              <a:gd name="connsiteY47" fmla="*/ 6858000 h 6858000"/>
              <a:gd name="connsiteX48" fmla="*/ 4946469 w 12192000"/>
              <a:gd name="connsiteY48" fmla="*/ 6858000 h 6858000"/>
              <a:gd name="connsiteX49" fmla="*/ 4487817 w 12192000"/>
              <a:gd name="connsiteY49" fmla="*/ 6858000 h 6858000"/>
              <a:gd name="connsiteX50" fmla="*/ 3907246 w 12192000"/>
              <a:gd name="connsiteY50" fmla="*/ 6858000 h 6858000"/>
              <a:gd name="connsiteX51" fmla="*/ 3082834 w 12192000"/>
              <a:gd name="connsiteY51" fmla="*/ 6858000 h 6858000"/>
              <a:gd name="connsiteX52" fmla="*/ 2624183 w 12192000"/>
              <a:gd name="connsiteY52" fmla="*/ 6858000 h 6858000"/>
              <a:gd name="connsiteX53" fmla="*/ 2287451 w 12192000"/>
              <a:gd name="connsiteY53" fmla="*/ 6858000 h 6858000"/>
              <a:gd name="connsiteX54" fmla="*/ 1706880 w 12192000"/>
              <a:gd name="connsiteY54" fmla="*/ 6858000 h 6858000"/>
              <a:gd name="connsiteX55" fmla="*/ 1126309 w 12192000"/>
              <a:gd name="connsiteY55" fmla="*/ 6858000 h 6858000"/>
              <a:gd name="connsiteX56" fmla="*/ 0 w 12192000"/>
              <a:gd name="connsiteY56" fmla="*/ 6858000 h 6858000"/>
              <a:gd name="connsiteX57" fmla="*/ 0 w 12192000"/>
              <a:gd name="connsiteY57" fmla="*/ 6492240 h 6858000"/>
              <a:gd name="connsiteX58" fmla="*/ 0 w 12192000"/>
              <a:gd name="connsiteY58" fmla="*/ 5989320 h 6858000"/>
              <a:gd name="connsiteX59" fmla="*/ 0 w 12192000"/>
              <a:gd name="connsiteY59" fmla="*/ 5349240 h 6858000"/>
              <a:gd name="connsiteX60" fmla="*/ 0 w 12192000"/>
              <a:gd name="connsiteY60" fmla="*/ 4846320 h 6858000"/>
              <a:gd name="connsiteX61" fmla="*/ 0 w 12192000"/>
              <a:gd name="connsiteY61" fmla="*/ 4480560 h 6858000"/>
              <a:gd name="connsiteX62" fmla="*/ 0 w 12192000"/>
              <a:gd name="connsiteY62" fmla="*/ 4046220 h 6858000"/>
              <a:gd name="connsiteX63" fmla="*/ 0 w 12192000"/>
              <a:gd name="connsiteY63" fmla="*/ 3337560 h 6858000"/>
              <a:gd name="connsiteX64" fmla="*/ 0 w 12192000"/>
              <a:gd name="connsiteY64" fmla="*/ 2766060 h 6858000"/>
              <a:gd name="connsiteX65" fmla="*/ 0 w 12192000"/>
              <a:gd name="connsiteY65" fmla="*/ 2125980 h 6858000"/>
              <a:gd name="connsiteX66" fmla="*/ 0 w 12192000"/>
              <a:gd name="connsiteY66" fmla="*/ 1485900 h 6858000"/>
              <a:gd name="connsiteX67" fmla="*/ 0 w 12192000"/>
              <a:gd name="connsiteY67" fmla="*/ 1051560 h 6858000"/>
              <a:gd name="connsiteX68" fmla="*/ 0 w 12192000"/>
              <a:gd name="connsiteY6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2192000" h="6858000" fill="none" extrusionOk="0">
                <a:moveTo>
                  <a:pt x="0" y="0"/>
                </a:moveTo>
                <a:cubicBezTo>
                  <a:pt x="142535" y="-20084"/>
                  <a:pt x="415050" y="33297"/>
                  <a:pt x="702491" y="0"/>
                </a:cubicBezTo>
                <a:cubicBezTo>
                  <a:pt x="989932" y="-33297"/>
                  <a:pt x="887763" y="2315"/>
                  <a:pt x="1039223" y="0"/>
                </a:cubicBezTo>
                <a:cubicBezTo>
                  <a:pt x="1190683" y="-2315"/>
                  <a:pt x="1680315" y="53618"/>
                  <a:pt x="1863634" y="0"/>
                </a:cubicBezTo>
                <a:cubicBezTo>
                  <a:pt x="2046953" y="-53618"/>
                  <a:pt x="2315277" y="684"/>
                  <a:pt x="2444206" y="0"/>
                </a:cubicBezTo>
                <a:cubicBezTo>
                  <a:pt x="2573135" y="-684"/>
                  <a:pt x="3037553" y="81279"/>
                  <a:pt x="3268617" y="0"/>
                </a:cubicBezTo>
                <a:cubicBezTo>
                  <a:pt x="3499681" y="-81279"/>
                  <a:pt x="3839545" y="68440"/>
                  <a:pt x="4093029" y="0"/>
                </a:cubicBezTo>
                <a:cubicBezTo>
                  <a:pt x="4346513" y="-68440"/>
                  <a:pt x="4492551" y="7935"/>
                  <a:pt x="4795520" y="0"/>
                </a:cubicBezTo>
                <a:cubicBezTo>
                  <a:pt x="5098489" y="-7935"/>
                  <a:pt x="5227254" y="34750"/>
                  <a:pt x="5498011" y="0"/>
                </a:cubicBezTo>
                <a:cubicBezTo>
                  <a:pt x="5768768" y="-34750"/>
                  <a:pt x="5729754" y="33971"/>
                  <a:pt x="5956663" y="0"/>
                </a:cubicBezTo>
                <a:cubicBezTo>
                  <a:pt x="6183572" y="-33971"/>
                  <a:pt x="6091893" y="18663"/>
                  <a:pt x="6171474" y="0"/>
                </a:cubicBezTo>
                <a:cubicBezTo>
                  <a:pt x="6251055" y="-18663"/>
                  <a:pt x="6485963" y="10935"/>
                  <a:pt x="6630126" y="0"/>
                </a:cubicBezTo>
                <a:cubicBezTo>
                  <a:pt x="6774289" y="-10935"/>
                  <a:pt x="6855633" y="20461"/>
                  <a:pt x="6966857" y="0"/>
                </a:cubicBezTo>
                <a:cubicBezTo>
                  <a:pt x="7078081" y="-20461"/>
                  <a:pt x="7085051" y="14115"/>
                  <a:pt x="7181669" y="0"/>
                </a:cubicBezTo>
                <a:cubicBezTo>
                  <a:pt x="7278287" y="-14115"/>
                  <a:pt x="7591529" y="23418"/>
                  <a:pt x="7884160" y="0"/>
                </a:cubicBezTo>
                <a:cubicBezTo>
                  <a:pt x="8176791" y="-23418"/>
                  <a:pt x="8343019" y="82188"/>
                  <a:pt x="8708571" y="0"/>
                </a:cubicBezTo>
                <a:cubicBezTo>
                  <a:pt x="9074123" y="-82188"/>
                  <a:pt x="9150511" y="29860"/>
                  <a:pt x="9532983" y="0"/>
                </a:cubicBezTo>
                <a:cubicBezTo>
                  <a:pt x="9915455" y="-29860"/>
                  <a:pt x="9657743" y="7638"/>
                  <a:pt x="9747794" y="0"/>
                </a:cubicBezTo>
                <a:cubicBezTo>
                  <a:pt x="9837845" y="-7638"/>
                  <a:pt x="10109097" y="51000"/>
                  <a:pt x="10450286" y="0"/>
                </a:cubicBezTo>
                <a:cubicBezTo>
                  <a:pt x="10791475" y="-51000"/>
                  <a:pt x="10674439" y="8045"/>
                  <a:pt x="10787017" y="0"/>
                </a:cubicBezTo>
                <a:cubicBezTo>
                  <a:pt x="10899595" y="-8045"/>
                  <a:pt x="11007342" y="27528"/>
                  <a:pt x="11123749" y="0"/>
                </a:cubicBezTo>
                <a:cubicBezTo>
                  <a:pt x="11240156" y="-27528"/>
                  <a:pt x="11664055" y="104486"/>
                  <a:pt x="12192000" y="0"/>
                </a:cubicBezTo>
                <a:cubicBezTo>
                  <a:pt x="12218127" y="152812"/>
                  <a:pt x="12131663" y="368247"/>
                  <a:pt x="12192000" y="502920"/>
                </a:cubicBezTo>
                <a:cubicBezTo>
                  <a:pt x="12252337" y="637593"/>
                  <a:pt x="12180508" y="870351"/>
                  <a:pt x="12192000" y="1005840"/>
                </a:cubicBezTo>
                <a:cubicBezTo>
                  <a:pt x="12203492" y="1141329"/>
                  <a:pt x="12109747" y="1537815"/>
                  <a:pt x="12192000" y="1714500"/>
                </a:cubicBezTo>
                <a:cubicBezTo>
                  <a:pt x="12274253" y="1891185"/>
                  <a:pt x="12159155" y="2260334"/>
                  <a:pt x="12192000" y="2423160"/>
                </a:cubicBezTo>
                <a:cubicBezTo>
                  <a:pt x="12224845" y="2585986"/>
                  <a:pt x="12165269" y="2692415"/>
                  <a:pt x="12192000" y="2857500"/>
                </a:cubicBezTo>
                <a:cubicBezTo>
                  <a:pt x="12218731" y="3022585"/>
                  <a:pt x="12167621" y="3086261"/>
                  <a:pt x="12192000" y="3223260"/>
                </a:cubicBezTo>
                <a:cubicBezTo>
                  <a:pt x="12216379" y="3360259"/>
                  <a:pt x="12179338" y="3581935"/>
                  <a:pt x="12192000" y="3931920"/>
                </a:cubicBezTo>
                <a:cubicBezTo>
                  <a:pt x="12204662" y="4281905"/>
                  <a:pt x="12164401" y="4165816"/>
                  <a:pt x="12192000" y="4366260"/>
                </a:cubicBezTo>
                <a:cubicBezTo>
                  <a:pt x="12219599" y="4566704"/>
                  <a:pt x="12111181" y="4791822"/>
                  <a:pt x="12192000" y="5074920"/>
                </a:cubicBezTo>
                <a:cubicBezTo>
                  <a:pt x="12272819" y="5358018"/>
                  <a:pt x="12121246" y="5614452"/>
                  <a:pt x="12192000" y="5783580"/>
                </a:cubicBezTo>
                <a:cubicBezTo>
                  <a:pt x="12262754" y="5952708"/>
                  <a:pt x="12172727" y="6075901"/>
                  <a:pt x="12192000" y="6149340"/>
                </a:cubicBezTo>
                <a:cubicBezTo>
                  <a:pt x="12211273" y="6222779"/>
                  <a:pt x="12130441" y="6557575"/>
                  <a:pt x="12192000" y="6858000"/>
                </a:cubicBezTo>
                <a:cubicBezTo>
                  <a:pt x="11844201" y="6880791"/>
                  <a:pt x="11759166" y="6827900"/>
                  <a:pt x="11489509" y="6858000"/>
                </a:cubicBezTo>
                <a:cubicBezTo>
                  <a:pt x="11219852" y="6888100"/>
                  <a:pt x="11277104" y="6826051"/>
                  <a:pt x="11152777" y="6858000"/>
                </a:cubicBezTo>
                <a:cubicBezTo>
                  <a:pt x="11028450" y="6889949"/>
                  <a:pt x="10976468" y="6819247"/>
                  <a:pt x="10816046" y="6858000"/>
                </a:cubicBezTo>
                <a:cubicBezTo>
                  <a:pt x="10655624" y="6896753"/>
                  <a:pt x="10613448" y="6848093"/>
                  <a:pt x="10479314" y="6858000"/>
                </a:cubicBezTo>
                <a:cubicBezTo>
                  <a:pt x="10345180" y="6867907"/>
                  <a:pt x="10262533" y="6833768"/>
                  <a:pt x="10142583" y="6858000"/>
                </a:cubicBezTo>
                <a:cubicBezTo>
                  <a:pt x="10022633" y="6882232"/>
                  <a:pt x="9983981" y="6847101"/>
                  <a:pt x="9927771" y="6858000"/>
                </a:cubicBezTo>
                <a:cubicBezTo>
                  <a:pt x="9871561" y="6868899"/>
                  <a:pt x="9342166" y="6771657"/>
                  <a:pt x="9103360" y="6858000"/>
                </a:cubicBezTo>
                <a:cubicBezTo>
                  <a:pt x="8864554" y="6944343"/>
                  <a:pt x="8960955" y="6833067"/>
                  <a:pt x="8888549" y="6858000"/>
                </a:cubicBezTo>
                <a:cubicBezTo>
                  <a:pt x="8816143" y="6882933"/>
                  <a:pt x="8625575" y="6807165"/>
                  <a:pt x="8429897" y="6858000"/>
                </a:cubicBezTo>
                <a:cubicBezTo>
                  <a:pt x="8234219" y="6908835"/>
                  <a:pt x="7948196" y="6803402"/>
                  <a:pt x="7605486" y="6858000"/>
                </a:cubicBezTo>
                <a:cubicBezTo>
                  <a:pt x="7262776" y="6912598"/>
                  <a:pt x="7277039" y="6857643"/>
                  <a:pt x="7146834" y="6858000"/>
                </a:cubicBezTo>
                <a:cubicBezTo>
                  <a:pt x="7016629" y="6858357"/>
                  <a:pt x="6957427" y="6824852"/>
                  <a:pt x="6810103" y="6858000"/>
                </a:cubicBezTo>
                <a:cubicBezTo>
                  <a:pt x="6662779" y="6891148"/>
                  <a:pt x="6486390" y="6830511"/>
                  <a:pt x="6351451" y="6858000"/>
                </a:cubicBezTo>
                <a:cubicBezTo>
                  <a:pt x="6216512" y="6885489"/>
                  <a:pt x="5870603" y="6789627"/>
                  <a:pt x="5527040" y="6858000"/>
                </a:cubicBezTo>
                <a:cubicBezTo>
                  <a:pt x="5183477" y="6926373"/>
                  <a:pt x="5148051" y="6797735"/>
                  <a:pt x="4946469" y="6858000"/>
                </a:cubicBezTo>
                <a:cubicBezTo>
                  <a:pt x="4744887" y="6918265"/>
                  <a:pt x="4601756" y="6847064"/>
                  <a:pt x="4487817" y="6858000"/>
                </a:cubicBezTo>
                <a:cubicBezTo>
                  <a:pt x="4373878" y="6868936"/>
                  <a:pt x="4156272" y="6794247"/>
                  <a:pt x="3907246" y="6858000"/>
                </a:cubicBezTo>
                <a:cubicBezTo>
                  <a:pt x="3658220" y="6921753"/>
                  <a:pt x="3448445" y="6771660"/>
                  <a:pt x="3082834" y="6858000"/>
                </a:cubicBezTo>
                <a:cubicBezTo>
                  <a:pt x="2717223" y="6944340"/>
                  <a:pt x="2816373" y="6812540"/>
                  <a:pt x="2624183" y="6858000"/>
                </a:cubicBezTo>
                <a:cubicBezTo>
                  <a:pt x="2431993" y="6903460"/>
                  <a:pt x="2408747" y="6851981"/>
                  <a:pt x="2287451" y="6858000"/>
                </a:cubicBezTo>
                <a:cubicBezTo>
                  <a:pt x="2166155" y="6864019"/>
                  <a:pt x="1976404" y="6821166"/>
                  <a:pt x="1706880" y="6858000"/>
                </a:cubicBezTo>
                <a:cubicBezTo>
                  <a:pt x="1437356" y="6894834"/>
                  <a:pt x="1300378" y="6828705"/>
                  <a:pt x="1126309" y="6858000"/>
                </a:cubicBezTo>
                <a:cubicBezTo>
                  <a:pt x="952240" y="6887295"/>
                  <a:pt x="442412" y="6837758"/>
                  <a:pt x="0" y="6858000"/>
                </a:cubicBezTo>
                <a:cubicBezTo>
                  <a:pt x="-19749" y="6716223"/>
                  <a:pt x="22699" y="6642278"/>
                  <a:pt x="0" y="6492240"/>
                </a:cubicBezTo>
                <a:cubicBezTo>
                  <a:pt x="-22699" y="6342202"/>
                  <a:pt x="24987" y="6223669"/>
                  <a:pt x="0" y="5989320"/>
                </a:cubicBezTo>
                <a:cubicBezTo>
                  <a:pt x="-24987" y="5754971"/>
                  <a:pt x="34970" y="5595784"/>
                  <a:pt x="0" y="5349240"/>
                </a:cubicBezTo>
                <a:cubicBezTo>
                  <a:pt x="-34970" y="5102696"/>
                  <a:pt x="24238" y="4995183"/>
                  <a:pt x="0" y="4846320"/>
                </a:cubicBezTo>
                <a:cubicBezTo>
                  <a:pt x="-24238" y="4697457"/>
                  <a:pt x="26102" y="4627146"/>
                  <a:pt x="0" y="4480560"/>
                </a:cubicBezTo>
                <a:cubicBezTo>
                  <a:pt x="-26102" y="4333974"/>
                  <a:pt x="20607" y="4170273"/>
                  <a:pt x="0" y="4046220"/>
                </a:cubicBezTo>
                <a:cubicBezTo>
                  <a:pt x="-20607" y="3922167"/>
                  <a:pt x="35183" y="3666309"/>
                  <a:pt x="0" y="3337560"/>
                </a:cubicBezTo>
                <a:cubicBezTo>
                  <a:pt x="-35183" y="3008811"/>
                  <a:pt x="23978" y="2998148"/>
                  <a:pt x="0" y="2766060"/>
                </a:cubicBezTo>
                <a:cubicBezTo>
                  <a:pt x="-23978" y="2533972"/>
                  <a:pt x="3513" y="2374885"/>
                  <a:pt x="0" y="2125980"/>
                </a:cubicBezTo>
                <a:cubicBezTo>
                  <a:pt x="-3513" y="1877075"/>
                  <a:pt x="48369" y="1789841"/>
                  <a:pt x="0" y="1485900"/>
                </a:cubicBezTo>
                <a:cubicBezTo>
                  <a:pt x="-48369" y="1181959"/>
                  <a:pt x="42990" y="1171256"/>
                  <a:pt x="0" y="1051560"/>
                </a:cubicBezTo>
                <a:cubicBezTo>
                  <a:pt x="-42990" y="931864"/>
                  <a:pt x="17111" y="239845"/>
                  <a:pt x="0" y="0"/>
                </a:cubicBezTo>
                <a:close/>
              </a:path>
              <a:path w="12192000" h="6858000" stroke="0" extrusionOk="0">
                <a:moveTo>
                  <a:pt x="0" y="0"/>
                </a:moveTo>
                <a:cubicBezTo>
                  <a:pt x="82345" y="-14904"/>
                  <a:pt x="265405" y="17230"/>
                  <a:pt x="336731" y="0"/>
                </a:cubicBezTo>
                <a:cubicBezTo>
                  <a:pt x="408057" y="-17230"/>
                  <a:pt x="759661" y="59471"/>
                  <a:pt x="917303" y="0"/>
                </a:cubicBezTo>
                <a:cubicBezTo>
                  <a:pt x="1074945" y="-59471"/>
                  <a:pt x="1127560" y="19439"/>
                  <a:pt x="1254034" y="0"/>
                </a:cubicBezTo>
                <a:cubicBezTo>
                  <a:pt x="1380508" y="-19439"/>
                  <a:pt x="1853996" y="13595"/>
                  <a:pt x="2078446" y="0"/>
                </a:cubicBezTo>
                <a:cubicBezTo>
                  <a:pt x="2302896" y="-13595"/>
                  <a:pt x="2537872" y="9177"/>
                  <a:pt x="2780937" y="0"/>
                </a:cubicBezTo>
                <a:cubicBezTo>
                  <a:pt x="3024002" y="-9177"/>
                  <a:pt x="2944256" y="13866"/>
                  <a:pt x="2995749" y="0"/>
                </a:cubicBezTo>
                <a:cubicBezTo>
                  <a:pt x="3047242" y="-13866"/>
                  <a:pt x="3584543" y="26278"/>
                  <a:pt x="3820160" y="0"/>
                </a:cubicBezTo>
                <a:cubicBezTo>
                  <a:pt x="4055777" y="-26278"/>
                  <a:pt x="3958177" y="14830"/>
                  <a:pt x="4034971" y="0"/>
                </a:cubicBezTo>
                <a:cubicBezTo>
                  <a:pt x="4111765" y="-14830"/>
                  <a:pt x="4608482" y="26323"/>
                  <a:pt x="4859383" y="0"/>
                </a:cubicBezTo>
                <a:cubicBezTo>
                  <a:pt x="5110284" y="-26323"/>
                  <a:pt x="4992316" y="21918"/>
                  <a:pt x="5074194" y="0"/>
                </a:cubicBezTo>
                <a:cubicBezTo>
                  <a:pt x="5156072" y="-21918"/>
                  <a:pt x="5699889" y="13562"/>
                  <a:pt x="5898606" y="0"/>
                </a:cubicBezTo>
                <a:cubicBezTo>
                  <a:pt x="6097323" y="-13562"/>
                  <a:pt x="6065791" y="17533"/>
                  <a:pt x="6113417" y="0"/>
                </a:cubicBezTo>
                <a:cubicBezTo>
                  <a:pt x="6161043" y="-17533"/>
                  <a:pt x="6460496" y="45763"/>
                  <a:pt x="6693989" y="0"/>
                </a:cubicBezTo>
                <a:cubicBezTo>
                  <a:pt x="6927482" y="-45763"/>
                  <a:pt x="7050199" y="19713"/>
                  <a:pt x="7152640" y="0"/>
                </a:cubicBezTo>
                <a:cubicBezTo>
                  <a:pt x="7255081" y="-19713"/>
                  <a:pt x="7646347" y="39465"/>
                  <a:pt x="7977051" y="0"/>
                </a:cubicBezTo>
                <a:cubicBezTo>
                  <a:pt x="8307755" y="-39465"/>
                  <a:pt x="8187950" y="8567"/>
                  <a:pt x="8313783" y="0"/>
                </a:cubicBezTo>
                <a:cubicBezTo>
                  <a:pt x="8439616" y="-8567"/>
                  <a:pt x="8834045" y="19536"/>
                  <a:pt x="9138194" y="0"/>
                </a:cubicBezTo>
                <a:cubicBezTo>
                  <a:pt x="9442343" y="-19536"/>
                  <a:pt x="9457600" y="60889"/>
                  <a:pt x="9718766" y="0"/>
                </a:cubicBezTo>
                <a:cubicBezTo>
                  <a:pt x="9979932" y="-60889"/>
                  <a:pt x="10032825" y="22886"/>
                  <a:pt x="10177417" y="0"/>
                </a:cubicBezTo>
                <a:cubicBezTo>
                  <a:pt x="10322009" y="-22886"/>
                  <a:pt x="10516282" y="60917"/>
                  <a:pt x="10757989" y="0"/>
                </a:cubicBezTo>
                <a:cubicBezTo>
                  <a:pt x="10999696" y="-60917"/>
                  <a:pt x="10873853" y="12449"/>
                  <a:pt x="10972800" y="0"/>
                </a:cubicBezTo>
                <a:cubicBezTo>
                  <a:pt x="11071747" y="-12449"/>
                  <a:pt x="11401289" y="64848"/>
                  <a:pt x="11553371" y="0"/>
                </a:cubicBezTo>
                <a:cubicBezTo>
                  <a:pt x="11705453" y="-64848"/>
                  <a:pt x="11949627" y="33410"/>
                  <a:pt x="12192000" y="0"/>
                </a:cubicBezTo>
                <a:cubicBezTo>
                  <a:pt x="12194246" y="272729"/>
                  <a:pt x="12185666" y="505655"/>
                  <a:pt x="12192000" y="640080"/>
                </a:cubicBezTo>
                <a:cubicBezTo>
                  <a:pt x="12198334" y="774505"/>
                  <a:pt x="12184237" y="916712"/>
                  <a:pt x="12192000" y="1074420"/>
                </a:cubicBezTo>
                <a:cubicBezTo>
                  <a:pt x="12199763" y="1232128"/>
                  <a:pt x="12123511" y="1517753"/>
                  <a:pt x="12192000" y="1714500"/>
                </a:cubicBezTo>
                <a:cubicBezTo>
                  <a:pt x="12260489" y="1911247"/>
                  <a:pt x="12146503" y="2006298"/>
                  <a:pt x="12192000" y="2148840"/>
                </a:cubicBezTo>
                <a:cubicBezTo>
                  <a:pt x="12237497" y="2291382"/>
                  <a:pt x="12172390" y="2426364"/>
                  <a:pt x="12192000" y="2514600"/>
                </a:cubicBezTo>
                <a:cubicBezTo>
                  <a:pt x="12211610" y="2602836"/>
                  <a:pt x="12179371" y="2809469"/>
                  <a:pt x="12192000" y="2948940"/>
                </a:cubicBezTo>
                <a:cubicBezTo>
                  <a:pt x="12204629" y="3088411"/>
                  <a:pt x="12137527" y="3339623"/>
                  <a:pt x="12192000" y="3520440"/>
                </a:cubicBezTo>
                <a:cubicBezTo>
                  <a:pt x="12246473" y="3701257"/>
                  <a:pt x="12157031" y="3804896"/>
                  <a:pt x="12192000" y="3954780"/>
                </a:cubicBezTo>
                <a:cubicBezTo>
                  <a:pt x="12226969" y="4104664"/>
                  <a:pt x="12172251" y="4255948"/>
                  <a:pt x="12192000" y="4389120"/>
                </a:cubicBezTo>
                <a:cubicBezTo>
                  <a:pt x="12211749" y="4522292"/>
                  <a:pt x="12169307" y="4787180"/>
                  <a:pt x="12192000" y="4892040"/>
                </a:cubicBezTo>
                <a:cubicBezTo>
                  <a:pt x="12214693" y="4996900"/>
                  <a:pt x="12177917" y="5172071"/>
                  <a:pt x="12192000" y="5257800"/>
                </a:cubicBezTo>
                <a:cubicBezTo>
                  <a:pt x="12206083" y="5343529"/>
                  <a:pt x="12135541" y="5646387"/>
                  <a:pt x="12192000" y="5760720"/>
                </a:cubicBezTo>
                <a:cubicBezTo>
                  <a:pt x="12248459" y="5875053"/>
                  <a:pt x="12150016" y="6023722"/>
                  <a:pt x="12192000" y="6263640"/>
                </a:cubicBezTo>
                <a:cubicBezTo>
                  <a:pt x="12233984" y="6503558"/>
                  <a:pt x="12142474" y="6629303"/>
                  <a:pt x="12192000" y="6858000"/>
                </a:cubicBezTo>
                <a:cubicBezTo>
                  <a:pt x="12117798" y="6881735"/>
                  <a:pt x="12080584" y="6840550"/>
                  <a:pt x="11977189" y="6858000"/>
                </a:cubicBezTo>
                <a:cubicBezTo>
                  <a:pt x="11873794" y="6875450"/>
                  <a:pt x="11539100" y="6828652"/>
                  <a:pt x="11396617" y="6858000"/>
                </a:cubicBezTo>
                <a:cubicBezTo>
                  <a:pt x="11254134" y="6887348"/>
                  <a:pt x="11085516" y="6801054"/>
                  <a:pt x="10816046" y="6858000"/>
                </a:cubicBezTo>
                <a:cubicBezTo>
                  <a:pt x="10546576" y="6914946"/>
                  <a:pt x="10276174" y="6783065"/>
                  <a:pt x="10113554" y="6858000"/>
                </a:cubicBezTo>
                <a:cubicBezTo>
                  <a:pt x="9950934" y="6932935"/>
                  <a:pt x="9965350" y="6837223"/>
                  <a:pt x="9898743" y="6858000"/>
                </a:cubicBezTo>
                <a:cubicBezTo>
                  <a:pt x="9832136" y="6878777"/>
                  <a:pt x="9645399" y="6850636"/>
                  <a:pt x="9440091" y="6858000"/>
                </a:cubicBezTo>
                <a:cubicBezTo>
                  <a:pt x="9234783" y="6865364"/>
                  <a:pt x="9244434" y="6831525"/>
                  <a:pt x="9103360" y="6858000"/>
                </a:cubicBezTo>
                <a:cubicBezTo>
                  <a:pt x="8962286" y="6884475"/>
                  <a:pt x="8948776" y="6841032"/>
                  <a:pt x="8888549" y="6858000"/>
                </a:cubicBezTo>
                <a:cubicBezTo>
                  <a:pt x="8828322" y="6874968"/>
                  <a:pt x="8553813" y="6817079"/>
                  <a:pt x="8429897" y="6858000"/>
                </a:cubicBezTo>
                <a:cubicBezTo>
                  <a:pt x="8305981" y="6898921"/>
                  <a:pt x="8234846" y="6845678"/>
                  <a:pt x="8093166" y="6858000"/>
                </a:cubicBezTo>
                <a:cubicBezTo>
                  <a:pt x="7951486" y="6870322"/>
                  <a:pt x="7734607" y="6812662"/>
                  <a:pt x="7512594" y="6858000"/>
                </a:cubicBezTo>
                <a:cubicBezTo>
                  <a:pt x="7290581" y="6903338"/>
                  <a:pt x="7111935" y="6856477"/>
                  <a:pt x="6810103" y="6858000"/>
                </a:cubicBezTo>
                <a:cubicBezTo>
                  <a:pt x="6508271" y="6859523"/>
                  <a:pt x="6584328" y="6824771"/>
                  <a:pt x="6473371" y="6858000"/>
                </a:cubicBezTo>
                <a:cubicBezTo>
                  <a:pt x="6362414" y="6891229"/>
                  <a:pt x="6143101" y="6799900"/>
                  <a:pt x="5892800" y="6858000"/>
                </a:cubicBezTo>
                <a:cubicBezTo>
                  <a:pt x="5642499" y="6916100"/>
                  <a:pt x="5696654" y="6830320"/>
                  <a:pt x="5556069" y="6858000"/>
                </a:cubicBezTo>
                <a:cubicBezTo>
                  <a:pt x="5415484" y="6885680"/>
                  <a:pt x="5061044" y="6800611"/>
                  <a:pt x="4731657" y="6858000"/>
                </a:cubicBezTo>
                <a:cubicBezTo>
                  <a:pt x="4402270" y="6915389"/>
                  <a:pt x="4236900" y="6770316"/>
                  <a:pt x="3907246" y="6858000"/>
                </a:cubicBezTo>
                <a:cubicBezTo>
                  <a:pt x="3577592" y="6945684"/>
                  <a:pt x="3683488" y="6827657"/>
                  <a:pt x="3570514" y="6858000"/>
                </a:cubicBezTo>
                <a:cubicBezTo>
                  <a:pt x="3457540" y="6888343"/>
                  <a:pt x="3458031" y="6845133"/>
                  <a:pt x="3355703" y="6858000"/>
                </a:cubicBezTo>
                <a:cubicBezTo>
                  <a:pt x="3253375" y="6870867"/>
                  <a:pt x="3200485" y="6840385"/>
                  <a:pt x="3140891" y="6858000"/>
                </a:cubicBezTo>
                <a:cubicBezTo>
                  <a:pt x="3081297" y="6875615"/>
                  <a:pt x="2836567" y="6792496"/>
                  <a:pt x="2560320" y="6858000"/>
                </a:cubicBezTo>
                <a:cubicBezTo>
                  <a:pt x="2284073" y="6923504"/>
                  <a:pt x="1953859" y="6796113"/>
                  <a:pt x="1735909" y="6858000"/>
                </a:cubicBezTo>
                <a:cubicBezTo>
                  <a:pt x="1517959" y="6919887"/>
                  <a:pt x="1574032" y="6835777"/>
                  <a:pt x="1521097" y="6858000"/>
                </a:cubicBezTo>
                <a:cubicBezTo>
                  <a:pt x="1468162" y="6880223"/>
                  <a:pt x="1211859" y="6804831"/>
                  <a:pt x="940526" y="6858000"/>
                </a:cubicBezTo>
                <a:cubicBezTo>
                  <a:pt x="669193" y="6911169"/>
                  <a:pt x="230424" y="6811023"/>
                  <a:pt x="0" y="6858000"/>
                </a:cubicBezTo>
                <a:cubicBezTo>
                  <a:pt x="-10604" y="6708716"/>
                  <a:pt x="41860" y="6602574"/>
                  <a:pt x="0" y="6423660"/>
                </a:cubicBezTo>
                <a:cubicBezTo>
                  <a:pt x="-41860" y="6244746"/>
                  <a:pt x="14680" y="6204022"/>
                  <a:pt x="0" y="5989320"/>
                </a:cubicBezTo>
                <a:cubicBezTo>
                  <a:pt x="-14680" y="5774618"/>
                  <a:pt x="53259" y="5523170"/>
                  <a:pt x="0" y="5349240"/>
                </a:cubicBezTo>
                <a:cubicBezTo>
                  <a:pt x="-53259" y="5175310"/>
                  <a:pt x="15597" y="5049478"/>
                  <a:pt x="0" y="4914900"/>
                </a:cubicBezTo>
                <a:cubicBezTo>
                  <a:pt x="-15597" y="4780322"/>
                  <a:pt x="3609" y="4642690"/>
                  <a:pt x="0" y="4480560"/>
                </a:cubicBezTo>
                <a:cubicBezTo>
                  <a:pt x="-3609" y="4318430"/>
                  <a:pt x="49917" y="4224631"/>
                  <a:pt x="0" y="4046220"/>
                </a:cubicBezTo>
                <a:cubicBezTo>
                  <a:pt x="-49917" y="3867809"/>
                  <a:pt x="28540" y="3765439"/>
                  <a:pt x="0" y="3680460"/>
                </a:cubicBezTo>
                <a:cubicBezTo>
                  <a:pt x="-28540" y="3595481"/>
                  <a:pt x="21937" y="3339601"/>
                  <a:pt x="0" y="3246120"/>
                </a:cubicBezTo>
                <a:cubicBezTo>
                  <a:pt x="-21937" y="3152639"/>
                  <a:pt x="3992" y="2832643"/>
                  <a:pt x="0" y="2674620"/>
                </a:cubicBezTo>
                <a:cubicBezTo>
                  <a:pt x="-3992" y="2516597"/>
                  <a:pt x="18446" y="2457860"/>
                  <a:pt x="0" y="2308860"/>
                </a:cubicBezTo>
                <a:cubicBezTo>
                  <a:pt x="-18446" y="2159860"/>
                  <a:pt x="60298" y="1965285"/>
                  <a:pt x="0" y="1737360"/>
                </a:cubicBezTo>
                <a:cubicBezTo>
                  <a:pt x="-60298" y="1509435"/>
                  <a:pt x="19121" y="1517311"/>
                  <a:pt x="0" y="1371600"/>
                </a:cubicBezTo>
                <a:cubicBezTo>
                  <a:pt x="-19121" y="1225889"/>
                  <a:pt x="74329" y="871947"/>
                  <a:pt x="0" y="731520"/>
                </a:cubicBezTo>
                <a:cubicBezTo>
                  <a:pt x="-74329" y="591093"/>
                  <a:pt x="8754" y="186857"/>
                  <a:pt x="0" y="0"/>
                </a:cubicBezTo>
                <a:close/>
              </a:path>
            </a:pathLst>
          </a:custGeom>
          <a:ln>
            <a:solidFill>
              <a:srgbClr val="B55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2160072 w 9963150"/>
              <a:gd name="connsiteY1" fmla="*/ 0 h 6858000"/>
              <a:gd name="connsiteX2" fmla="*/ 2724372 w 9963150"/>
              <a:gd name="connsiteY2" fmla="*/ 0 h 6858000"/>
              <a:gd name="connsiteX3" fmla="*/ 3288673 w 9963150"/>
              <a:gd name="connsiteY3" fmla="*/ 0 h 6858000"/>
              <a:gd name="connsiteX4" fmla="*/ 3717542 w 9963150"/>
              <a:gd name="connsiteY4" fmla="*/ 0 h 6858000"/>
              <a:gd name="connsiteX5" fmla="*/ 4214126 w 9963150"/>
              <a:gd name="connsiteY5" fmla="*/ 0 h 6858000"/>
              <a:gd name="connsiteX6" fmla="*/ 4642995 w 9963150"/>
              <a:gd name="connsiteY6" fmla="*/ 0 h 6858000"/>
              <a:gd name="connsiteX7" fmla="*/ 5207295 w 9963150"/>
              <a:gd name="connsiteY7" fmla="*/ 0 h 6858000"/>
              <a:gd name="connsiteX8" fmla="*/ 5703880 w 9963150"/>
              <a:gd name="connsiteY8" fmla="*/ 0 h 6858000"/>
              <a:gd name="connsiteX9" fmla="*/ 6335897 w 9963150"/>
              <a:gd name="connsiteY9" fmla="*/ 0 h 6858000"/>
              <a:gd name="connsiteX10" fmla="*/ 6900197 w 9963150"/>
              <a:gd name="connsiteY10" fmla="*/ 0 h 6858000"/>
              <a:gd name="connsiteX11" fmla="*/ 7599930 w 9963150"/>
              <a:gd name="connsiteY11" fmla="*/ 0 h 6858000"/>
              <a:gd name="connsiteX12" fmla="*/ 8367379 w 9963150"/>
              <a:gd name="connsiteY12" fmla="*/ 0 h 6858000"/>
              <a:gd name="connsiteX13" fmla="*/ 8504080 w 9963150"/>
              <a:gd name="connsiteY13" fmla="*/ 130333 h 6858000"/>
              <a:gd name="connsiteX14" fmla="*/ 9963150 w 9963150"/>
              <a:gd name="connsiteY14" fmla="*/ 3652838 h 6858000"/>
              <a:gd name="connsiteX15" fmla="*/ 8825600 w 9963150"/>
              <a:gd name="connsiteY15" fmla="*/ 6821583 h 6858000"/>
              <a:gd name="connsiteX16" fmla="*/ 8794055 w 9963150"/>
              <a:gd name="connsiteY16" fmla="*/ 6858000 h 6858000"/>
              <a:gd name="connsiteX17" fmla="*/ 8207520 w 9963150"/>
              <a:gd name="connsiteY17" fmla="*/ 6858000 h 6858000"/>
              <a:gd name="connsiteX18" fmla="*/ 7849733 w 9963150"/>
              <a:gd name="connsiteY18" fmla="*/ 6858000 h 6858000"/>
              <a:gd name="connsiteX19" fmla="*/ 7263198 w 9963150"/>
              <a:gd name="connsiteY19" fmla="*/ 6858000 h 6858000"/>
              <a:gd name="connsiteX20" fmla="*/ 6905411 w 9963150"/>
              <a:gd name="connsiteY20" fmla="*/ 6858000 h 6858000"/>
              <a:gd name="connsiteX21" fmla="*/ 6547625 w 9963150"/>
              <a:gd name="connsiteY21" fmla="*/ 6858000 h 6858000"/>
              <a:gd name="connsiteX22" fmla="*/ 5884840 w 9963150"/>
              <a:gd name="connsiteY22" fmla="*/ 6858000 h 6858000"/>
              <a:gd name="connsiteX23" fmla="*/ 5527053 w 9963150"/>
              <a:gd name="connsiteY23" fmla="*/ 6858000 h 6858000"/>
              <a:gd name="connsiteX24" fmla="*/ 5093017 w 9963150"/>
              <a:gd name="connsiteY24" fmla="*/ 6858000 h 6858000"/>
              <a:gd name="connsiteX25" fmla="*/ 4353983 w 9963150"/>
              <a:gd name="connsiteY25" fmla="*/ 6858000 h 6858000"/>
              <a:gd name="connsiteX26" fmla="*/ 3691198 w 9963150"/>
              <a:gd name="connsiteY26" fmla="*/ 6858000 h 6858000"/>
              <a:gd name="connsiteX27" fmla="*/ 3028413 w 9963150"/>
              <a:gd name="connsiteY27" fmla="*/ 6858000 h 6858000"/>
              <a:gd name="connsiteX28" fmla="*/ 2670626 w 9963150"/>
              <a:gd name="connsiteY28" fmla="*/ 6858000 h 6858000"/>
              <a:gd name="connsiteX29" fmla="*/ 1931592 w 9963150"/>
              <a:gd name="connsiteY29" fmla="*/ 6858000 h 6858000"/>
              <a:gd name="connsiteX30" fmla="*/ 1169096 w 9963150"/>
              <a:gd name="connsiteY30" fmla="*/ 6858000 h 6858000"/>
              <a:gd name="connsiteX31" fmla="*/ 1137550 w 9963150"/>
              <a:gd name="connsiteY31" fmla="*/ 6821583 h 6858000"/>
              <a:gd name="connsiteX32" fmla="*/ 0 w 9963150"/>
              <a:gd name="connsiteY32" fmla="*/ 3652838 h 6858000"/>
              <a:gd name="connsiteX33" fmla="*/ 1459070 w 9963150"/>
              <a:gd name="connsiteY33" fmla="*/ 130333 h 6858000"/>
              <a:gd name="connsiteX34" fmla="*/ 1595771 w 9963150"/>
              <a:gd name="connsiteY3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9963150" h="6858000" fill="none" extrusionOk="0">
                <a:moveTo>
                  <a:pt x="1595771" y="0"/>
                </a:moveTo>
                <a:cubicBezTo>
                  <a:pt x="1829049" y="-42710"/>
                  <a:pt x="2007096" y="64603"/>
                  <a:pt x="2160072" y="0"/>
                </a:cubicBezTo>
                <a:cubicBezTo>
                  <a:pt x="2313048" y="-64603"/>
                  <a:pt x="2516012" y="18417"/>
                  <a:pt x="2724372" y="0"/>
                </a:cubicBezTo>
                <a:cubicBezTo>
                  <a:pt x="2932732" y="-18417"/>
                  <a:pt x="3165201" y="37494"/>
                  <a:pt x="3288673" y="0"/>
                </a:cubicBezTo>
                <a:cubicBezTo>
                  <a:pt x="3412145" y="-37494"/>
                  <a:pt x="3627811" y="39763"/>
                  <a:pt x="3717542" y="0"/>
                </a:cubicBezTo>
                <a:cubicBezTo>
                  <a:pt x="3807273" y="-39763"/>
                  <a:pt x="4104029" y="44553"/>
                  <a:pt x="4214126" y="0"/>
                </a:cubicBezTo>
                <a:cubicBezTo>
                  <a:pt x="4324223" y="-44553"/>
                  <a:pt x="4516693" y="49635"/>
                  <a:pt x="4642995" y="0"/>
                </a:cubicBezTo>
                <a:cubicBezTo>
                  <a:pt x="4769297" y="-49635"/>
                  <a:pt x="4964118" y="49136"/>
                  <a:pt x="5207295" y="0"/>
                </a:cubicBezTo>
                <a:cubicBezTo>
                  <a:pt x="5450472" y="-49136"/>
                  <a:pt x="5544953" y="27417"/>
                  <a:pt x="5703880" y="0"/>
                </a:cubicBezTo>
                <a:cubicBezTo>
                  <a:pt x="5862807" y="-27417"/>
                  <a:pt x="6180613" y="35661"/>
                  <a:pt x="6335897" y="0"/>
                </a:cubicBezTo>
                <a:cubicBezTo>
                  <a:pt x="6491181" y="-35661"/>
                  <a:pt x="6757724" y="3406"/>
                  <a:pt x="6900197" y="0"/>
                </a:cubicBezTo>
                <a:cubicBezTo>
                  <a:pt x="7042670" y="-3406"/>
                  <a:pt x="7389694" y="83426"/>
                  <a:pt x="7599930" y="0"/>
                </a:cubicBezTo>
                <a:cubicBezTo>
                  <a:pt x="7810166" y="-83426"/>
                  <a:pt x="8047912" y="32741"/>
                  <a:pt x="8367379" y="0"/>
                </a:cubicBezTo>
                <a:cubicBezTo>
                  <a:pt x="8404191" y="20953"/>
                  <a:pt x="8457083" y="109676"/>
                  <a:pt x="8504080" y="130333"/>
                </a:cubicBezTo>
                <a:cubicBezTo>
                  <a:pt x="9433588" y="1045963"/>
                  <a:pt x="9804851" y="2515819"/>
                  <a:pt x="9963150" y="3652838"/>
                </a:cubicBezTo>
                <a:cubicBezTo>
                  <a:pt x="9924302" y="5153659"/>
                  <a:pt x="9305469" y="5813488"/>
                  <a:pt x="8825600" y="6821583"/>
                </a:cubicBezTo>
                <a:cubicBezTo>
                  <a:pt x="8815472" y="6838433"/>
                  <a:pt x="8796275" y="6846641"/>
                  <a:pt x="8794055" y="6858000"/>
                </a:cubicBezTo>
                <a:cubicBezTo>
                  <a:pt x="8663477" y="6864859"/>
                  <a:pt x="8498938" y="6854042"/>
                  <a:pt x="8207520" y="6858000"/>
                </a:cubicBezTo>
                <a:cubicBezTo>
                  <a:pt x="7916103" y="6861958"/>
                  <a:pt x="7995887" y="6822231"/>
                  <a:pt x="7849733" y="6858000"/>
                </a:cubicBezTo>
                <a:cubicBezTo>
                  <a:pt x="7703579" y="6893769"/>
                  <a:pt x="7515106" y="6827238"/>
                  <a:pt x="7263198" y="6858000"/>
                </a:cubicBezTo>
                <a:cubicBezTo>
                  <a:pt x="7011291" y="6888762"/>
                  <a:pt x="6997402" y="6818638"/>
                  <a:pt x="6905411" y="6858000"/>
                </a:cubicBezTo>
                <a:cubicBezTo>
                  <a:pt x="6813420" y="6897362"/>
                  <a:pt x="6642556" y="6853623"/>
                  <a:pt x="6547625" y="6858000"/>
                </a:cubicBezTo>
                <a:cubicBezTo>
                  <a:pt x="6452694" y="6862377"/>
                  <a:pt x="6036603" y="6813797"/>
                  <a:pt x="5884840" y="6858000"/>
                </a:cubicBezTo>
                <a:cubicBezTo>
                  <a:pt x="5733077" y="6902203"/>
                  <a:pt x="5700929" y="6819951"/>
                  <a:pt x="5527053" y="6858000"/>
                </a:cubicBezTo>
                <a:cubicBezTo>
                  <a:pt x="5353177" y="6896049"/>
                  <a:pt x="5235736" y="6819413"/>
                  <a:pt x="5093017" y="6858000"/>
                </a:cubicBezTo>
                <a:cubicBezTo>
                  <a:pt x="4950298" y="6896587"/>
                  <a:pt x="4631655" y="6856506"/>
                  <a:pt x="4353983" y="6858000"/>
                </a:cubicBezTo>
                <a:cubicBezTo>
                  <a:pt x="4076311" y="6859494"/>
                  <a:pt x="3826499" y="6784007"/>
                  <a:pt x="3691198" y="6858000"/>
                </a:cubicBezTo>
                <a:cubicBezTo>
                  <a:pt x="3555897" y="6931993"/>
                  <a:pt x="3211803" y="6854769"/>
                  <a:pt x="3028413" y="6858000"/>
                </a:cubicBezTo>
                <a:cubicBezTo>
                  <a:pt x="2845024" y="6861231"/>
                  <a:pt x="2780917" y="6829130"/>
                  <a:pt x="2670626" y="6858000"/>
                </a:cubicBezTo>
                <a:cubicBezTo>
                  <a:pt x="2560335" y="6886870"/>
                  <a:pt x="2196638" y="6830358"/>
                  <a:pt x="1931592" y="6858000"/>
                </a:cubicBezTo>
                <a:cubicBezTo>
                  <a:pt x="1666546" y="6885642"/>
                  <a:pt x="1456947" y="6781094"/>
                  <a:pt x="1169096" y="6858000"/>
                </a:cubicBezTo>
                <a:cubicBezTo>
                  <a:pt x="1153574" y="6841466"/>
                  <a:pt x="1150940" y="6833042"/>
                  <a:pt x="1137550" y="6821583"/>
                </a:cubicBezTo>
                <a:cubicBezTo>
                  <a:pt x="441528" y="5860904"/>
                  <a:pt x="-307361" y="4789595"/>
                  <a:pt x="0" y="3652838"/>
                </a:cubicBezTo>
                <a:cubicBezTo>
                  <a:pt x="-156246" y="2611776"/>
                  <a:pt x="430008" y="1049223"/>
                  <a:pt x="1459070" y="130333"/>
                </a:cubicBezTo>
                <a:cubicBezTo>
                  <a:pt x="1508365" y="77816"/>
                  <a:pt x="1537373" y="69327"/>
                  <a:pt x="1595771" y="0"/>
                </a:cubicBezTo>
                <a:close/>
              </a:path>
              <a:path w="9963150" h="6858000" stroke="0" extrusionOk="0">
                <a:moveTo>
                  <a:pt x="1595771" y="0"/>
                </a:moveTo>
                <a:cubicBezTo>
                  <a:pt x="1812280" y="-57776"/>
                  <a:pt x="2141959" y="57968"/>
                  <a:pt x="2295504" y="0"/>
                </a:cubicBezTo>
                <a:cubicBezTo>
                  <a:pt x="2449049" y="-57968"/>
                  <a:pt x="2731809" y="68095"/>
                  <a:pt x="2995237" y="0"/>
                </a:cubicBezTo>
                <a:cubicBezTo>
                  <a:pt x="3258665" y="-68095"/>
                  <a:pt x="3443856" y="34758"/>
                  <a:pt x="3694969" y="0"/>
                </a:cubicBezTo>
                <a:cubicBezTo>
                  <a:pt x="3946082" y="-34758"/>
                  <a:pt x="3978462" y="19491"/>
                  <a:pt x="4123838" y="0"/>
                </a:cubicBezTo>
                <a:cubicBezTo>
                  <a:pt x="4269214" y="-19491"/>
                  <a:pt x="4401491" y="11254"/>
                  <a:pt x="4484990" y="0"/>
                </a:cubicBezTo>
                <a:cubicBezTo>
                  <a:pt x="4568489" y="-11254"/>
                  <a:pt x="4701340" y="6512"/>
                  <a:pt x="4846143" y="0"/>
                </a:cubicBezTo>
                <a:cubicBezTo>
                  <a:pt x="4990946" y="-6512"/>
                  <a:pt x="5193268" y="25710"/>
                  <a:pt x="5478160" y="0"/>
                </a:cubicBezTo>
                <a:cubicBezTo>
                  <a:pt x="5763052" y="-25710"/>
                  <a:pt x="5736462" y="34539"/>
                  <a:pt x="5839312" y="0"/>
                </a:cubicBezTo>
                <a:cubicBezTo>
                  <a:pt x="5942162" y="-34539"/>
                  <a:pt x="6079718" y="18719"/>
                  <a:pt x="6200464" y="0"/>
                </a:cubicBezTo>
                <a:cubicBezTo>
                  <a:pt x="6321210" y="-18719"/>
                  <a:pt x="6466982" y="31467"/>
                  <a:pt x="6561617" y="0"/>
                </a:cubicBezTo>
                <a:cubicBezTo>
                  <a:pt x="6656252" y="-31467"/>
                  <a:pt x="6936359" y="62919"/>
                  <a:pt x="7125918" y="0"/>
                </a:cubicBezTo>
                <a:cubicBezTo>
                  <a:pt x="7315477" y="-62919"/>
                  <a:pt x="7497728" y="40109"/>
                  <a:pt x="7690218" y="0"/>
                </a:cubicBezTo>
                <a:cubicBezTo>
                  <a:pt x="7882708" y="-40109"/>
                  <a:pt x="8119755" y="72379"/>
                  <a:pt x="8367379" y="0"/>
                </a:cubicBezTo>
                <a:cubicBezTo>
                  <a:pt x="8423516" y="53311"/>
                  <a:pt x="8451892" y="98545"/>
                  <a:pt x="8504080" y="130333"/>
                </a:cubicBezTo>
                <a:cubicBezTo>
                  <a:pt x="9414723" y="1436451"/>
                  <a:pt x="10239971" y="1995409"/>
                  <a:pt x="9963150" y="3652838"/>
                </a:cubicBezTo>
                <a:cubicBezTo>
                  <a:pt x="10079059" y="5142180"/>
                  <a:pt x="9554132" y="5896945"/>
                  <a:pt x="8825600" y="6821583"/>
                </a:cubicBezTo>
                <a:cubicBezTo>
                  <a:pt x="8821904" y="6832276"/>
                  <a:pt x="8804990" y="6838660"/>
                  <a:pt x="8794055" y="6858000"/>
                </a:cubicBezTo>
                <a:cubicBezTo>
                  <a:pt x="8524417" y="6882983"/>
                  <a:pt x="8349694" y="6824955"/>
                  <a:pt x="8131270" y="6858000"/>
                </a:cubicBezTo>
                <a:cubicBezTo>
                  <a:pt x="7912846" y="6891045"/>
                  <a:pt x="7880602" y="6833336"/>
                  <a:pt x="7773484" y="6858000"/>
                </a:cubicBezTo>
                <a:cubicBezTo>
                  <a:pt x="7666366" y="6882664"/>
                  <a:pt x="7478168" y="6850652"/>
                  <a:pt x="7339447" y="6858000"/>
                </a:cubicBezTo>
                <a:cubicBezTo>
                  <a:pt x="7200726" y="6865348"/>
                  <a:pt x="7059315" y="6849221"/>
                  <a:pt x="6981661" y="6858000"/>
                </a:cubicBezTo>
                <a:cubicBezTo>
                  <a:pt x="6904007" y="6866779"/>
                  <a:pt x="6690476" y="6803310"/>
                  <a:pt x="6471375" y="6858000"/>
                </a:cubicBezTo>
                <a:cubicBezTo>
                  <a:pt x="6252274" y="6912690"/>
                  <a:pt x="5975919" y="6836372"/>
                  <a:pt x="5732341" y="6858000"/>
                </a:cubicBezTo>
                <a:cubicBezTo>
                  <a:pt x="5488763" y="6879628"/>
                  <a:pt x="5466737" y="6841853"/>
                  <a:pt x="5298305" y="6858000"/>
                </a:cubicBezTo>
                <a:cubicBezTo>
                  <a:pt x="5129873" y="6874147"/>
                  <a:pt x="4882862" y="6804144"/>
                  <a:pt x="4559270" y="6858000"/>
                </a:cubicBezTo>
                <a:cubicBezTo>
                  <a:pt x="4235679" y="6911856"/>
                  <a:pt x="4177275" y="6850188"/>
                  <a:pt x="4048984" y="6858000"/>
                </a:cubicBezTo>
                <a:cubicBezTo>
                  <a:pt x="3920693" y="6865812"/>
                  <a:pt x="3658363" y="6812956"/>
                  <a:pt x="3538699" y="6858000"/>
                </a:cubicBezTo>
                <a:cubicBezTo>
                  <a:pt x="3419035" y="6903044"/>
                  <a:pt x="3017596" y="6798558"/>
                  <a:pt x="2875914" y="6858000"/>
                </a:cubicBezTo>
                <a:cubicBezTo>
                  <a:pt x="2734232" y="6917442"/>
                  <a:pt x="2521033" y="6831897"/>
                  <a:pt x="2365628" y="6858000"/>
                </a:cubicBezTo>
                <a:cubicBezTo>
                  <a:pt x="2210223" y="6884103"/>
                  <a:pt x="2038515" y="6851494"/>
                  <a:pt x="1779093" y="6858000"/>
                </a:cubicBezTo>
                <a:cubicBezTo>
                  <a:pt x="1519671" y="6864506"/>
                  <a:pt x="1382865" y="6816672"/>
                  <a:pt x="1169096" y="6858000"/>
                </a:cubicBezTo>
                <a:cubicBezTo>
                  <a:pt x="1151691" y="6844614"/>
                  <a:pt x="1147165" y="6830266"/>
                  <a:pt x="1137550" y="6821583"/>
                </a:cubicBezTo>
                <a:cubicBezTo>
                  <a:pt x="500034" y="5645121"/>
                  <a:pt x="-313804" y="5015446"/>
                  <a:pt x="0" y="3652838"/>
                </a:cubicBezTo>
                <a:cubicBezTo>
                  <a:pt x="36525" y="2240910"/>
                  <a:pt x="403296" y="806370"/>
                  <a:pt x="1459070" y="130333"/>
                </a:cubicBezTo>
                <a:cubicBezTo>
                  <a:pt x="1496093" y="94001"/>
                  <a:pt x="1577736" y="42407"/>
                  <a:pt x="1595771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3452 w 9948672"/>
              <a:gd name="connsiteY0" fmla="*/ 0 h 6858000"/>
              <a:gd name="connsiteX1" fmla="*/ 2292168 w 9948672"/>
              <a:gd name="connsiteY1" fmla="*/ 0 h 6858000"/>
              <a:gd name="connsiteX2" fmla="*/ 2923266 w 9948672"/>
              <a:gd name="connsiteY2" fmla="*/ 0 h 6858000"/>
              <a:gd name="connsiteX3" fmla="*/ 3283894 w 9948672"/>
              <a:gd name="connsiteY3" fmla="*/ 0 h 6858000"/>
              <a:gd name="connsiteX4" fmla="*/ 3847374 w 9948672"/>
              <a:gd name="connsiteY4" fmla="*/ 0 h 6858000"/>
              <a:gd name="connsiteX5" fmla="*/ 4343237 w 9948672"/>
              <a:gd name="connsiteY5" fmla="*/ 0 h 6858000"/>
              <a:gd name="connsiteX6" fmla="*/ 5041953 w 9948672"/>
              <a:gd name="connsiteY6" fmla="*/ 0 h 6858000"/>
              <a:gd name="connsiteX7" fmla="*/ 5673051 w 9948672"/>
              <a:gd name="connsiteY7" fmla="*/ 0 h 6858000"/>
              <a:gd name="connsiteX8" fmla="*/ 6236532 w 9948672"/>
              <a:gd name="connsiteY8" fmla="*/ 0 h 6858000"/>
              <a:gd name="connsiteX9" fmla="*/ 6664777 w 9948672"/>
              <a:gd name="connsiteY9" fmla="*/ 0 h 6858000"/>
              <a:gd name="connsiteX10" fmla="*/ 7160640 w 9948672"/>
              <a:gd name="connsiteY10" fmla="*/ 0 h 6858000"/>
              <a:gd name="connsiteX11" fmla="*/ 7859356 w 9948672"/>
              <a:gd name="connsiteY11" fmla="*/ 0 h 6858000"/>
              <a:gd name="connsiteX12" fmla="*/ 8355219 w 9948672"/>
              <a:gd name="connsiteY12" fmla="*/ 0 h 6858000"/>
              <a:gd name="connsiteX13" fmla="*/ 8491722 w 9948672"/>
              <a:gd name="connsiteY13" fmla="*/ 130333 h 6858000"/>
              <a:gd name="connsiteX14" fmla="*/ 9948672 w 9948672"/>
              <a:gd name="connsiteY14" fmla="*/ 3652838 h 6858000"/>
              <a:gd name="connsiteX15" fmla="*/ 8812775 w 9948672"/>
              <a:gd name="connsiteY15" fmla="*/ 6821583 h 6858000"/>
              <a:gd name="connsiteX16" fmla="*/ 8781275 w 9948672"/>
              <a:gd name="connsiteY16" fmla="*/ 6858000 h 6858000"/>
              <a:gd name="connsiteX17" fmla="*/ 8424008 w 9948672"/>
              <a:gd name="connsiteY17" fmla="*/ 6858000 h 6858000"/>
              <a:gd name="connsiteX18" fmla="*/ 7990603 w 9948672"/>
              <a:gd name="connsiteY18" fmla="*/ 6858000 h 6858000"/>
              <a:gd name="connsiteX19" fmla="*/ 7404920 w 9948672"/>
              <a:gd name="connsiteY19" fmla="*/ 6858000 h 6858000"/>
              <a:gd name="connsiteX20" fmla="*/ 6971515 w 9948672"/>
              <a:gd name="connsiteY20" fmla="*/ 6858000 h 6858000"/>
              <a:gd name="connsiteX21" fmla="*/ 6385832 w 9948672"/>
              <a:gd name="connsiteY21" fmla="*/ 6858000 h 6858000"/>
              <a:gd name="connsiteX22" fmla="*/ 5876288 w 9948672"/>
              <a:gd name="connsiteY22" fmla="*/ 6858000 h 6858000"/>
              <a:gd name="connsiteX23" fmla="*/ 5138327 w 9948672"/>
              <a:gd name="connsiteY23" fmla="*/ 6858000 h 6858000"/>
              <a:gd name="connsiteX24" fmla="*/ 4704922 w 9948672"/>
              <a:gd name="connsiteY24" fmla="*/ 6858000 h 6858000"/>
              <a:gd name="connsiteX25" fmla="*/ 4347655 w 9948672"/>
              <a:gd name="connsiteY25" fmla="*/ 6858000 h 6858000"/>
              <a:gd name="connsiteX26" fmla="*/ 3914250 w 9948672"/>
              <a:gd name="connsiteY26" fmla="*/ 6858000 h 6858000"/>
              <a:gd name="connsiteX27" fmla="*/ 3176289 w 9948672"/>
              <a:gd name="connsiteY27" fmla="*/ 6858000 h 6858000"/>
              <a:gd name="connsiteX28" fmla="*/ 2819023 w 9948672"/>
              <a:gd name="connsiteY28" fmla="*/ 6858000 h 6858000"/>
              <a:gd name="connsiteX29" fmla="*/ 2157201 w 9948672"/>
              <a:gd name="connsiteY29" fmla="*/ 6858000 h 6858000"/>
              <a:gd name="connsiteX30" fmla="*/ 1723796 w 9948672"/>
              <a:gd name="connsiteY30" fmla="*/ 6858000 h 6858000"/>
              <a:gd name="connsiteX31" fmla="*/ 1167397 w 9948672"/>
              <a:gd name="connsiteY31" fmla="*/ 6858000 h 6858000"/>
              <a:gd name="connsiteX32" fmla="*/ 1135896 w 9948672"/>
              <a:gd name="connsiteY32" fmla="*/ 6821583 h 6858000"/>
              <a:gd name="connsiteX33" fmla="*/ 0 w 9948672"/>
              <a:gd name="connsiteY33" fmla="*/ 3652838 h 6858000"/>
              <a:gd name="connsiteX34" fmla="*/ 1456949 w 9948672"/>
              <a:gd name="connsiteY34" fmla="*/ 130333 h 6858000"/>
              <a:gd name="connsiteX35" fmla="*/ 1593452 w 9948672"/>
              <a:gd name="connsiteY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948672" h="6858000" fill="none" extrusionOk="0">
                <a:moveTo>
                  <a:pt x="1593452" y="0"/>
                </a:moveTo>
                <a:cubicBezTo>
                  <a:pt x="1942715" y="-26190"/>
                  <a:pt x="2105813" y="69208"/>
                  <a:pt x="2292168" y="0"/>
                </a:cubicBezTo>
                <a:cubicBezTo>
                  <a:pt x="2478523" y="-69208"/>
                  <a:pt x="2649886" y="42567"/>
                  <a:pt x="2923266" y="0"/>
                </a:cubicBezTo>
                <a:cubicBezTo>
                  <a:pt x="3196646" y="-42567"/>
                  <a:pt x="3163052" y="212"/>
                  <a:pt x="3283894" y="0"/>
                </a:cubicBezTo>
                <a:cubicBezTo>
                  <a:pt x="3404736" y="-212"/>
                  <a:pt x="3690170" y="8658"/>
                  <a:pt x="3847374" y="0"/>
                </a:cubicBezTo>
                <a:cubicBezTo>
                  <a:pt x="4004578" y="-8658"/>
                  <a:pt x="4096427" y="40554"/>
                  <a:pt x="4343237" y="0"/>
                </a:cubicBezTo>
                <a:cubicBezTo>
                  <a:pt x="4590047" y="-40554"/>
                  <a:pt x="4778023" y="77683"/>
                  <a:pt x="5041953" y="0"/>
                </a:cubicBezTo>
                <a:cubicBezTo>
                  <a:pt x="5305883" y="-77683"/>
                  <a:pt x="5528801" y="7678"/>
                  <a:pt x="5673051" y="0"/>
                </a:cubicBezTo>
                <a:cubicBezTo>
                  <a:pt x="5817301" y="-7678"/>
                  <a:pt x="6074008" y="22498"/>
                  <a:pt x="6236532" y="0"/>
                </a:cubicBezTo>
                <a:cubicBezTo>
                  <a:pt x="6399056" y="-22498"/>
                  <a:pt x="6464672" y="50918"/>
                  <a:pt x="6664777" y="0"/>
                </a:cubicBezTo>
                <a:cubicBezTo>
                  <a:pt x="6864882" y="-50918"/>
                  <a:pt x="6929862" y="31359"/>
                  <a:pt x="7160640" y="0"/>
                </a:cubicBezTo>
                <a:cubicBezTo>
                  <a:pt x="7391418" y="-31359"/>
                  <a:pt x="7597304" y="63801"/>
                  <a:pt x="7859356" y="0"/>
                </a:cubicBezTo>
                <a:cubicBezTo>
                  <a:pt x="8121408" y="-63801"/>
                  <a:pt x="8204365" y="56481"/>
                  <a:pt x="8355219" y="0"/>
                </a:cubicBezTo>
                <a:cubicBezTo>
                  <a:pt x="8399660" y="21475"/>
                  <a:pt x="8425987" y="69666"/>
                  <a:pt x="8491722" y="130333"/>
                </a:cubicBezTo>
                <a:cubicBezTo>
                  <a:pt x="9546063" y="1166371"/>
                  <a:pt x="9779016" y="2400363"/>
                  <a:pt x="9948672" y="3652838"/>
                </a:cubicBezTo>
                <a:cubicBezTo>
                  <a:pt x="10026827" y="5157622"/>
                  <a:pt x="9690318" y="6018484"/>
                  <a:pt x="8812775" y="6821583"/>
                </a:cubicBezTo>
                <a:cubicBezTo>
                  <a:pt x="8806174" y="6835156"/>
                  <a:pt x="8793127" y="6843808"/>
                  <a:pt x="8781275" y="6858000"/>
                </a:cubicBezTo>
                <a:cubicBezTo>
                  <a:pt x="8668070" y="6899014"/>
                  <a:pt x="8569545" y="6834679"/>
                  <a:pt x="8424008" y="6858000"/>
                </a:cubicBezTo>
                <a:cubicBezTo>
                  <a:pt x="8278471" y="6881321"/>
                  <a:pt x="8180205" y="6823560"/>
                  <a:pt x="7990603" y="6858000"/>
                </a:cubicBezTo>
                <a:cubicBezTo>
                  <a:pt x="7801002" y="6892440"/>
                  <a:pt x="7586807" y="6834875"/>
                  <a:pt x="7404920" y="6858000"/>
                </a:cubicBezTo>
                <a:cubicBezTo>
                  <a:pt x="7223033" y="6881125"/>
                  <a:pt x="7176942" y="6849158"/>
                  <a:pt x="6971515" y="6858000"/>
                </a:cubicBezTo>
                <a:cubicBezTo>
                  <a:pt x="6766089" y="6866842"/>
                  <a:pt x="6516469" y="6855464"/>
                  <a:pt x="6385832" y="6858000"/>
                </a:cubicBezTo>
                <a:cubicBezTo>
                  <a:pt x="6255195" y="6860536"/>
                  <a:pt x="6020108" y="6812626"/>
                  <a:pt x="5876288" y="6858000"/>
                </a:cubicBezTo>
                <a:cubicBezTo>
                  <a:pt x="5732468" y="6903374"/>
                  <a:pt x="5449164" y="6857205"/>
                  <a:pt x="5138327" y="6858000"/>
                </a:cubicBezTo>
                <a:cubicBezTo>
                  <a:pt x="4827490" y="6858795"/>
                  <a:pt x="4865623" y="6854537"/>
                  <a:pt x="4704922" y="6858000"/>
                </a:cubicBezTo>
                <a:cubicBezTo>
                  <a:pt x="4544221" y="6861463"/>
                  <a:pt x="4500791" y="6835099"/>
                  <a:pt x="4347655" y="6858000"/>
                </a:cubicBezTo>
                <a:cubicBezTo>
                  <a:pt x="4194519" y="6880901"/>
                  <a:pt x="4068774" y="6815736"/>
                  <a:pt x="3914250" y="6858000"/>
                </a:cubicBezTo>
                <a:cubicBezTo>
                  <a:pt x="3759727" y="6900264"/>
                  <a:pt x="3402631" y="6819998"/>
                  <a:pt x="3176289" y="6858000"/>
                </a:cubicBezTo>
                <a:cubicBezTo>
                  <a:pt x="2949947" y="6896002"/>
                  <a:pt x="2974223" y="6839747"/>
                  <a:pt x="2819023" y="6858000"/>
                </a:cubicBezTo>
                <a:cubicBezTo>
                  <a:pt x="2663823" y="6876253"/>
                  <a:pt x="2350253" y="6834501"/>
                  <a:pt x="2157201" y="6858000"/>
                </a:cubicBezTo>
                <a:cubicBezTo>
                  <a:pt x="1964149" y="6881499"/>
                  <a:pt x="1924583" y="6808217"/>
                  <a:pt x="1723796" y="6858000"/>
                </a:cubicBezTo>
                <a:cubicBezTo>
                  <a:pt x="1523010" y="6907783"/>
                  <a:pt x="1304941" y="6804137"/>
                  <a:pt x="1167397" y="6858000"/>
                </a:cubicBezTo>
                <a:cubicBezTo>
                  <a:pt x="1149488" y="6843490"/>
                  <a:pt x="1147126" y="6830676"/>
                  <a:pt x="1135896" y="6821583"/>
                </a:cubicBezTo>
                <a:cubicBezTo>
                  <a:pt x="380381" y="5658578"/>
                  <a:pt x="31168" y="4906346"/>
                  <a:pt x="0" y="3652838"/>
                </a:cubicBezTo>
                <a:cubicBezTo>
                  <a:pt x="167863" y="2093648"/>
                  <a:pt x="626554" y="1340178"/>
                  <a:pt x="1456949" y="130333"/>
                </a:cubicBezTo>
                <a:cubicBezTo>
                  <a:pt x="1487170" y="74617"/>
                  <a:pt x="1550801" y="46504"/>
                  <a:pt x="1593452" y="0"/>
                </a:cubicBezTo>
                <a:close/>
              </a:path>
              <a:path w="9948672" h="6858000" stroke="0" extrusionOk="0">
                <a:moveTo>
                  <a:pt x="1593452" y="0"/>
                </a:moveTo>
                <a:cubicBezTo>
                  <a:pt x="1750344" y="-22403"/>
                  <a:pt x="1912284" y="61912"/>
                  <a:pt x="2156933" y="0"/>
                </a:cubicBezTo>
                <a:cubicBezTo>
                  <a:pt x="2401582" y="-61912"/>
                  <a:pt x="2430132" y="50017"/>
                  <a:pt x="2585178" y="0"/>
                </a:cubicBezTo>
                <a:cubicBezTo>
                  <a:pt x="2740225" y="-50017"/>
                  <a:pt x="2991731" y="8748"/>
                  <a:pt x="3283894" y="0"/>
                </a:cubicBezTo>
                <a:cubicBezTo>
                  <a:pt x="3576057" y="-8748"/>
                  <a:pt x="3638732" y="77608"/>
                  <a:pt x="3982610" y="0"/>
                </a:cubicBezTo>
                <a:cubicBezTo>
                  <a:pt x="4326488" y="-77608"/>
                  <a:pt x="4309890" y="5426"/>
                  <a:pt x="4478473" y="0"/>
                </a:cubicBezTo>
                <a:cubicBezTo>
                  <a:pt x="4647056" y="-5426"/>
                  <a:pt x="4792861" y="25671"/>
                  <a:pt x="4906718" y="0"/>
                </a:cubicBezTo>
                <a:cubicBezTo>
                  <a:pt x="5020576" y="-25671"/>
                  <a:pt x="5333801" y="26576"/>
                  <a:pt x="5537816" y="0"/>
                </a:cubicBezTo>
                <a:cubicBezTo>
                  <a:pt x="5741831" y="-26576"/>
                  <a:pt x="5902236" y="10217"/>
                  <a:pt x="6033679" y="0"/>
                </a:cubicBezTo>
                <a:cubicBezTo>
                  <a:pt x="6165122" y="-10217"/>
                  <a:pt x="6360267" y="20029"/>
                  <a:pt x="6461924" y="0"/>
                </a:cubicBezTo>
                <a:cubicBezTo>
                  <a:pt x="6563582" y="-20029"/>
                  <a:pt x="6962941" y="52700"/>
                  <a:pt x="7093022" y="0"/>
                </a:cubicBezTo>
                <a:cubicBezTo>
                  <a:pt x="7223103" y="-52700"/>
                  <a:pt x="7499882" y="12027"/>
                  <a:pt x="7791738" y="0"/>
                </a:cubicBezTo>
                <a:cubicBezTo>
                  <a:pt x="8083594" y="-12027"/>
                  <a:pt x="8238322" y="49535"/>
                  <a:pt x="8355219" y="0"/>
                </a:cubicBezTo>
                <a:cubicBezTo>
                  <a:pt x="8399538" y="38286"/>
                  <a:pt x="8455352" y="108458"/>
                  <a:pt x="8491722" y="130333"/>
                </a:cubicBezTo>
                <a:cubicBezTo>
                  <a:pt x="9553280" y="894595"/>
                  <a:pt x="9800494" y="2581144"/>
                  <a:pt x="9948672" y="3652838"/>
                </a:cubicBezTo>
                <a:cubicBezTo>
                  <a:pt x="10104304" y="4918505"/>
                  <a:pt x="9721693" y="5805518"/>
                  <a:pt x="8812775" y="6821583"/>
                </a:cubicBezTo>
                <a:cubicBezTo>
                  <a:pt x="8801839" y="6842740"/>
                  <a:pt x="8790873" y="6840745"/>
                  <a:pt x="8781275" y="6858000"/>
                </a:cubicBezTo>
                <a:cubicBezTo>
                  <a:pt x="8627623" y="6888107"/>
                  <a:pt x="8492963" y="6823364"/>
                  <a:pt x="8271731" y="6858000"/>
                </a:cubicBezTo>
                <a:cubicBezTo>
                  <a:pt x="8050499" y="6892636"/>
                  <a:pt x="7847889" y="6843186"/>
                  <a:pt x="7609909" y="6858000"/>
                </a:cubicBezTo>
                <a:cubicBezTo>
                  <a:pt x="7371929" y="6872814"/>
                  <a:pt x="7276346" y="6797519"/>
                  <a:pt x="7024226" y="6858000"/>
                </a:cubicBezTo>
                <a:cubicBezTo>
                  <a:pt x="6772106" y="6918481"/>
                  <a:pt x="6579376" y="6843621"/>
                  <a:pt x="6362405" y="6858000"/>
                </a:cubicBezTo>
                <a:cubicBezTo>
                  <a:pt x="6145434" y="6872379"/>
                  <a:pt x="5941566" y="6841664"/>
                  <a:pt x="5700583" y="6858000"/>
                </a:cubicBezTo>
                <a:cubicBezTo>
                  <a:pt x="5459600" y="6874336"/>
                  <a:pt x="5312234" y="6833786"/>
                  <a:pt x="5038761" y="6858000"/>
                </a:cubicBezTo>
                <a:cubicBezTo>
                  <a:pt x="4765288" y="6882214"/>
                  <a:pt x="4718136" y="6839801"/>
                  <a:pt x="4605356" y="6858000"/>
                </a:cubicBezTo>
                <a:cubicBezTo>
                  <a:pt x="4492577" y="6876199"/>
                  <a:pt x="4407154" y="6841703"/>
                  <a:pt x="4248089" y="6858000"/>
                </a:cubicBezTo>
                <a:cubicBezTo>
                  <a:pt x="4089024" y="6874297"/>
                  <a:pt x="3739395" y="6791301"/>
                  <a:pt x="3586267" y="6858000"/>
                </a:cubicBezTo>
                <a:cubicBezTo>
                  <a:pt x="3433139" y="6924699"/>
                  <a:pt x="3338340" y="6845922"/>
                  <a:pt x="3229001" y="6858000"/>
                </a:cubicBezTo>
                <a:cubicBezTo>
                  <a:pt x="3119662" y="6870078"/>
                  <a:pt x="2660390" y="6832872"/>
                  <a:pt x="2491040" y="6858000"/>
                </a:cubicBezTo>
                <a:cubicBezTo>
                  <a:pt x="2321690" y="6883128"/>
                  <a:pt x="2289393" y="6826638"/>
                  <a:pt x="2133774" y="6858000"/>
                </a:cubicBezTo>
                <a:cubicBezTo>
                  <a:pt x="1978155" y="6889362"/>
                  <a:pt x="1406785" y="6852152"/>
                  <a:pt x="1167397" y="6858000"/>
                </a:cubicBezTo>
                <a:cubicBezTo>
                  <a:pt x="1152393" y="6843323"/>
                  <a:pt x="1143742" y="6828116"/>
                  <a:pt x="1135896" y="6821583"/>
                </a:cubicBezTo>
                <a:cubicBezTo>
                  <a:pt x="325609" y="5808805"/>
                  <a:pt x="259254" y="4906012"/>
                  <a:pt x="0" y="3652838"/>
                </a:cubicBezTo>
                <a:cubicBezTo>
                  <a:pt x="-293965" y="2062530"/>
                  <a:pt x="650361" y="845493"/>
                  <a:pt x="1456949" y="130333"/>
                </a:cubicBezTo>
                <a:cubicBezTo>
                  <a:pt x="1490654" y="89577"/>
                  <a:pt x="1533303" y="61561"/>
                  <a:pt x="1593452" y="0"/>
                </a:cubicBezTo>
                <a:close/>
              </a:path>
            </a:pathLst>
          </a:custGeom>
          <a:ln w="9525">
            <a:solidFill>
              <a:srgbClr val="B5510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746742" y="2527153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0" kern="1200" dirty="0">
                <a:solidFill>
                  <a:srgbClr val="B55101"/>
                </a:solidFill>
                <a:latin typeface="Constantia" panose="02030602050306030303"/>
                <a:ea typeface="MingLiU_HKSCS"/>
              </a:rPr>
              <a:t>Thank you</a:t>
            </a:r>
            <a:r>
              <a:rPr lang="en-US" sz="7200" kern="1200" dirty="0">
                <a:solidFill>
                  <a:schemeClr val="tx1"/>
                </a:solidFill>
                <a:latin typeface="Constantia" panose="02030602050306030303"/>
                <a:ea typeface="MingLiU_HKSCS"/>
              </a:rPr>
              <a:t> </a:t>
            </a:r>
          </a:p>
          <a:p>
            <a:pPr>
              <a:lnSpc>
                <a:spcPct val="90000"/>
              </a:lnSpc>
            </a:pPr>
            <a:endParaRPr lang="en-US" sz="7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Graphic 3" descr="Flower without stem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0492" y="498231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icket Sale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F2B00"/>
      </a:accent1>
      <a:accent2>
        <a:srgbClr val="B55101"/>
      </a:accent2>
      <a:accent3>
        <a:srgbClr val="4279E1"/>
      </a:accent3>
      <a:accent4>
        <a:srgbClr val="025C4F"/>
      </a:accent4>
      <a:accent5>
        <a:srgbClr val="CF9400"/>
      </a:accent5>
      <a:accent6>
        <a:srgbClr val="EDDBCD"/>
      </a:accent6>
      <a:hlink>
        <a:srgbClr val="0563C1"/>
      </a:hlink>
      <a:folHlink>
        <a:srgbClr val="954F72"/>
      </a:folHlink>
    </a:clrScheme>
    <a:fontScheme name="Custom 55">
      <a:majorFont>
        <a:latin typeface="Arial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47463-BB85-435C-ACAF-E187D6AD5544}">
  <ds:schemaRefs/>
</ds:datastoreItem>
</file>

<file path=customXml/itemProps2.xml><?xml version="1.0" encoding="utf-8"?>
<ds:datastoreItem xmlns:ds="http://schemas.openxmlformats.org/officeDocument/2006/customXml" ds:itemID="{49688DC5-792D-46CC-A1E4-D79B0E835122}">
  <ds:schemaRefs/>
</ds:datastoreItem>
</file>

<file path=customXml/itemProps3.xml><?xml version="1.0" encoding="utf-8"?>
<ds:datastoreItem xmlns:ds="http://schemas.openxmlformats.org/officeDocument/2006/customXml" ds:itemID="{9DAB7211-A234-4C14-A897-00A0068F7BC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3727</TotalTime>
  <Words>1912</Words>
  <Application>Microsoft Office PowerPoint</Application>
  <PresentationFormat>Widescreen</PresentationFormat>
  <Paragraphs>735</Paragraphs>
  <Slides>59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8" baseType="lpstr">
      <vt:lpstr>Meiryo</vt:lpstr>
      <vt:lpstr>Abadi</vt:lpstr>
      <vt:lpstr>Aileron Bold</vt:lpstr>
      <vt:lpstr>Aptos</vt:lpstr>
      <vt:lpstr>Aptos Narrow</vt:lpstr>
      <vt:lpstr>Arial</vt:lpstr>
      <vt:lpstr>Arial Black</vt:lpstr>
      <vt:lpstr>Bahnschrift Light SemiCondensed</vt:lpstr>
      <vt:lpstr>Baskerville Old Face</vt:lpstr>
      <vt:lpstr>Bernard MT Condensed</vt:lpstr>
      <vt:lpstr>Calibri</vt:lpstr>
      <vt:lpstr>Cambria</vt:lpstr>
      <vt:lpstr>Centaur</vt:lpstr>
      <vt:lpstr>Century</vt:lpstr>
      <vt:lpstr>Constantia</vt:lpstr>
      <vt:lpstr>Franklin Gothic Medium</vt:lpstr>
      <vt:lpstr>Gagalin</vt:lpstr>
      <vt:lpstr>Perpetua Titling MT</vt:lpstr>
      <vt:lpstr>Office Theme</vt:lpstr>
      <vt:lpstr>SHRI KIRITBHAI D. PATEL (DEVGADH) UMIYA B.C.A. COLLEGE  </vt:lpstr>
      <vt:lpstr>SCHOOL MANAGEMENT SYSTEM</vt:lpstr>
      <vt:lpstr>smarteduverse</vt:lpstr>
      <vt:lpstr>PowerPoint Presentation</vt:lpstr>
      <vt:lpstr>Internal            Guide : </vt:lpstr>
      <vt:lpstr>Development  tools &amp;  technologies</vt:lpstr>
      <vt:lpstr>EXISTING SYSTEM </vt:lpstr>
      <vt:lpstr>PROPOSED SYSTEM </vt:lpstr>
      <vt:lpstr>PowerPoint Presentation</vt:lpstr>
      <vt:lpstr>PowerPoint Presentation</vt:lpstr>
      <vt:lpstr>System flow diagram</vt:lpstr>
      <vt:lpstr>Symbol of system flow diagram</vt:lpstr>
      <vt:lpstr>PowerPoint Presentation</vt:lpstr>
      <vt:lpstr>CLASS diagram</vt:lpstr>
      <vt:lpstr>Symbol Of class DIAGRAM</vt:lpstr>
      <vt:lpstr>PowerPoint Presentation</vt:lpstr>
      <vt:lpstr>Symbol of USE CASE DIAGRAM</vt:lpstr>
      <vt:lpstr>PowerPoint Presentation</vt:lpstr>
      <vt:lpstr>PowerPoint Presentation</vt:lpstr>
      <vt:lpstr>PowerPoint Presentation</vt:lpstr>
      <vt:lpstr>PowerPoint Presentation</vt:lpstr>
      <vt:lpstr>Sequence  diagram</vt:lpstr>
      <vt:lpstr>Symbol of Sequence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 diagram</vt:lpstr>
      <vt:lpstr>Symbol of Activity DIAGRAM</vt:lpstr>
      <vt:lpstr>PowerPoint Presentation</vt:lpstr>
      <vt:lpstr>PowerPoint Presentation</vt:lpstr>
      <vt:lpstr>PowerPoint Presentation</vt:lpstr>
      <vt:lpstr>PowerPoint Presentation</vt:lpstr>
      <vt:lpstr>state chart  diagram</vt:lpstr>
      <vt:lpstr>Symbol of state chart diagram</vt:lpstr>
      <vt:lpstr>PowerPoint Presentation</vt:lpstr>
      <vt:lpstr>PowerPoint Presentation</vt:lpstr>
      <vt:lpstr>PowerPoint Presentation</vt:lpstr>
      <vt:lpstr>PowerPoint Presentation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bhalala tulsi</dc:creator>
  <cp:lastModifiedBy>bhalala tulsi</cp:lastModifiedBy>
  <cp:revision>1232</cp:revision>
  <dcterms:created xsi:type="dcterms:W3CDTF">2025-07-06T06:55:00Z</dcterms:created>
  <dcterms:modified xsi:type="dcterms:W3CDTF">2025-09-09T11:27:03Z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A9586F3521B043A3A3F1D261949C3A12_12</vt:lpwstr>
  </property>
  <property fmtid="{D5CDD505-2E9C-101B-9397-08002B2CF9AE}" pid="4" name="KSOProductBuildVer">
    <vt:lpwstr>2057-12.2.0.21936</vt:lpwstr>
  </property>
</Properties>
</file>